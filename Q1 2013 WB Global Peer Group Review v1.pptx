
<file path=[Content_Types].xml><?xml version="1.0" encoding="utf-8"?>
<Types xmlns="http://schemas.openxmlformats.org/package/2006/content-types">
  <Override PartName="/ppt/slideMasters/slideMaster3.xml" ContentType="application/vnd.openxmlformats-officedocument.presentationml.slideMaster+xml"/>
  <Override PartName="/ppt/slideLayouts/slideLayout57.xml" ContentType="application/vnd.openxmlformats-officedocument.presentationml.slideLayout+xml"/>
  <Override PartName="/ppt/theme/theme5.xml" ContentType="application/vnd.openxmlformats-officedocument.theme+xml"/>
  <Override PartName="/ppt/slideLayouts/slideLayout157.xml" ContentType="application/vnd.openxmlformats-officedocument.presentationml.slideLayout+xml"/>
  <Override PartName="/ppt/notesSlides/notesSlide2.xml" ContentType="application/vnd.openxmlformats-officedocument.presentationml.notesSlide+xml"/>
  <Override PartName="/ppt/slides/slide36.xml" ContentType="application/vnd.openxmlformats-officedocument.presentationml.slide+xml"/>
  <Override PartName="/ppt/slideLayouts/slideLayout46.xml" ContentType="application/vnd.openxmlformats-officedocument.presentationml.slideLayout+xml"/>
  <Override PartName="/ppt/slideLayouts/slideLayout93.xml" ContentType="application/vnd.openxmlformats-officedocument.presentationml.slideLayout+xml"/>
  <Override PartName="/ppt/slideLayouts/slideLayout135.xml" ContentType="application/vnd.openxmlformats-officedocument.presentationml.slideLayout+xml"/>
  <Override PartName="/ppt/slideLayouts/slideLayout146.xml" ContentType="application/vnd.openxmlformats-officedocument.presentationml.slideLayout+xml"/>
  <Override PartName="/ppt/slideLayouts/slideLayout182.xml" ContentType="application/vnd.openxmlformats-officedocument.presentationml.slideLayout+xml"/>
  <Override PartName="/ppt/slideLayouts/slideLayout193.xml" ContentType="application/vnd.openxmlformats-officedocument.presentationml.slideLayout+xml"/>
  <Override PartName="/ppt/slideMasters/slideMaster19.xml" ContentType="application/vnd.openxmlformats-officedocument.presentationml.slideMaster+xml"/>
  <Override PartName="/ppt/slides/slide25.xml" ContentType="application/vnd.openxmlformats-officedocument.presentationml.slid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slideLayouts/slideLayout82.xml" ContentType="application/vnd.openxmlformats-officedocument.presentationml.slideLayout+xml"/>
  <Override PartName="/ppt/slideLayouts/slideLayout124.xml" ContentType="application/vnd.openxmlformats-officedocument.presentationml.slideLayout+xml"/>
  <Override PartName="/ppt/slideLayouts/slideLayout171.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60.xml" ContentType="application/vnd.openxmlformats-officedocument.presentationml.slideLayout+xml"/>
  <Override PartName="/ppt/slideLayouts/slideLayout71.xml" ContentType="application/vnd.openxmlformats-officedocument.presentationml.slideLayout+xml"/>
  <Override PartName="/ppt/slideLayouts/slideLayout113.xml" ContentType="application/vnd.openxmlformats-officedocument.presentationml.slideLayout+xml"/>
  <Override PartName="/ppt/slideLayouts/slideLayout160.xml" ContentType="application/vnd.openxmlformats-officedocument.presentationml.slideLayout+xml"/>
  <Override PartName="/ppt/theme/theme18.xml" ContentType="application/vnd.openxmlformats-officedocument.theme+xml"/>
  <Override PartName="/ppt/theme/themeOverride1.xml" ContentType="application/vnd.openxmlformats-officedocument.themeOverride+xml"/>
  <Override PartName="/ppt/notesSlides/notesSlide16.xml" ContentType="application/vnd.openxmlformats-officedocument.presentationml.notesSlide+xml"/>
  <Override PartName="/ppt/tableStyles.xml" ContentType="application/vnd.openxmlformats-officedocument.presentationml.tableStyles+xml"/>
  <Override PartName="/ppt/slideLayouts/slideLayout102.xml" ContentType="application/vnd.openxmlformats-officedocument.presentationml.slideLayout+xml"/>
  <Override PartName="/ppt/slideLayouts/slideLayout236.xml" ContentType="application/vnd.openxmlformats-officedocument.presentationml.slideLayout+xml"/>
  <Override PartName="/ppt/slideMasters/slideMaster8.xml" ContentType="application/vnd.openxmlformats-officedocument.presentationml.slideMaster+xml"/>
  <Override PartName="/ppt/slideMasters/slideMaster11.xml" ContentType="application/vnd.openxmlformats-officedocument.presentationml.slideMaster+xml"/>
  <Override PartName="/ppt/slideLayouts/slideLayout225.xml" ContentType="application/vnd.openxmlformats-officedocument.presentationml.slideLayout+xml"/>
  <Override PartName="/ppt/notesSlides/notesSlide30.xml" ContentType="application/vnd.openxmlformats-officedocument.presentationml.notesSlide+xml"/>
  <Override PartName="/ppt/slideLayouts/slideLayout198.xml" ContentType="application/vnd.openxmlformats-officedocument.presentationml.slideLayout+xml"/>
  <Override PartName="/ppt/slideLayouts/slideLayout203.xml" ContentType="application/vnd.openxmlformats-officedocument.presentationml.slideLayout+xml"/>
  <Override PartName="/ppt/slideLayouts/slideLayout214.xml" ContentType="application/vnd.openxmlformats-officedocument.presentationml.slideLayout+xml"/>
  <Override PartName="/ppt/theme/theme21.xml" ContentType="application/vnd.openxmlformats-officedocument.theme+xml"/>
  <Override PartName="/ppt/notesSlides/notesSlide7.xml" ContentType="application/vnd.openxmlformats-officedocument.presentationml.notesSlide+xml"/>
  <Override PartName="/ppt/slideLayouts/slideLayout87.xml" ContentType="application/vnd.openxmlformats-officedocument.presentationml.slideLayout+xml"/>
  <Override PartName="/ppt/slideLayouts/slideLayout98.xml" ContentType="application/vnd.openxmlformats-officedocument.presentationml.slideLayout+xml"/>
  <Override PartName="/ppt/theme/theme10.xml" ContentType="application/vnd.openxmlformats-officedocument.theme+xml"/>
  <Override PartName="/ppt/slideLayouts/slideLayout187.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slideLayouts/slideLayout29.xml" ContentType="application/vnd.openxmlformats-officedocument.presentationml.slideLayout+xml"/>
  <Override PartName="/ppt/slideLayouts/slideLayout76.xml" ContentType="application/vnd.openxmlformats-officedocument.presentationml.slideLayout+xml"/>
  <Override PartName="/ppt/slideLayouts/slideLayout118.xml" ContentType="application/vnd.openxmlformats-officedocument.presentationml.slideLayout+xml"/>
  <Override PartName="/ppt/slideLayouts/slideLayout129.xml" ContentType="application/vnd.openxmlformats-officedocument.presentationml.slideLayout+xml"/>
  <Override PartName="/ppt/slideLayouts/slideLayout165.xml" ContentType="application/vnd.openxmlformats-officedocument.presentationml.slideLayout+xml"/>
  <Override PartName="/ppt/slideLayouts/slideLayout176.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65.xml" ContentType="application/vnd.openxmlformats-officedocument.presentationml.slideLayout+xml"/>
  <Override PartName="/ppt/slideLayouts/slideLayout107.xml" ContentType="application/vnd.openxmlformats-officedocument.presentationml.slideLayout+xml"/>
  <Override PartName="/ppt/slideLayouts/slideLayout154.xml" ContentType="application/vnd.openxmlformats-officedocument.presentationml.slideLayout+xml"/>
  <Override PartName="/ppt/slides/slide33.xml" ContentType="application/vnd.openxmlformats-officedocument.presentationml.slide+xml"/>
  <Override PartName="/ppt/slides/slide44.xml" ContentType="application/vnd.openxmlformats-officedocument.presentationml.slide+xml"/>
  <Default Extension="emf" ContentType="image/x-emf"/>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slideLayouts/slideLayout90.xml" ContentType="application/vnd.openxmlformats-officedocument.presentationml.slideLayout+xml"/>
  <Override PartName="/ppt/slideLayouts/slideLayout143.xml" ContentType="application/vnd.openxmlformats-officedocument.presentationml.slideLayout+xml"/>
  <Override PartName="/ppt/slideLayouts/slideLayout190.xml" ContentType="application/vnd.openxmlformats-officedocument.presentationml.slideLayout+xml"/>
  <Override PartName="/ppt/presentation.xml" ContentType="application/vnd.openxmlformats-officedocument.presentationml.presentation.main+xml"/>
  <Override PartName="/ppt/slideMasters/slideMaster16.xml" ContentType="application/vnd.openxmlformats-officedocument.presentationml.slideMaster+xml"/>
  <Override PartName="/ppt/slides/slide22.xml" ContentType="application/vnd.openxmlformats-officedocument.presentationml.slide+xml"/>
  <Override PartName="/ppt/slideLayouts/slideLayout32.xml" ContentType="application/vnd.openxmlformats-officedocument.presentationml.slideLayout+xml"/>
  <Override PartName="/ppt/slideLayouts/slideLayout132.xml" ContentType="application/vnd.openxmlformats-officedocument.presentationml.slideLayout+xml"/>
  <Override PartName="/ppt/slideLayouts/slideLayout219.xml" ContentType="application/vnd.openxmlformats-officedocument.presentationml.slideLayout+xml"/>
  <Override PartName="/ppt/notesSlides/notesSlide24.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Layouts/slideLayout21.xml" ContentType="application/vnd.openxmlformats-officedocument.presentationml.slideLayout+xml"/>
  <Override PartName="/ppt/slideLayouts/slideLayout110.xml" ContentType="application/vnd.openxmlformats-officedocument.presentationml.slideLayout+xml"/>
  <Override PartName="/ppt/slideLayouts/slideLayout121.xml" ContentType="application/vnd.openxmlformats-officedocument.presentationml.slideLayout+xml"/>
  <Override PartName="/ppt/slideLayouts/slideLayout208.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theme/theme15.xml" ContentType="application/vnd.openxmlformats-officedocument.theme+xml"/>
  <Override PartName="/ppt/slideLayouts/slideLayout233.xml" ContentType="application/vnd.openxmlformats-officedocument.presentationml.slideLayout+xml"/>
  <Override PartName="/ppt/slideLayouts/slideLayout222.xml" ContentType="application/vnd.openxmlformats-officedocument.presentationml.slideLayout+xml"/>
  <Override PartName="/ppt/slideMasters/slideMaster5.xml" ContentType="application/vnd.openxmlformats-officedocument.presentationml.slideMaster+xml"/>
  <Override PartName="/ppt/slideLayouts/slideLayout59.xml" ContentType="application/vnd.openxmlformats-officedocument.presentationml.slideLayout+xml"/>
  <Override PartName="/ppt/theme/theme7.xml" ContentType="application/vnd.openxmlformats-officedocument.theme+xml"/>
  <Override PartName="/ppt/slideLayouts/slideLayout159.xml" ContentType="application/vnd.openxmlformats-officedocument.presentationml.slideLayout+xml"/>
  <Override PartName="/ppt/slideLayouts/slideLayout211.xml" ContentType="application/vnd.openxmlformats-officedocument.presentationml.slideLayout+xml"/>
  <Override PartName="/ppt/notesSlides/notesSlide4.xml" ContentType="application/vnd.openxmlformats-officedocument.presentationml.notesSlide+xml"/>
  <Override PartName="/ppt/slides/slide38.xml" ContentType="application/vnd.openxmlformats-officedocument.presentationml.slide+xml"/>
  <Override PartName="/ppt/slideLayouts/slideLayout48.xml" ContentType="application/vnd.openxmlformats-officedocument.presentationml.slideLayout+xml"/>
  <Override PartName="/ppt/slideLayouts/slideLayout95.xml" ContentType="application/vnd.openxmlformats-officedocument.presentationml.slideLayout+xml"/>
  <Override PartName="/ppt/slideLayouts/slideLayout137.xml" ContentType="application/vnd.openxmlformats-officedocument.presentationml.slideLayout+xml"/>
  <Override PartName="/ppt/slideLayouts/slideLayout148.xml" ContentType="application/vnd.openxmlformats-officedocument.presentationml.slideLayout+xml"/>
  <Override PartName="/ppt/slideLayouts/slideLayout184.xml" ContentType="application/vnd.openxmlformats-officedocument.presentationml.slideLayout+xml"/>
  <Override PartName="/ppt/slideLayouts/slideLayout195.xml" ContentType="application/vnd.openxmlformats-officedocument.presentationml.slideLayout+xml"/>
  <Override PartName="/ppt/slideLayouts/slideLayout200.xml" ContentType="application/vnd.openxmlformats-officedocument.presentationml.slideLayout+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37.xml" ContentType="application/vnd.openxmlformats-officedocument.presentationml.slideLayout+xml"/>
  <Override PartName="/ppt/slideLayouts/slideLayout84.xml" ContentType="application/vnd.openxmlformats-officedocument.presentationml.slideLayout+xml"/>
  <Override PartName="/ppt/slideLayouts/slideLayout126.xml" ContentType="application/vnd.openxmlformats-officedocument.presentationml.slideLayout+xml"/>
  <Override PartName="/ppt/slideLayouts/slideLayout173.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62.xml" ContentType="application/vnd.openxmlformats-officedocument.presentationml.slideLayout+xml"/>
  <Override PartName="/ppt/slideLayouts/slideLayout73.xml" ContentType="application/vnd.openxmlformats-officedocument.presentationml.slideLayout+xml"/>
  <Override PartName="/ppt/slideLayouts/slideLayout115.xml" ContentType="application/vnd.openxmlformats-officedocument.presentationml.slideLayout+xml"/>
  <Override PartName="/ppt/slideLayouts/slideLayout162.xml" ContentType="application/vnd.openxmlformats-officedocument.presentationml.slideLayout+xml"/>
  <Default Extension="wmf" ContentType="image/x-wmf"/>
  <Override PartName="/ppt/notesSlides/notesSlide18.xml" ContentType="application/vnd.openxmlformats-officedocument.presentationml.notesSlide+xml"/>
  <Override PartName="/ppt/slides/slide41.xml" ContentType="application/vnd.openxmlformats-officedocument.presentationml.slide+xml"/>
  <Override PartName="/ppt/slideLayouts/slideLayout51.xml" ContentType="application/vnd.openxmlformats-officedocument.presentationml.slideLayout+xml"/>
  <Override PartName="/ppt/slideLayouts/slideLayout104.xml" ContentType="application/vnd.openxmlformats-officedocument.presentationml.slideLayout+xml"/>
  <Override PartName="/ppt/slideLayouts/slideLayout140.xml" ContentType="application/vnd.openxmlformats-officedocument.presentationml.slideLayout+xml"/>
  <Override PartName="/ppt/slideLayouts/slideLayout151.xml" ContentType="application/vnd.openxmlformats-officedocument.presentationml.slideLayout+xml"/>
  <Override PartName="/ppt/slides/slide30.xml" ContentType="application/vnd.openxmlformats-officedocument.presentationml.slide+xml"/>
  <Override PartName="/ppt/slideLayouts/slideLayout40.xml" ContentType="application/vnd.openxmlformats-officedocument.presentationml.slideLayout+xml"/>
  <Override PartName="/ppt/slideLayouts/slideLayout227.xml" ContentType="application/vnd.openxmlformats-officedocument.presentationml.slideLayout+xml"/>
  <Override PartName="/ppt/notesSlides/notesSlide32.xml" ContentType="application/vnd.openxmlformats-officedocument.presentationml.notesSlide+xml"/>
  <Override PartName="/ppt/slideMasters/slideMaster13.xml" ContentType="application/vnd.openxmlformats-officedocument.presentationml.slideMaster+xml"/>
  <Override PartName="/ppt/slideLayouts/slideLayout205.xml" ContentType="application/vnd.openxmlformats-officedocument.presentationml.slideLayout+xml"/>
  <Override PartName="/ppt/slideLayouts/slideLayout216.xml" ContentType="application/vnd.openxmlformats-officedocument.presentationml.slideLayout+xml"/>
  <Override PartName="/ppt/notesSlides/notesSlide9.xml" ContentType="application/vnd.openxmlformats-officedocument.presentationml.notesSlide+xml"/>
  <Override PartName="/ppt/notesSlides/notesSlide21.xml" ContentType="application/vnd.openxmlformats-officedocument.presentationml.notesSlide+xml"/>
  <Override PartName="/ppt/slideLayouts/slideLayout89.xml" ContentType="application/vnd.openxmlformats-officedocument.presentationml.slideLayout+xml"/>
  <Override PartName="/ppt/theme/theme12.xml" ContentType="application/vnd.openxmlformats-officedocument.theme+xml"/>
  <Override PartName="/ppt/slideLayouts/slideLayout189.xml" ContentType="application/vnd.openxmlformats-officedocument.presentationml.slideLayout+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slideLayouts/slideLayout78.xml" ContentType="application/vnd.openxmlformats-officedocument.presentationml.slideLayout+xml"/>
  <Override PartName="/ppt/slideLayouts/slideLayout178.xml" ContentType="application/vnd.openxmlformats-officedocument.presentationml.slideLayout+xml"/>
  <Override PartName="/ppt/slideLayouts/slideLayout230.xml" ContentType="application/vnd.openxmlformats-officedocument.presentationml.slideLayout+xml"/>
  <Override PartName="/ppt/slideMasters/slideMaster2.xml" ContentType="application/vnd.openxmlformats-officedocument.presentationml.slideMaster+xml"/>
  <Override PartName="/ppt/theme/theme4.xml" ContentType="application/vnd.openxmlformats-officedocument.theme+xml"/>
  <Override PartName="/ppt/slideLayouts/slideLayout67.xml" ContentType="application/vnd.openxmlformats-officedocument.presentationml.slideLayout+xml"/>
  <Override PartName="/ppt/slideLayouts/slideLayout109.xml" ContentType="application/vnd.openxmlformats-officedocument.presentationml.slideLayout+xml"/>
  <Override PartName="/ppt/slideLayouts/slideLayout156.xml" ContentType="application/vnd.openxmlformats-officedocument.presentationml.slideLayout+xml"/>
  <Override PartName="/ppt/slideLayouts/slideLayout167.xml" ContentType="application/vnd.openxmlformats-officedocument.presentationml.slideLayout+xml"/>
  <Override PartName="/ppt/notesSlides/notesSlide1.xml" ContentType="application/vnd.openxmlformats-officedocument.presentationml.notesSlide+xml"/>
  <Override PartName="/ppt/slides/slide46.xml" ContentType="application/vnd.openxmlformats-officedocument.presentationml.slide+xml"/>
  <Override PartName="/ppt/slideLayouts/slideLayout45.xml" ContentType="application/vnd.openxmlformats-officedocument.presentationml.slideLayout+xml"/>
  <Override PartName="/ppt/slideLayouts/slideLayout56.xml" ContentType="application/vnd.openxmlformats-officedocument.presentationml.slideLayout+xml"/>
  <Override PartName="/ppt/slideLayouts/slideLayout145.xml" ContentType="application/vnd.openxmlformats-officedocument.presentationml.slideLayout+xml"/>
  <Override PartName="/ppt/slideLayouts/slideLayout192.xml" ContentType="application/vnd.openxmlformats-officedocument.presentationml.slideLayout+xml"/>
  <Override PartName="/ppt/slideMasters/slideMaster18.xml" ContentType="application/vnd.openxmlformats-officedocument.presentationml.slideMaster+xml"/>
  <Override PartName="/ppt/slides/slide24.xml" ContentType="application/vnd.openxmlformats-officedocument.presentationml.slide+xml"/>
  <Override PartName="/ppt/slides/slide35.xml" ContentType="application/vnd.openxmlformats-officedocument.presentationml.slide+xml"/>
  <Override PartName="/ppt/slideLayouts/slideLayout34.xml" ContentType="application/vnd.openxmlformats-officedocument.presentationml.slideLayout+xml"/>
  <Override PartName="/ppt/slideLayouts/slideLayout81.xml" ContentType="application/vnd.openxmlformats-officedocument.presentationml.slideLayout+xml"/>
  <Override PartName="/ppt/slideLayouts/slideLayout92.xml" ContentType="application/vnd.openxmlformats-officedocument.presentationml.slideLayout+xml"/>
  <Override PartName="/ppt/slideLayouts/slideLayout134.xml" ContentType="application/vnd.openxmlformats-officedocument.presentationml.slideLayout+xml"/>
  <Override PartName="/ppt/slideLayouts/slideLayout181.xml" ContentType="application/vnd.openxmlformats-officedocument.presentationml.slideLayout+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70.xml" ContentType="application/vnd.openxmlformats-officedocument.presentationml.slideLayout+xml"/>
  <Override PartName="/ppt/slideLayouts/slideLayout112.xml" ContentType="application/vnd.openxmlformats-officedocument.presentationml.slideLayout+xml"/>
  <Override PartName="/ppt/slideLayouts/slideLayout123.xml" ContentType="application/vnd.openxmlformats-officedocument.presentationml.slideLayout+xml"/>
  <Override PartName="/ppt/slideLayouts/slideLayout170.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slideLayouts/slideLayout12.xml" ContentType="application/vnd.openxmlformats-officedocument.presentationml.slideLayout+xml"/>
  <Override PartName="/ppt/slideLayouts/slideLayout101.xml" ContentType="application/vnd.openxmlformats-officedocument.presentationml.slideLayout+xml"/>
  <Override PartName="/ppt/theme/theme17.xml" ContentType="application/vnd.openxmlformats-officedocument.theme+xml"/>
  <Override PartName="/ppt/slideLayouts/slideLayout235.xml" ContentType="application/vnd.openxmlformats-officedocument.presentationml.slideLayout+xml"/>
  <Override PartName="/ppt/slideLayouts/slideLayout224.xml" ContentType="application/vnd.openxmlformats-officedocument.presentationml.slideLayout+xml"/>
  <Override PartName="/ppt/slideMasters/slideMaster7.xml" ContentType="application/vnd.openxmlformats-officedocument.presentationml.slideMaster+xml"/>
  <Override PartName="/ppt/slideMasters/slideMaster10.xml" ContentType="application/vnd.openxmlformats-officedocument.presentationml.slideMaster+xml"/>
  <Override PartName="/ppt/theme/theme9.xml" ContentType="application/vnd.openxmlformats-officedocument.theme+xml"/>
  <Override PartName="/ppt/slideLayouts/slideLayout213.xml" ContentType="application/vnd.openxmlformats-officedocument.presentationml.slideLayout+xml"/>
  <Override PartName="/ppt/notesSlides/notesSlide6.xml" ContentType="application/vnd.openxmlformats-officedocument.presentationml.notesSlide+xml"/>
  <Override PartName="/ppt/slides/slide8.xml" ContentType="application/vnd.openxmlformats-officedocument.presentationml.slide+xml"/>
  <Override PartName="/ppt/slideLayouts/slideLayout68.xml" ContentType="application/vnd.openxmlformats-officedocument.presentationml.slideLayout+xml"/>
  <Override PartName="/ppt/slideLayouts/slideLayout79.xml" ContentType="application/vnd.openxmlformats-officedocument.presentationml.slideLayout+xml"/>
  <Override PartName="/ppt/slideLayouts/slideLayout97.xml" ContentType="application/vnd.openxmlformats-officedocument.presentationml.slideLayout+xml"/>
  <Override PartName="/ppt/slideLayouts/slideLayout139.xml" ContentType="application/vnd.openxmlformats-officedocument.presentationml.slideLayout+xml"/>
  <Override PartName="/ppt/slideLayouts/slideLayout168.xml" ContentType="application/vnd.openxmlformats-officedocument.presentationml.slideLayout+xml"/>
  <Override PartName="/ppt/slideLayouts/slideLayout186.xml" ContentType="application/vnd.openxmlformats-officedocument.presentationml.slideLayout+xml"/>
  <Override PartName="/ppt/slideLayouts/slideLayout197.xml" ContentType="application/vnd.openxmlformats-officedocument.presentationml.slideLayout+xml"/>
  <Override PartName="/ppt/slideLayouts/slideLayout202.xml" ContentType="application/vnd.openxmlformats-officedocument.presentationml.slideLayout+xml"/>
  <Override PartName="/ppt/slideLayouts/slideLayout220.xml" ContentType="application/vnd.openxmlformats-officedocument.presentationml.slideLayout+xml"/>
  <Override PartName="/ppt/theme/theme20.xml" ContentType="application/vnd.openxmlformats-officedocument.theme+xml"/>
  <Override PartName="/ppt/slides/slide29.xml" ContentType="application/vnd.openxmlformats-officedocument.presentationml.slide+xml"/>
  <Override PartName="/ppt/slideLayouts/slideLayout39.xml" ContentType="application/vnd.openxmlformats-officedocument.presentationml.slideLayout+xml"/>
  <Override PartName="/ppt/slideLayouts/slideLayout86.xml" ContentType="application/vnd.openxmlformats-officedocument.presentationml.slideLayout+xml"/>
  <Override PartName="/ppt/slideLayouts/slideLayout128.xml" ContentType="application/vnd.openxmlformats-officedocument.presentationml.slideLayout+xml"/>
  <Override PartName="/ppt/slideLayouts/slideLayout175.xml" ContentType="application/vnd.openxmlformats-officedocument.presentationml.slideLayout+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64.xml" ContentType="application/vnd.openxmlformats-officedocument.presentationml.slideLayout+xml"/>
  <Override PartName="/ppt/slideLayouts/slideLayout75.xml" ContentType="application/vnd.openxmlformats-officedocument.presentationml.slideLayout+xml"/>
  <Override PartName="/ppt/slideLayouts/slideLayout117.xml" ContentType="application/vnd.openxmlformats-officedocument.presentationml.slideLayout+xml"/>
  <Override PartName="/ppt/slideLayouts/slideLayout164.xml" ContentType="application/vnd.openxmlformats-officedocument.presentationml.slideLayout+xml"/>
  <Override PartName="/ppt/slides/slide43.xml" ContentType="application/vnd.openxmlformats-officedocument.presentationml.slide+xml"/>
  <Override PartName="/ppt/theme/theme1.xml" ContentType="application/vnd.openxmlformats-officedocument.theme+xml"/>
  <Override PartName="/ppt/slideLayouts/slideLayout53.xml" ContentType="application/vnd.openxmlformats-officedocument.presentationml.slideLayout+xml"/>
  <Override PartName="/ppt/slideLayouts/slideLayout106.xml" ContentType="application/vnd.openxmlformats-officedocument.presentationml.slideLayout+xml"/>
  <Override PartName="/ppt/slideLayouts/slideLayout142.xml" ContentType="application/vnd.openxmlformats-officedocument.presentationml.slideLayout+xml"/>
  <Override PartName="/ppt/slideLayouts/slideLayout153.xml" ContentType="application/vnd.openxmlformats-officedocument.presentationml.slideLayout+xml"/>
  <Override PartName="/ppt/slides/slide32.xml" ContentType="application/vnd.openxmlformats-officedocument.presentationml.slide+xml"/>
  <Override PartName="/ppt/slideLayouts/slideLayout42.xml" ContentType="application/vnd.openxmlformats-officedocument.presentationml.slideLayout+xml"/>
  <Override PartName="/ppt/slideLayouts/slideLayout131.xml" ContentType="application/vnd.openxmlformats-officedocument.presentationml.slideLayout+xml"/>
  <Override PartName="/ppt/slideLayouts/slideLayout229.xml" ContentType="application/vnd.openxmlformats-officedocument.presentationml.slideLayout+xml"/>
  <Override PartName="/ppt/notesSlides/notesSlide34.xml" ContentType="application/vnd.openxmlformats-officedocument.presentationml.notesSlide+xml"/>
  <Override PartName="/ppt/slideMasters/slideMaster15.xml" ContentType="application/vnd.openxmlformats-officedocument.presentationml.slideMaster+xml"/>
  <Override PartName="/ppt/slides/slide10.xml" ContentType="application/vnd.openxmlformats-officedocument.presentationml.slide+xml"/>
  <Override PartName="/ppt/slides/slide21.xml" ContentType="application/vnd.openxmlformats-officedocument.presentationml.slide+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120.xml" ContentType="application/vnd.openxmlformats-officedocument.presentationml.slideLayout+xml"/>
  <Override PartName="/ppt/slideLayouts/slideLayout207.xml" ContentType="application/vnd.openxmlformats-officedocument.presentationml.slideLayout+xml"/>
  <Override PartName="/ppt/slideLayouts/slideLayout218.xml" ContentType="application/vnd.openxmlformats-officedocument.presentationml.slideLayout+xml"/>
  <Override PartName="/ppt/notesSlides/notesSlide23.xml" ContentType="application/vnd.openxmlformats-officedocument.presentationml.notesSlide+xml"/>
  <Override PartName="/docProps/custom.xml" ContentType="application/vnd.openxmlformats-officedocument.custom-properties+xml"/>
  <Override PartName="/ppt/theme/theme14.xml" ContentType="application/vnd.openxmlformats-officedocument.theme+xml"/>
  <Override PartName="/ppt/notesSlides/notesSlide12.xml" ContentType="application/vnd.openxmlformats-officedocument.presentationml.notesSlide+xml"/>
  <Override PartName="/ppt/slideLayouts/slideLayout232.xml" ContentType="application/vnd.openxmlformats-officedocument.presentationml.slideLayout+xml"/>
  <Override PartName="/ppt/slideMasters/slideMaster4.xml" ContentType="application/vnd.openxmlformats-officedocument.presentationml.slideMaster+xml"/>
  <Override PartName="/ppt/slides/slide9.xml" ContentType="application/vnd.openxmlformats-officedocument.presentationml.slide+xml"/>
  <Override PartName="/ppt/viewProps.xml" ContentType="application/vnd.openxmlformats-officedocument.presentationml.viewProps+xml"/>
  <Override PartName="/ppt/slideLayouts/slideLayout69.xml" ContentType="application/vnd.openxmlformats-officedocument.presentationml.slideLayout+xml"/>
  <Override PartName="/ppt/theme/theme6.xml" ContentType="application/vnd.openxmlformats-officedocument.theme+xml"/>
  <Override PartName="/ppt/slideLayouts/slideLayout158.xml" ContentType="application/vnd.openxmlformats-officedocument.presentationml.slideLayout+xml"/>
  <Override PartName="/ppt/slideLayouts/slideLayout169.xml" ContentType="application/vnd.openxmlformats-officedocument.presentationml.slideLayout+xml"/>
  <Override PartName="/ppt/slideLayouts/slideLayout210.xml" ContentType="application/vnd.openxmlformats-officedocument.presentationml.slideLayout+xml"/>
  <Override PartName="/ppt/slideLayouts/slideLayout221.xml" ContentType="application/vnd.openxmlformats-officedocument.presentationml.slideLayout+xml"/>
  <Override PartName="/ppt/slideLayouts/slideLayout58.xml" ContentType="application/vnd.openxmlformats-officedocument.presentationml.slideLayout+xml"/>
  <Override PartName="/ppt/slideLayouts/slideLayout147.xml" ContentType="application/vnd.openxmlformats-officedocument.presentationml.slideLayout+xml"/>
  <Override PartName="/ppt/slideLayouts/slideLayout194.xml" ContentType="application/vnd.openxmlformats-officedocument.presentationml.slideLayout+xml"/>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36.xml" ContentType="application/vnd.openxmlformats-officedocument.presentationml.slideLayout+xml"/>
  <Override PartName="/ppt/slideLayouts/slideLayout47.xml" ContentType="application/vnd.openxmlformats-officedocument.presentationml.slideLayout+xml"/>
  <Override PartName="/ppt/slideLayouts/slideLayout83.xml" ContentType="application/vnd.openxmlformats-officedocument.presentationml.slideLayout+xml"/>
  <Override PartName="/ppt/slideLayouts/slideLayout94.xml" ContentType="application/vnd.openxmlformats-officedocument.presentationml.slideLayout+xml"/>
  <Override PartName="/ppt/slideLayouts/slideLayout136.xml" ContentType="application/vnd.openxmlformats-officedocument.presentationml.slideLayout+xml"/>
  <Override PartName="/ppt/slideLayouts/slideLayout183.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72.xml" ContentType="application/vnd.openxmlformats-officedocument.presentationml.slideLayout+xml"/>
  <Override PartName="/ppt/slideLayouts/slideLayout114.xml" ContentType="application/vnd.openxmlformats-officedocument.presentationml.slideLayout+xml"/>
  <Override PartName="/ppt/slideLayouts/slideLayout125.xml" ContentType="application/vnd.openxmlformats-officedocument.presentationml.slideLayout+xml"/>
  <Override PartName="/ppt/slideLayouts/slideLayout161.xml" ContentType="application/vnd.openxmlformats-officedocument.presentationml.slideLayout+xml"/>
  <Override PartName="/ppt/slideLayouts/slideLayout172.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slideLayouts/slideLayout14.xml" ContentType="application/vnd.openxmlformats-officedocument.presentationml.slideLayout+xml"/>
  <Override PartName="/ppt/slideLayouts/slideLayout61.xml" ContentType="application/vnd.openxmlformats-officedocument.presentationml.slideLayout+xml"/>
  <Override PartName="/ppt/slideLayouts/slideLayout103.xml" ContentType="application/vnd.openxmlformats-officedocument.presentationml.slideLayout+xml"/>
  <Override PartName="/ppt/slideLayouts/slideLayout150.xml" ContentType="application/vnd.openxmlformats-officedocument.presentationml.slideLayout+xml"/>
  <Override PartName="/ppt/theme/theme19.xml" ContentType="application/vnd.openxmlformats-officedocument.theme+xml"/>
  <Override PartName="/ppt/tags/tag1.xml" ContentType="application/vnd.openxmlformats-officedocument.presentationml.tags+xml"/>
  <Override PartName="/ppt/slides/slide40.xml" ContentType="application/vnd.openxmlformats-officedocument.presentationml.slide+xml"/>
  <Override PartName="/ppt/slideLayouts/slideLayout50.xml" ContentType="application/vnd.openxmlformats-officedocument.presentationml.slideLayout+xml"/>
  <Override PartName="/ppt/slideLayouts/slideLayout226.xml" ContentType="application/vnd.openxmlformats-officedocument.presentationml.slideLayout+xml"/>
  <Override PartName="/ppt/slideMasters/slideMaster9.xml" ContentType="application/vnd.openxmlformats-officedocument.presentationml.slideMaster+xml"/>
  <Override PartName="/ppt/slideMasters/slideMaster12.xml" ContentType="application/vnd.openxmlformats-officedocument.presentationml.slideMaster+xml"/>
  <Override PartName="/ppt/slideLayouts/slideLayout215.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Layouts/slideLayout99.xml" ContentType="application/vnd.openxmlformats-officedocument.presentationml.slideLayout+xml"/>
  <Override PartName="/ppt/slideLayouts/slideLayout188.xml" ContentType="application/vnd.openxmlformats-officedocument.presentationml.slideLayout+xml"/>
  <Override PartName="/ppt/slideLayouts/slideLayout199.xml" ContentType="application/vnd.openxmlformats-officedocument.presentationml.slideLayout+xml"/>
  <Override PartName="/ppt/slideLayouts/slideLayout204.xml" ContentType="application/vnd.openxmlformats-officedocument.presentationml.slideLayout+xml"/>
  <Override PartName="/ppt/handoutMasters/handoutMaster1.xml" ContentType="application/vnd.openxmlformats-officedocument.presentationml.handoutMaster+xml"/>
  <Override PartName="/ppt/slideLayouts/slideLayout88.xml" ContentType="application/vnd.openxmlformats-officedocument.presentationml.slideLayout+xml"/>
  <Override PartName="/ppt/theme/theme11.xml" ContentType="application/vnd.openxmlformats-officedocument.theme+xml"/>
  <Override PartName="/ppt/slideLayouts/slideLayout177.xml" ContentType="application/vnd.openxmlformats-officedocument.presentationml.slideLayout+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66.xml" ContentType="application/vnd.openxmlformats-officedocument.presentationml.slideLayout+xml"/>
  <Override PartName="/ppt/slideLayouts/slideLayout77.xml" ContentType="application/vnd.openxmlformats-officedocument.presentationml.slideLayout+xml"/>
  <Override PartName="/ppt/slideLayouts/slideLayout119.xml" ContentType="application/vnd.openxmlformats-officedocument.presentationml.slideLayout+xml"/>
  <Override PartName="/ppt/slideLayouts/slideLayout166.xml" ContentType="application/vnd.openxmlformats-officedocument.presentationml.slideLayout+xml"/>
  <Override PartName="/ppt/slideMasters/slideMaster1.xml" ContentType="application/vnd.openxmlformats-officedocument.presentationml.slideMaster+xml"/>
  <Override PartName="/ppt/slides/slide45.xml" ContentType="application/vnd.openxmlformats-officedocument.presentationml.slide+xml"/>
  <Override PartName="/ppt/theme/theme3.xml" ContentType="application/vnd.openxmlformats-officedocument.theme+xml"/>
  <Override PartName="/ppt/slideLayouts/slideLayout55.xml" ContentType="application/vnd.openxmlformats-officedocument.presentationml.slideLayout+xml"/>
  <Override PartName="/ppt/slideLayouts/slideLayout108.xml" ContentType="application/vnd.openxmlformats-officedocument.presentationml.slideLayout+xml"/>
  <Override PartName="/ppt/slideLayouts/slideLayout155.xml" ContentType="application/vnd.openxmlformats-officedocument.presentationml.slideLayout+xml"/>
  <Override PartName="/ppt/slides/slide34.xml" ContentType="application/vnd.openxmlformats-officedocument.presentationml.slide+xml"/>
  <Override PartName="/ppt/slideLayouts/slideLayout44.xml" ContentType="application/vnd.openxmlformats-officedocument.presentationml.slideLayout+xml"/>
  <Override PartName="/ppt/slideLayouts/slideLayout91.xml" ContentType="application/vnd.openxmlformats-officedocument.presentationml.slideLayout+xml"/>
  <Override PartName="/ppt/slideLayouts/slideLayout133.xml" ContentType="application/vnd.openxmlformats-officedocument.presentationml.slideLayout+xml"/>
  <Override PartName="/ppt/slideLayouts/slideLayout144.xml" ContentType="application/vnd.openxmlformats-officedocument.presentationml.slideLayout+xml"/>
  <Override PartName="/ppt/slideLayouts/slideLayout180.xml" ContentType="application/vnd.openxmlformats-officedocument.presentationml.slideLayout+xml"/>
  <Override PartName="/ppt/slideLayouts/slideLayout191.xml" ContentType="application/vnd.openxmlformats-officedocument.presentationml.slideLayout+xml"/>
  <Default Extension="rels" ContentType="application/vnd.openxmlformats-package.relationships+xml"/>
  <Override PartName="/ppt/slideMasters/slideMaster17.xml" ContentType="application/vnd.openxmlformats-officedocument.presentationml.slideMaster+xml"/>
  <Override PartName="/ppt/slides/slide23.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Layouts/slideLayout80.xml" ContentType="application/vnd.openxmlformats-officedocument.presentationml.slideLayout+xml"/>
  <Override PartName="/ppt/slideLayouts/slideLayout122.xml" ContentType="application/vnd.openxmlformats-officedocument.presentationml.slideLayout+xml"/>
  <Override PartName="/ppt/slideLayouts/slideLayout209.xml" ContentType="application/vnd.openxmlformats-officedocument.presentationml.slideLayout+xml"/>
  <Override PartName="/ppt/notesSlides/notesSlide25.xml" ContentType="application/vnd.openxmlformats-officedocument.presentationml.notesSlide+xml"/>
  <Override PartName="/ppt/slides/slide12.xml" ContentType="application/vnd.openxmlformats-officedocument.presentationml.slide+xml"/>
  <Override PartName="/ppt/slideLayouts/slideLayout11.xml" ContentType="application/vnd.openxmlformats-officedocument.presentationml.slideLayout+xml"/>
  <Override PartName="/ppt/slideLayouts/slideLayout111.xml" ContentType="application/vnd.openxmlformats-officedocument.presentationml.slideLayout+xml"/>
  <Override PartName="/ppt/theme/theme16.xml" ContentType="application/vnd.openxmlformats-officedocument.theme+xml"/>
  <Override PartName="/ppt/notesSlides/notesSlide14.xml" ContentType="application/vnd.openxmlformats-officedocument.presentationml.notesSlide+xml"/>
  <Override PartName="/ppt/slideLayouts/slideLayout100.xml" ContentType="application/vnd.openxmlformats-officedocument.presentationml.slideLayout+xml"/>
  <Override PartName="/ppt/slideLayouts/slideLayout234.xml" ContentType="application/vnd.openxmlformats-officedocument.presentationml.slideLayout+xml"/>
  <Override PartName="/ppt/slideMasters/slideMaster6.xml" ContentType="application/vnd.openxmlformats-officedocument.presentationml.slideMaster+xml"/>
  <Override PartName="/ppt/theme/theme8.xml" ContentType="application/vnd.openxmlformats-officedocument.theme+xml"/>
  <Override PartName="/ppt/slideLayouts/slideLayout223.xml" ContentType="application/vnd.openxmlformats-officedocument.presentationml.slideLayout+xml"/>
  <Override PartName="/ppt/slideLayouts/slideLayout149.xml" ContentType="application/vnd.openxmlformats-officedocument.presentationml.slideLayout+xml"/>
  <Override PartName="/ppt/slideLayouts/slideLayout196.xml" ContentType="application/vnd.openxmlformats-officedocument.presentationml.slideLayout+xml"/>
  <Override PartName="/ppt/slideLayouts/slideLayout201.xml" ContentType="application/vnd.openxmlformats-officedocument.presentationml.slideLayout+xml"/>
  <Override PartName="/ppt/slideLayouts/slideLayout212.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slideLayouts/slideLayout85.xml" ContentType="application/vnd.openxmlformats-officedocument.presentationml.slideLayout+xml"/>
  <Override PartName="/ppt/slideLayouts/slideLayout96.xml" ContentType="application/vnd.openxmlformats-officedocument.presentationml.slideLayout+xml"/>
  <Override PartName="/ppt/slideLayouts/slideLayout138.xml" ContentType="application/vnd.openxmlformats-officedocument.presentationml.slideLayout+xml"/>
  <Override PartName="/ppt/slideLayouts/slideLayout185.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74.xml" ContentType="application/vnd.openxmlformats-officedocument.presentationml.slideLayout+xml"/>
  <Override PartName="/ppt/slideLayouts/slideLayout116.xml" ContentType="application/vnd.openxmlformats-officedocument.presentationml.slideLayout+xml"/>
  <Override PartName="/ppt/slideLayouts/slideLayout127.xml" ContentType="application/vnd.openxmlformats-officedocument.presentationml.slideLayout+xml"/>
  <Override PartName="/ppt/slideLayouts/slideLayout163.xml" ContentType="application/vnd.openxmlformats-officedocument.presentationml.slideLayout+xml"/>
  <Override PartName="/ppt/slideLayouts/slideLayout174.xml" ContentType="application/vnd.openxmlformats-officedocument.presentationml.slideLayout+xml"/>
  <Override PartName="/ppt/notesSlides/notesSlide19.xml" ContentType="application/vnd.openxmlformats-officedocument.presentationml.notesSlide+xml"/>
  <Default Extension="jpeg" ContentType="image/jpeg"/>
  <Override PartName="/ppt/slideLayouts/slideLayout16.xml" ContentType="application/vnd.openxmlformats-officedocument.presentationml.slideLayout+xml"/>
  <Override PartName="/ppt/slideLayouts/slideLayout63.xml" ContentType="application/vnd.openxmlformats-officedocument.presentationml.slideLayout+xml"/>
  <Override PartName="/ppt/slideLayouts/slideLayout105.xml" ContentType="application/vnd.openxmlformats-officedocument.presentationml.slideLayout+xml"/>
  <Override PartName="/ppt/slideLayouts/slideLayout152.xml" ContentType="application/vnd.openxmlformats-officedocument.presentationml.slideLayout+xml"/>
  <Override PartName="/ppt/slides/slide31.xml" ContentType="application/vnd.openxmlformats-officedocument.presentationml.slide+xml"/>
  <Override PartName="/ppt/slides/slide42.xml" ContentType="application/vnd.openxmlformats-officedocument.presentationml.slide+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141.xml" ContentType="application/vnd.openxmlformats-officedocument.presentationml.slideLayout+xml"/>
  <Override PartName="/ppt/slideLayouts/slideLayout228.xml" ContentType="application/vnd.openxmlformats-officedocument.presentationml.slideLayout+xml"/>
  <Override PartName="/ppt/slideMasters/slideMaster14.xml" ContentType="application/vnd.openxmlformats-officedocument.presentationml.slideMaster+xml"/>
  <Override PartName="/ppt/slides/slide20.xml" ContentType="application/vnd.openxmlformats-officedocument.presentationml.slide+xml"/>
  <Override PartName="/ppt/slideLayouts/slideLayout30.xml" ContentType="application/vnd.openxmlformats-officedocument.presentationml.slideLayout+xml"/>
  <Override PartName="/ppt/slideLayouts/slideLayout130.xml" ContentType="application/vnd.openxmlformats-officedocument.presentationml.slideLayout+xml"/>
  <Override PartName="/ppt/slideLayouts/slideLayout217.xml" ContentType="application/vnd.openxmlformats-officedocument.presentationml.slideLayout+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206.xml" ContentType="application/vnd.openxmlformats-officedocument.presentationml.slideLayout+xml"/>
  <Override PartName="/ppt/notesSlides/notesSlide11.xml" ContentType="application/vnd.openxmlformats-officedocument.presentationml.notesSlide+xml"/>
  <Override PartName="/ppt/theme/theme13.xml" ContentType="application/vnd.openxmlformats-officedocument.theme+xml"/>
  <Override PartName="/ppt/slideLayouts/slideLayout179.xml" ContentType="application/vnd.openxmlformats-officedocument.presentationml.slideLayout+xml"/>
  <Override PartName="/ppt/slideLayouts/slideLayout23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 id="2147483677" r:id="rId3"/>
    <p:sldMasterId id="2147483715" r:id="rId4"/>
    <p:sldMasterId id="2147483809" r:id="rId5"/>
    <p:sldMasterId id="2147483825" r:id="rId6"/>
    <p:sldMasterId id="2147483916" r:id="rId7"/>
    <p:sldMasterId id="2147483942" r:id="rId8"/>
    <p:sldMasterId id="2147483955" r:id="rId9"/>
    <p:sldMasterId id="2147483984" r:id="rId10"/>
    <p:sldMasterId id="2147484000" r:id="rId11"/>
    <p:sldMasterId id="2147484013" r:id="rId12"/>
    <p:sldMasterId id="2147484025" r:id="rId13"/>
    <p:sldMasterId id="2147484037" r:id="rId14"/>
    <p:sldMasterId id="2147484050" r:id="rId15"/>
    <p:sldMasterId id="2147484063" r:id="rId16"/>
    <p:sldMasterId id="2147484076" r:id="rId17"/>
    <p:sldMasterId id="2147484089" r:id="rId18"/>
    <p:sldMasterId id="2147484105" r:id="rId19"/>
  </p:sldMasterIdLst>
  <p:notesMasterIdLst>
    <p:notesMasterId r:id="rId66"/>
  </p:notesMasterIdLst>
  <p:handoutMasterIdLst>
    <p:handoutMasterId r:id="rId67"/>
  </p:handoutMasterIdLst>
  <p:sldIdLst>
    <p:sldId id="1660" r:id="rId20"/>
    <p:sldId id="2130" r:id="rId21"/>
    <p:sldId id="1700" r:id="rId22"/>
    <p:sldId id="1918" r:id="rId23"/>
    <p:sldId id="2050" r:id="rId24"/>
    <p:sldId id="2046" r:id="rId25"/>
    <p:sldId id="2097" r:id="rId26"/>
    <p:sldId id="2049" r:id="rId27"/>
    <p:sldId id="2143" r:id="rId28"/>
    <p:sldId id="1893" r:id="rId29"/>
    <p:sldId id="2147" r:id="rId30"/>
    <p:sldId id="2048" r:id="rId31"/>
    <p:sldId id="2136" r:id="rId32"/>
    <p:sldId id="2137" r:id="rId33"/>
    <p:sldId id="2138" r:id="rId34"/>
    <p:sldId id="2139" r:id="rId35"/>
    <p:sldId id="2140" r:id="rId36"/>
    <p:sldId id="2141" r:id="rId37"/>
    <p:sldId id="2128" r:id="rId38"/>
    <p:sldId id="2129" r:id="rId39"/>
    <p:sldId id="1956" r:id="rId40"/>
    <p:sldId id="2096" r:id="rId41"/>
    <p:sldId id="2146" r:id="rId42"/>
    <p:sldId id="2113" r:id="rId43"/>
    <p:sldId id="2116" r:id="rId44"/>
    <p:sldId id="2142" r:id="rId45"/>
    <p:sldId id="2112" r:id="rId46"/>
    <p:sldId id="1960" r:id="rId47"/>
    <p:sldId id="2027" r:id="rId48"/>
    <p:sldId id="2121" r:id="rId49"/>
    <p:sldId id="2012" r:id="rId50"/>
    <p:sldId id="2072" r:id="rId51"/>
    <p:sldId id="2145" r:id="rId52"/>
    <p:sldId id="2122" r:id="rId53"/>
    <p:sldId id="2123" r:id="rId54"/>
    <p:sldId id="2134" r:id="rId55"/>
    <p:sldId id="2118" r:id="rId56"/>
    <p:sldId id="2119" r:id="rId57"/>
    <p:sldId id="2081" r:id="rId58"/>
    <p:sldId id="2082" r:id="rId59"/>
    <p:sldId id="2148" r:id="rId60"/>
    <p:sldId id="2149" r:id="rId61"/>
    <p:sldId id="2085" r:id="rId62"/>
    <p:sldId id="2086" r:id="rId63"/>
    <p:sldId id="2133" r:id="rId64"/>
    <p:sldId id="2144" r:id="rId65"/>
  </p:sldIdLst>
  <p:sldSz cx="10693400" cy="7561263"/>
  <p:notesSz cx="6797675" cy="9926638"/>
  <p:defaultTextStyle>
    <a:defPPr>
      <a:defRPr lang="en-US"/>
    </a:defPPr>
    <a:lvl1pPr algn="l" rtl="0" fontAlgn="base">
      <a:spcBef>
        <a:spcPct val="0"/>
      </a:spcBef>
      <a:spcAft>
        <a:spcPct val="0"/>
      </a:spcAft>
      <a:defRPr sz="900" kern="1200" baseline="-25000">
        <a:solidFill>
          <a:srgbClr val="006699"/>
        </a:solidFill>
        <a:latin typeface="Arial" charset="0"/>
        <a:ea typeface="+mn-ea"/>
        <a:cs typeface="Arial" charset="0"/>
      </a:defRPr>
    </a:lvl1pPr>
    <a:lvl2pPr marL="440298" algn="l" rtl="0" fontAlgn="base">
      <a:spcBef>
        <a:spcPct val="0"/>
      </a:spcBef>
      <a:spcAft>
        <a:spcPct val="0"/>
      </a:spcAft>
      <a:defRPr sz="900" kern="1200" baseline="-25000">
        <a:solidFill>
          <a:srgbClr val="006699"/>
        </a:solidFill>
        <a:latin typeface="Arial" charset="0"/>
        <a:ea typeface="+mn-ea"/>
        <a:cs typeface="Arial" charset="0"/>
      </a:defRPr>
    </a:lvl2pPr>
    <a:lvl3pPr marL="880657" algn="l" rtl="0" fontAlgn="base">
      <a:spcBef>
        <a:spcPct val="0"/>
      </a:spcBef>
      <a:spcAft>
        <a:spcPct val="0"/>
      </a:spcAft>
      <a:defRPr sz="900" kern="1200" baseline="-25000">
        <a:solidFill>
          <a:srgbClr val="006699"/>
        </a:solidFill>
        <a:latin typeface="Arial" charset="0"/>
        <a:ea typeface="+mn-ea"/>
        <a:cs typeface="Arial" charset="0"/>
      </a:defRPr>
    </a:lvl3pPr>
    <a:lvl4pPr marL="1320993" algn="l" rtl="0" fontAlgn="base">
      <a:spcBef>
        <a:spcPct val="0"/>
      </a:spcBef>
      <a:spcAft>
        <a:spcPct val="0"/>
      </a:spcAft>
      <a:defRPr sz="900" kern="1200" baseline="-25000">
        <a:solidFill>
          <a:srgbClr val="006699"/>
        </a:solidFill>
        <a:latin typeface="Arial" charset="0"/>
        <a:ea typeface="+mn-ea"/>
        <a:cs typeface="Arial" charset="0"/>
      </a:defRPr>
    </a:lvl4pPr>
    <a:lvl5pPr marL="1761331" algn="l" rtl="0" fontAlgn="base">
      <a:spcBef>
        <a:spcPct val="0"/>
      </a:spcBef>
      <a:spcAft>
        <a:spcPct val="0"/>
      </a:spcAft>
      <a:defRPr sz="900" kern="1200" baseline="-25000">
        <a:solidFill>
          <a:srgbClr val="006699"/>
        </a:solidFill>
        <a:latin typeface="Arial" charset="0"/>
        <a:ea typeface="+mn-ea"/>
        <a:cs typeface="Arial" charset="0"/>
      </a:defRPr>
    </a:lvl5pPr>
    <a:lvl6pPr marL="2201681" algn="l" defTabSz="880657" rtl="0" eaLnBrk="1" latinLnBrk="0" hangingPunct="1">
      <a:defRPr sz="900" kern="1200" baseline="-25000">
        <a:solidFill>
          <a:srgbClr val="006699"/>
        </a:solidFill>
        <a:latin typeface="Arial" charset="0"/>
        <a:ea typeface="+mn-ea"/>
        <a:cs typeface="Arial" charset="0"/>
      </a:defRPr>
    </a:lvl6pPr>
    <a:lvl7pPr marL="2642007" algn="l" defTabSz="880657" rtl="0" eaLnBrk="1" latinLnBrk="0" hangingPunct="1">
      <a:defRPr sz="900" kern="1200" baseline="-25000">
        <a:solidFill>
          <a:srgbClr val="006699"/>
        </a:solidFill>
        <a:latin typeface="Arial" charset="0"/>
        <a:ea typeface="+mn-ea"/>
        <a:cs typeface="Arial" charset="0"/>
      </a:defRPr>
    </a:lvl7pPr>
    <a:lvl8pPr marL="3082336" algn="l" defTabSz="880657" rtl="0" eaLnBrk="1" latinLnBrk="0" hangingPunct="1">
      <a:defRPr sz="900" kern="1200" baseline="-25000">
        <a:solidFill>
          <a:srgbClr val="006699"/>
        </a:solidFill>
        <a:latin typeface="Arial" charset="0"/>
        <a:ea typeface="+mn-ea"/>
        <a:cs typeface="Arial" charset="0"/>
      </a:defRPr>
    </a:lvl8pPr>
    <a:lvl9pPr marL="3522673" algn="l" defTabSz="880657" rtl="0" eaLnBrk="1" latinLnBrk="0" hangingPunct="1">
      <a:defRPr sz="900" kern="1200" baseline="-25000">
        <a:solidFill>
          <a:srgbClr val="006699"/>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7E8"/>
    <a:srgbClr val="005C87"/>
    <a:srgbClr val="00984A"/>
    <a:srgbClr val="000000"/>
    <a:srgbClr val="DA0000"/>
    <a:srgbClr val="BCBEC0"/>
    <a:srgbClr val="008DC7"/>
    <a:srgbClr val="CCE2CF"/>
    <a:srgbClr val="CCECCF"/>
    <a:srgbClr val="6D6E71"/>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00" autoAdjust="0"/>
    <p:restoredTop sz="97186" autoAdjust="0"/>
  </p:normalViewPr>
  <p:slideViewPr>
    <p:cSldViewPr snapToGrid="0" snapToObjects="1">
      <p:cViewPr varScale="1">
        <p:scale>
          <a:sx n="87" d="100"/>
          <a:sy n="87" d="100"/>
        </p:scale>
        <p:origin x="-186" y="-96"/>
      </p:cViewPr>
      <p:guideLst>
        <p:guide orient="horz" pos="3749"/>
        <p:guide orient="horz" pos="1078"/>
        <p:guide orient="horz" pos="370"/>
        <p:guide orient="horz" pos="3912"/>
        <p:guide orient="horz" pos="3821"/>
        <p:guide orient="horz" pos="1181"/>
        <p:guide orient="horz" pos="1077"/>
        <p:guide orient="horz" pos="3812"/>
        <p:guide pos="3248"/>
        <p:guide pos="4012"/>
        <p:guide pos="415"/>
        <p:guide pos="281"/>
        <p:guide pos="6577"/>
        <p:guide pos="6453"/>
        <p:guide pos="5074"/>
        <p:guide pos="1336"/>
      </p:guideLst>
    </p:cSldViewPr>
  </p:slideViewPr>
  <p:outlineViewPr>
    <p:cViewPr>
      <p:scale>
        <a:sx n="33" d="100"/>
        <a:sy n="33" d="100"/>
      </p:scale>
      <p:origin x="0" y="1728"/>
    </p:cViewPr>
    <p:sldLst>
      <p:sld r:id="rId1" collapse="1"/>
    </p:sldLst>
  </p:outlineViewPr>
  <p:notesTextViewPr>
    <p:cViewPr>
      <p:scale>
        <a:sx n="150" d="100"/>
        <a:sy n="150" d="100"/>
      </p:scale>
      <p:origin x="0" y="0"/>
    </p:cViewPr>
  </p:notesTextViewPr>
  <p:sorterViewPr>
    <p:cViewPr>
      <p:scale>
        <a:sx n="100" d="100"/>
        <a:sy n="100" d="100"/>
      </p:scale>
      <p:origin x="0" y="9414"/>
    </p:cViewPr>
  </p:sorterViewPr>
  <p:notesViewPr>
    <p:cSldViewPr snapToGrid="0" snapToObjects="1">
      <p:cViewPr varScale="1">
        <p:scale>
          <a:sx n="51" d="100"/>
          <a:sy n="51" d="100"/>
        </p:scale>
        <p:origin x="-2700" y="-90"/>
      </p:cViewPr>
      <p:guideLst>
        <p:guide orient="horz" pos="3127"/>
        <p:guide pos="2142"/>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7.xml"/><Relationship Id="rId39" Type="http://schemas.openxmlformats.org/officeDocument/2006/relationships/slide" Target="slides/slide20.xml"/><Relationship Id="rId21" Type="http://schemas.openxmlformats.org/officeDocument/2006/relationships/slide" Target="slides/slide2.xml"/><Relationship Id="rId34" Type="http://schemas.openxmlformats.org/officeDocument/2006/relationships/slide" Target="slides/slide15.xml"/><Relationship Id="rId42" Type="http://schemas.openxmlformats.org/officeDocument/2006/relationships/slide" Target="slides/slide23.xml"/><Relationship Id="rId47" Type="http://schemas.openxmlformats.org/officeDocument/2006/relationships/slide" Target="slides/slide28.xml"/><Relationship Id="rId50" Type="http://schemas.openxmlformats.org/officeDocument/2006/relationships/slide" Target="slides/slide31.xml"/><Relationship Id="rId55" Type="http://schemas.openxmlformats.org/officeDocument/2006/relationships/slide" Target="slides/slide36.xml"/><Relationship Id="rId63" Type="http://schemas.openxmlformats.org/officeDocument/2006/relationships/slide" Target="slides/slide44.xml"/><Relationship Id="rId68" Type="http://schemas.openxmlformats.org/officeDocument/2006/relationships/presProps" Target="presProps.xml"/><Relationship Id="rId7" Type="http://schemas.openxmlformats.org/officeDocument/2006/relationships/slideMaster" Target="slideMasters/slideMaster7.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 Target="slides/slide10.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5.xml"/><Relationship Id="rId32" Type="http://schemas.openxmlformats.org/officeDocument/2006/relationships/slide" Target="slides/slide13.xml"/><Relationship Id="rId37" Type="http://schemas.openxmlformats.org/officeDocument/2006/relationships/slide" Target="slides/slide18.xml"/><Relationship Id="rId40" Type="http://schemas.openxmlformats.org/officeDocument/2006/relationships/slide" Target="slides/slide21.xml"/><Relationship Id="rId45" Type="http://schemas.openxmlformats.org/officeDocument/2006/relationships/slide" Target="slides/slide26.xml"/><Relationship Id="rId53" Type="http://schemas.openxmlformats.org/officeDocument/2006/relationships/slide" Target="slides/slide34.xml"/><Relationship Id="rId58" Type="http://schemas.openxmlformats.org/officeDocument/2006/relationships/slide" Target="slides/slide39.xml"/><Relationship Id="rId66"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4.xml"/><Relationship Id="rId28" Type="http://schemas.openxmlformats.org/officeDocument/2006/relationships/slide" Target="slides/slide9.xml"/><Relationship Id="rId36" Type="http://schemas.openxmlformats.org/officeDocument/2006/relationships/slide" Target="slides/slide17.xml"/><Relationship Id="rId49" Type="http://schemas.openxmlformats.org/officeDocument/2006/relationships/slide" Target="slides/slide30.xml"/><Relationship Id="rId57" Type="http://schemas.openxmlformats.org/officeDocument/2006/relationships/slide" Target="slides/slide38.xml"/><Relationship Id="rId61" Type="http://schemas.openxmlformats.org/officeDocument/2006/relationships/slide" Target="slides/slide42.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 Target="slides/slide12.xml"/><Relationship Id="rId44" Type="http://schemas.openxmlformats.org/officeDocument/2006/relationships/slide" Target="slides/slide25.xml"/><Relationship Id="rId52" Type="http://schemas.openxmlformats.org/officeDocument/2006/relationships/slide" Target="slides/slide33.xml"/><Relationship Id="rId60" Type="http://schemas.openxmlformats.org/officeDocument/2006/relationships/slide" Target="slides/slide41.xml"/><Relationship Id="rId65" Type="http://schemas.openxmlformats.org/officeDocument/2006/relationships/slide" Target="slides/slide46.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3.xml"/><Relationship Id="rId27" Type="http://schemas.openxmlformats.org/officeDocument/2006/relationships/slide" Target="slides/slide8.xml"/><Relationship Id="rId30" Type="http://schemas.openxmlformats.org/officeDocument/2006/relationships/slide" Target="slides/slide11.xml"/><Relationship Id="rId35" Type="http://schemas.openxmlformats.org/officeDocument/2006/relationships/slide" Target="slides/slide16.xml"/><Relationship Id="rId43" Type="http://schemas.openxmlformats.org/officeDocument/2006/relationships/slide" Target="slides/slide24.xml"/><Relationship Id="rId48" Type="http://schemas.openxmlformats.org/officeDocument/2006/relationships/slide" Target="slides/slide29.xml"/><Relationship Id="rId56" Type="http://schemas.openxmlformats.org/officeDocument/2006/relationships/slide" Target="slides/slide37.xml"/><Relationship Id="rId64" Type="http://schemas.openxmlformats.org/officeDocument/2006/relationships/slide" Target="slides/slide45.xml"/><Relationship Id="rId69" Type="http://schemas.openxmlformats.org/officeDocument/2006/relationships/viewProps" Target="viewProps.xml"/><Relationship Id="rId8" Type="http://schemas.openxmlformats.org/officeDocument/2006/relationships/slideMaster" Target="slideMasters/slideMaster8.xml"/><Relationship Id="rId51" Type="http://schemas.openxmlformats.org/officeDocument/2006/relationships/slide" Target="slides/slide32.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6.xml"/><Relationship Id="rId33" Type="http://schemas.openxmlformats.org/officeDocument/2006/relationships/slide" Target="slides/slide14.xml"/><Relationship Id="rId38" Type="http://schemas.openxmlformats.org/officeDocument/2006/relationships/slide" Target="slides/slide19.xml"/><Relationship Id="rId46" Type="http://schemas.openxmlformats.org/officeDocument/2006/relationships/slide" Target="slides/slide27.xml"/><Relationship Id="rId59" Type="http://schemas.openxmlformats.org/officeDocument/2006/relationships/slide" Target="slides/slide40.xml"/><Relationship Id="rId67" Type="http://schemas.openxmlformats.org/officeDocument/2006/relationships/handoutMaster" Target="handoutMasters/handoutMaster1.xml"/><Relationship Id="rId20" Type="http://schemas.openxmlformats.org/officeDocument/2006/relationships/slide" Target="slides/slide1.xml"/><Relationship Id="rId41" Type="http://schemas.openxmlformats.org/officeDocument/2006/relationships/slide" Target="slides/slide22.xml"/><Relationship Id="rId54" Type="http://schemas.openxmlformats.org/officeDocument/2006/relationships/slide" Target="slides/slide35.xml"/><Relationship Id="rId62" Type="http://schemas.openxmlformats.org/officeDocument/2006/relationships/slide" Target="slides/slide43.xml"/><Relationship Id="rId70" Type="http://schemas.openxmlformats.org/officeDocument/2006/relationships/theme" Target="theme/theme1.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bwMode="auto">
          <a:xfrm>
            <a:off x="0" y="2"/>
            <a:ext cx="2963863" cy="457200"/>
          </a:xfrm>
          <a:prstGeom prst="rect">
            <a:avLst/>
          </a:prstGeom>
          <a:noFill/>
          <a:ln w="9525">
            <a:noFill/>
            <a:miter lim="800000"/>
            <a:headEnd/>
            <a:tailEnd/>
          </a:ln>
        </p:spPr>
        <p:txBody>
          <a:bodyPr vert="horz" wrap="square" lIns="87383" tIns="43690" rIns="87383" bIns="43690" numCol="1" anchor="t" anchorCtr="0" compatLnSpc="1">
            <a:prstTxWarp prst="textNoShape">
              <a:avLst/>
            </a:prstTxWarp>
          </a:bodyPr>
          <a:lstStyle>
            <a:lvl1pPr algn="l" defTabSz="874713">
              <a:defRPr sz="1200" baseline="0">
                <a:solidFill>
                  <a:schemeClr val="tx1"/>
                </a:solidFill>
                <a:latin typeface="Times New Roman" pitchFamily="18" charset="0"/>
              </a:defRPr>
            </a:lvl1pPr>
          </a:lstStyle>
          <a:p>
            <a:pPr>
              <a:defRPr/>
            </a:pPr>
            <a:endParaRPr lang="en-US"/>
          </a:p>
        </p:txBody>
      </p:sp>
      <p:sp>
        <p:nvSpPr>
          <p:cNvPr id="34819" name="Rectangle 3"/>
          <p:cNvSpPr>
            <a:spLocks noGrp="1" noChangeArrowheads="1"/>
          </p:cNvSpPr>
          <p:nvPr>
            <p:ph type="dt" sz="quarter" idx="1"/>
          </p:nvPr>
        </p:nvSpPr>
        <p:spPr bwMode="auto">
          <a:xfrm>
            <a:off x="3819525" y="2"/>
            <a:ext cx="2957513" cy="457200"/>
          </a:xfrm>
          <a:prstGeom prst="rect">
            <a:avLst/>
          </a:prstGeom>
          <a:noFill/>
          <a:ln w="9525">
            <a:noFill/>
            <a:miter lim="800000"/>
            <a:headEnd/>
            <a:tailEnd/>
          </a:ln>
        </p:spPr>
        <p:txBody>
          <a:bodyPr vert="horz" wrap="square" lIns="87383" tIns="43690" rIns="87383" bIns="43690" numCol="1" anchor="t" anchorCtr="0" compatLnSpc="1">
            <a:prstTxWarp prst="textNoShape">
              <a:avLst/>
            </a:prstTxWarp>
          </a:bodyPr>
          <a:lstStyle>
            <a:lvl1pPr algn="r" defTabSz="874713">
              <a:defRPr sz="1200" baseline="0">
                <a:solidFill>
                  <a:schemeClr val="tx1"/>
                </a:solidFill>
                <a:latin typeface="Times New Roman" pitchFamily="18" charset="0"/>
              </a:defRPr>
            </a:lvl1pPr>
          </a:lstStyle>
          <a:p>
            <a:pPr>
              <a:defRPr/>
            </a:pPr>
            <a:endParaRPr lang="en-US"/>
          </a:p>
        </p:txBody>
      </p:sp>
      <p:sp>
        <p:nvSpPr>
          <p:cNvPr id="34820" name="Rectangle 4"/>
          <p:cNvSpPr>
            <a:spLocks noGrp="1" noChangeArrowheads="1"/>
          </p:cNvSpPr>
          <p:nvPr>
            <p:ph type="ftr" sz="quarter" idx="2"/>
          </p:nvPr>
        </p:nvSpPr>
        <p:spPr bwMode="auto">
          <a:xfrm>
            <a:off x="0" y="9402763"/>
            <a:ext cx="2963863" cy="541337"/>
          </a:xfrm>
          <a:prstGeom prst="rect">
            <a:avLst/>
          </a:prstGeom>
          <a:noFill/>
          <a:ln w="9525">
            <a:noFill/>
            <a:miter lim="800000"/>
            <a:headEnd/>
            <a:tailEnd/>
          </a:ln>
        </p:spPr>
        <p:txBody>
          <a:bodyPr vert="horz" wrap="square" lIns="87383" tIns="43690" rIns="87383" bIns="43690" numCol="1" anchor="b" anchorCtr="0" compatLnSpc="1">
            <a:prstTxWarp prst="textNoShape">
              <a:avLst/>
            </a:prstTxWarp>
          </a:bodyPr>
          <a:lstStyle>
            <a:lvl1pPr algn="l" defTabSz="874713">
              <a:defRPr sz="1200" baseline="0">
                <a:solidFill>
                  <a:schemeClr val="tx1"/>
                </a:solidFill>
                <a:latin typeface="Times New Roman" pitchFamily="18" charset="0"/>
              </a:defRPr>
            </a:lvl1pPr>
          </a:lstStyle>
          <a:p>
            <a:pPr>
              <a:defRPr/>
            </a:pPr>
            <a:endParaRPr lang="en-US"/>
          </a:p>
        </p:txBody>
      </p:sp>
      <p:sp>
        <p:nvSpPr>
          <p:cNvPr id="34821" name="Rectangle 5"/>
          <p:cNvSpPr>
            <a:spLocks noGrp="1" noChangeArrowheads="1"/>
          </p:cNvSpPr>
          <p:nvPr>
            <p:ph type="sldNum" sz="quarter" idx="3"/>
          </p:nvPr>
        </p:nvSpPr>
        <p:spPr bwMode="auto">
          <a:xfrm>
            <a:off x="3819525" y="9402763"/>
            <a:ext cx="2957513" cy="541337"/>
          </a:xfrm>
          <a:prstGeom prst="rect">
            <a:avLst/>
          </a:prstGeom>
          <a:noFill/>
          <a:ln w="9525">
            <a:noFill/>
            <a:miter lim="800000"/>
            <a:headEnd/>
            <a:tailEnd/>
          </a:ln>
        </p:spPr>
        <p:txBody>
          <a:bodyPr vert="horz" wrap="square" lIns="87383" tIns="43690" rIns="87383" bIns="43690" numCol="1" anchor="b" anchorCtr="0" compatLnSpc="1">
            <a:prstTxWarp prst="textNoShape">
              <a:avLst/>
            </a:prstTxWarp>
          </a:bodyPr>
          <a:lstStyle>
            <a:lvl1pPr algn="r" defTabSz="874713">
              <a:defRPr sz="1200" baseline="0">
                <a:solidFill>
                  <a:schemeClr val="tx1"/>
                </a:solidFill>
                <a:latin typeface="Times New Roman" pitchFamily="18" charset="0"/>
              </a:defRPr>
            </a:lvl1pPr>
          </a:lstStyle>
          <a:p>
            <a:pPr>
              <a:defRPr/>
            </a:pPr>
            <a:fld id="{12E39B4E-3C79-4179-A846-BDF9FC9EC76D}"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2"/>
            <a:ext cx="2963863" cy="457200"/>
          </a:xfrm>
          <a:prstGeom prst="rect">
            <a:avLst/>
          </a:prstGeom>
          <a:noFill/>
          <a:ln w="9525">
            <a:noFill/>
            <a:miter lim="800000"/>
            <a:headEnd/>
            <a:tailEnd/>
          </a:ln>
        </p:spPr>
        <p:txBody>
          <a:bodyPr vert="horz" wrap="square" lIns="87383" tIns="43690" rIns="87383" bIns="43690" numCol="1" anchor="t" anchorCtr="0" compatLnSpc="1">
            <a:prstTxWarp prst="textNoShape">
              <a:avLst/>
            </a:prstTxWarp>
          </a:bodyPr>
          <a:lstStyle>
            <a:lvl1pPr algn="l" defTabSz="874713">
              <a:defRPr sz="1200" baseline="0">
                <a:solidFill>
                  <a:schemeClr val="tx1"/>
                </a:solidFill>
                <a:latin typeface="Times New Roman" pitchFamily="18" charset="0"/>
              </a:defRPr>
            </a:lvl1pPr>
          </a:lstStyle>
          <a:p>
            <a:pPr>
              <a:defRPr/>
            </a:pPr>
            <a:endParaRPr lang="en-US"/>
          </a:p>
        </p:txBody>
      </p:sp>
      <p:sp>
        <p:nvSpPr>
          <p:cNvPr id="10243" name="Rectangle 3"/>
          <p:cNvSpPr>
            <a:spLocks noGrp="1" noChangeArrowheads="1"/>
          </p:cNvSpPr>
          <p:nvPr>
            <p:ph type="dt" idx="1"/>
          </p:nvPr>
        </p:nvSpPr>
        <p:spPr bwMode="auto">
          <a:xfrm>
            <a:off x="3819525" y="2"/>
            <a:ext cx="2957513" cy="457200"/>
          </a:xfrm>
          <a:prstGeom prst="rect">
            <a:avLst/>
          </a:prstGeom>
          <a:noFill/>
          <a:ln w="9525">
            <a:noFill/>
            <a:miter lim="800000"/>
            <a:headEnd/>
            <a:tailEnd/>
          </a:ln>
        </p:spPr>
        <p:txBody>
          <a:bodyPr vert="horz" wrap="square" lIns="87383" tIns="43690" rIns="87383" bIns="43690" numCol="1" anchor="t" anchorCtr="0" compatLnSpc="1">
            <a:prstTxWarp prst="textNoShape">
              <a:avLst/>
            </a:prstTxWarp>
          </a:bodyPr>
          <a:lstStyle>
            <a:lvl1pPr algn="r" defTabSz="874713">
              <a:defRPr sz="1200" baseline="0">
                <a:solidFill>
                  <a:schemeClr val="tx1"/>
                </a:solidFill>
                <a:latin typeface="Times New Roman" pitchFamily="18" charset="0"/>
              </a:defRPr>
            </a:lvl1pPr>
          </a:lstStyle>
          <a:p>
            <a:pPr>
              <a:defRPr/>
            </a:pPr>
            <a:endParaRPr lang="en-US"/>
          </a:p>
        </p:txBody>
      </p:sp>
      <p:sp>
        <p:nvSpPr>
          <p:cNvPr id="26628" name="Rectangle 4"/>
          <p:cNvSpPr>
            <a:spLocks noGrp="1" noRot="1" noChangeAspect="1" noChangeArrowheads="1" noTextEdit="1"/>
          </p:cNvSpPr>
          <p:nvPr>
            <p:ph type="sldImg" idx="2"/>
          </p:nvPr>
        </p:nvSpPr>
        <p:spPr bwMode="auto">
          <a:xfrm>
            <a:off x="814388" y="768350"/>
            <a:ext cx="5235575" cy="3703638"/>
          </a:xfrm>
          <a:prstGeom prst="rect">
            <a:avLst/>
          </a:prstGeom>
          <a:noFill/>
          <a:ln w="9525">
            <a:solidFill>
              <a:srgbClr val="000000"/>
            </a:solidFill>
            <a:miter lim="800000"/>
            <a:headEnd/>
            <a:tailEnd/>
          </a:ln>
        </p:spPr>
      </p:sp>
      <p:sp>
        <p:nvSpPr>
          <p:cNvPr id="10245" name="Rectangle 5"/>
          <p:cNvSpPr>
            <a:spLocks noGrp="1" noChangeArrowheads="1"/>
          </p:cNvSpPr>
          <p:nvPr>
            <p:ph type="body" sz="quarter" idx="3"/>
          </p:nvPr>
        </p:nvSpPr>
        <p:spPr bwMode="auto">
          <a:xfrm>
            <a:off x="933450" y="4700588"/>
            <a:ext cx="4986338" cy="4476750"/>
          </a:xfrm>
          <a:prstGeom prst="rect">
            <a:avLst/>
          </a:prstGeom>
          <a:noFill/>
          <a:ln w="9525">
            <a:noFill/>
            <a:miter lim="800000"/>
            <a:headEnd/>
            <a:tailEnd/>
          </a:ln>
        </p:spPr>
        <p:txBody>
          <a:bodyPr vert="horz" wrap="square" lIns="87383" tIns="43690" rIns="87383" bIns="4369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0246" name="Rectangle 6"/>
          <p:cNvSpPr>
            <a:spLocks noGrp="1" noChangeArrowheads="1"/>
          </p:cNvSpPr>
          <p:nvPr>
            <p:ph type="ftr" sz="quarter" idx="4"/>
          </p:nvPr>
        </p:nvSpPr>
        <p:spPr bwMode="auto">
          <a:xfrm>
            <a:off x="0" y="9402763"/>
            <a:ext cx="2963863" cy="541337"/>
          </a:xfrm>
          <a:prstGeom prst="rect">
            <a:avLst/>
          </a:prstGeom>
          <a:noFill/>
          <a:ln w="9525">
            <a:noFill/>
            <a:miter lim="800000"/>
            <a:headEnd/>
            <a:tailEnd/>
          </a:ln>
        </p:spPr>
        <p:txBody>
          <a:bodyPr vert="horz" wrap="square" lIns="87383" tIns="43690" rIns="87383" bIns="43690" numCol="1" anchor="b" anchorCtr="0" compatLnSpc="1">
            <a:prstTxWarp prst="textNoShape">
              <a:avLst/>
            </a:prstTxWarp>
          </a:bodyPr>
          <a:lstStyle>
            <a:lvl1pPr algn="l" defTabSz="874713">
              <a:defRPr sz="1200" baseline="0">
                <a:solidFill>
                  <a:schemeClr val="tx1"/>
                </a:solidFill>
                <a:latin typeface="Times New Roman" pitchFamily="18" charset="0"/>
              </a:defRPr>
            </a:lvl1pPr>
          </a:lstStyle>
          <a:p>
            <a:pPr>
              <a:defRPr/>
            </a:pPr>
            <a:endParaRPr lang="en-US"/>
          </a:p>
        </p:txBody>
      </p:sp>
      <p:sp>
        <p:nvSpPr>
          <p:cNvPr id="10247" name="Rectangle 7"/>
          <p:cNvSpPr>
            <a:spLocks noGrp="1" noChangeArrowheads="1"/>
          </p:cNvSpPr>
          <p:nvPr>
            <p:ph type="sldNum" sz="quarter" idx="5"/>
          </p:nvPr>
        </p:nvSpPr>
        <p:spPr bwMode="auto">
          <a:xfrm>
            <a:off x="3819525" y="9402763"/>
            <a:ext cx="2957513" cy="541337"/>
          </a:xfrm>
          <a:prstGeom prst="rect">
            <a:avLst/>
          </a:prstGeom>
          <a:noFill/>
          <a:ln w="9525">
            <a:noFill/>
            <a:miter lim="800000"/>
            <a:headEnd/>
            <a:tailEnd/>
          </a:ln>
        </p:spPr>
        <p:txBody>
          <a:bodyPr vert="horz" wrap="square" lIns="87383" tIns="43690" rIns="87383" bIns="43690" numCol="1" anchor="b" anchorCtr="0" compatLnSpc="1">
            <a:prstTxWarp prst="textNoShape">
              <a:avLst/>
            </a:prstTxWarp>
          </a:bodyPr>
          <a:lstStyle>
            <a:lvl1pPr algn="r" defTabSz="874713">
              <a:defRPr sz="1200" baseline="0">
                <a:solidFill>
                  <a:schemeClr val="tx1"/>
                </a:solidFill>
                <a:latin typeface="Times New Roman" pitchFamily="18" charset="0"/>
              </a:defRPr>
            </a:lvl1pPr>
          </a:lstStyle>
          <a:p>
            <a:pPr>
              <a:defRPr/>
            </a:pPr>
            <a:fld id="{5933AD5E-527D-4735-BFBB-A711CDACC601}"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Times New Roman" pitchFamily="18" charset="0"/>
        <a:ea typeface="+mn-ea"/>
        <a:cs typeface="+mn-cs"/>
      </a:defRPr>
    </a:lvl1pPr>
    <a:lvl2pPr marL="440298" algn="l" rtl="0" eaLnBrk="0" fontAlgn="base" hangingPunct="0">
      <a:spcBef>
        <a:spcPct val="30000"/>
      </a:spcBef>
      <a:spcAft>
        <a:spcPct val="0"/>
      </a:spcAft>
      <a:defRPr sz="1300" kern="1200">
        <a:solidFill>
          <a:schemeClr val="tx1"/>
        </a:solidFill>
        <a:latin typeface="Times New Roman" pitchFamily="18" charset="0"/>
        <a:ea typeface="+mn-ea"/>
        <a:cs typeface="+mn-cs"/>
      </a:defRPr>
    </a:lvl2pPr>
    <a:lvl3pPr marL="880657" algn="l" rtl="0" eaLnBrk="0" fontAlgn="base" hangingPunct="0">
      <a:spcBef>
        <a:spcPct val="30000"/>
      </a:spcBef>
      <a:spcAft>
        <a:spcPct val="0"/>
      </a:spcAft>
      <a:defRPr sz="1300" kern="1200">
        <a:solidFill>
          <a:schemeClr val="tx1"/>
        </a:solidFill>
        <a:latin typeface="Times New Roman" pitchFamily="18" charset="0"/>
        <a:ea typeface="+mn-ea"/>
        <a:cs typeface="+mn-cs"/>
      </a:defRPr>
    </a:lvl3pPr>
    <a:lvl4pPr marL="1320993" algn="l" rtl="0" eaLnBrk="0" fontAlgn="base" hangingPunct="0">
      <a:spcBef>
        <a:spcPct val="30000"/>
      </a:spcBef>
      <a:spcAft>
        <a:spcPct val="0"/>
      </a:spcAft>
      <a:defRPr sz="1300" kern="1200">
        <a:solidFill>
          <a:schemeClr val="tx1"/>
        </a:solidFill>
        <a:latin typeface="Times New Roman" pitchFamily="18" charset="0"/>
        <a:ea typeface="+mn-ea"/>
        <a:cs typeface="+mn-cs"/>
      </a:defRPr>
    </a:lvl4pPr>
    <a:lvl5pPr marL="1761331" algn="l" rtl="0" eaLnBrk="0" fontAlgn="base" hangingPunct="0">
      <a:spcBef>
        <a:spcPct val="30000"/>
      </a:spcBef>
      <a:spcAft>
        <a:spcPct val="0"/>
      </a:spcAft>
      <a:defRPr sz="1300" kern="1200">
        <a:solidFill>
          <a:schemeClr val="tx1"/>
        </a:solidFill>
        <a:latin typeface="Times New Roman" pitchFamily="18" charset="0"/>
        <a:ea typeface="+mn-ea"/>
        <a:cs typeface="+mn-cs"/>
      </a:defRPr>
    </a:lvl5pPr>
    <a:lvl6pPr marL="2201681" algn="l" defTabSz="880657" rtl="0" eaLnBrk="1" latinLnBrk="0" hangingPunct="1">
      <a:defRPr sz="1300" kern="1200">
        <a:solidFill>
          <a:schemeClr val="tx1"/>
        </a:solidFill>
        <a:latin typeface="+mn-lt"/>
        <a:ea typeface="+mn-ea"/>
        <a:cs typeface="+mn-cs"/>
      </a:defRPr>
    </a:lvl6pPr>
    <a:lvl7pPr marL="2642007" algn="l" defTabSz="880657" rtl="0" eaLnBrk="1" latinLnBrk="0" hangingPunct="1">
      <a:defRPr sz="1300" kern="1200">
        <a:solidFill>
          <a:schemeClr val="tx1"/>
        </a:solidFill>
        <a:latin typeface="+mn-lt"/>
        <a:ea typeface="+mn-ea"/>
        <a:cs typeface="+mn-cs"/>
      </a:defRPr>
    </a:lvl7pPr>
    <a:lvl8pPr marL="3082336" algn="l" defTabSz="880657" rtl="0" eaLnBrk="1" latinLnBrk="0" hangingPunct="1">
      <a:defRPr sz="1300" kern="1200">
        <a:solidFill>
          <a:schemeClr val="tx1"/>
        </a:solidFill>
        <a:latin typeface="+mn-lt"/>
        <a:ea typeface="+mn-ea"/>
        <a:cs typeface="+mn-cs"/>
      </a:defRPr>
    </a:lvl8pPr>
    <a:lvl9pPr marL="3522673" algn="l" defTabSz="880657"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p:cNvSpPr txBox="1">
            <a:spLocks noGrp="1" noChangeArrowheads="1"/>
          </p:cNvSpPr>
          <p:nvPr/>
        </p:nvSpPr>
        <p:spPr bwMode="auto">
          <a:xfrm>
            <a:off x="3819525" y="9402763"/>
            <a:ext cx="2957513" cy="541337"/>
          </a:xfrm>
          <a:prstGeom prst="rect">
            <a:avLst/>
          </a:prstGeom>
          <a:noFill/>
          <a:ln w="9525">
            <a:noFill/>
            <a:miter lim="800000"/>
            <a:headEnd/>
            <a:tailEnd/>
          </a:ln>
        </p:spPr>
        <p:txBody>
          <a:bodyPr lIns="87383" tIns="43690" rIns="87383" bIns="43690" anchor="b"/>
          <a:lstStyle/>
          <a:p>
            <a:pPr algn="r" defTabSz="874713"/>
            <a:fld id="{E29F33E5-B14E-4D30-90C8-09410A92CBBF}" type="slidenum">
              <a:rPr lang="en-US" sz="1200" baseline="0">
                <a:solidFill>
                  <a:schemeClr val="tx1"/>
                </a:solidFill>
                <a:latin typeface="Times New Roman" pitchFamily="18" charset="0"/>
              </a:rPr>
              <a:pPr algn="r" defTabSz="874713"/>
              <a:t>1</a:t>
            </a:fld>
            <a:endParaRPr lang="en-US" sz="1200" baseline="0">
              <a:solidFill>
                <a:schemeClr val="tx1"/>
              </a:solidFill>
              <a:latin typeface="Times New Roman" pitchFamily="18" charset="0"/>
            </a:endParaRPr>
          </a:p>
        </p:txBody>
      </p:sp>
      <p:sp>
        <p:nvSpPr>
          <p:cNvPr id="29698" name="Rectangle 2"/>
          <p:cNvSpPr>
            <a:spLocks noGrp="1" noRot="1" noChangeAspect="1" noChangeArrowheads="1" noTextEdit="1"/>
          </p:cNvSpPr>
          <p:nvPr>
            <p:ph type="sldImg"/>
          </p:nvPr>
        </p:nvSpPr>
        <p:spPr>
          <a:xfrm>
            <a:off x="814388" y="768350"/>
            <a:ext cx="5235575" cy="3703638"/>
          </a:xfrm>
          <a:ln/>
        </p:spPr>
      </p:sp>
      <p:sp>
        <p:nvSpPr>
          <p:cNvPr id="29699" name="Rectangle 3"/>
          <p:cNvSpPr>
            <a:spLocks noGrp="1" noChangeArrowheads="1"/>
          </p:cNvSpPr>
          <p:nvPr>
            <p:ph type="body" idx="1"/>
          </p:nvPr>
        </p:nvSpPr>
        <p:spPr>
          <a:noFill/>
          <a:ln/>
        </p:spPr>
        <p:txBody>
          <a:bodyPr/>
          <a:lstStyle/>
          <a:p>
            <a:pPr eaLnBrk="1" hangingPunct="1"/>
            <a:endParaRPr lang="en-GB"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txBox="1">
            <a:spLocks noGrp="1" noChangeArrowheads="1"/>
          </p:cNvSpPr>
          <p:nvPr/>
        </p:nvSpPr>
        <p:spPr bwMode="auto">
          <a:xfrm>
            <a:off x="3819525" y="9402763"/>
            <a:ext cx="2957513" cy="541337"/>
          </a:xfrm>
          <a:prstGeom prst="rect">
            <a:avLst/>
          </a:prstGeom>
          <a:noFill/>
          <a:ln w="9525">
            <a:noFill/>
            <a:miter lim="800000"/>
            <a:headEnd/>
            <a:tailEnd/>
          </a:ln>
        </p:spPr>
        <p:txBody>
          <a:bodyPr lIns="87383" tIns="43690" rIns="87383" bIns="43690" anchor="b"/>
          <a:lstStyle/>
          <a:p>
            <a:pPr algn="r" defTabSz="874713"/>
            <a:fld id="{357650AC-7F2F-45B6-9B17-412A4660059F}" type="slidenum">
              <a:rPr lang="en-US" sz="1200" baseline="0">
                <a:solidFill>
                  <a:schemeClr val="tx1"/>
                </a:solidFill>
                <a:latin typeface="Times New Roman" pitchFamily="18" charset="0"/>
              </a:rPr>
              <a:pPr algn="r" defTabSz="874713"/>
              <a:t>3</a:t>
            </a:fld>
            <a:endParaRPr lang="en-US" sz="1200" baseline="0">
              <a:solidFill>
                <a:schemeClr val="tx1"/>
              </a:solidFill>
              <a:latin typeface="Times New Roman" pitchFamily="18" charset="0"/>
            </a:endParaRPr>
          </a:p>
        </p:txBody>
      </p:sp>
      <p:sp>
        <p:nvSpPr>
          <p:cNvPr id="32770" name="Rectangle 7"/>
          <p:cNvSpPr txBox="1">
            <a:spLocks noGrp="1" noChangeArrowheads="1"/>
          </p:cNvSpPr>
          <p:nvPr/>
        </p:nvSpPr>
        <p:spPr bwMode="auto">
          <a:xfrm>
            <a:off x="3819525" y="9402763"/>
            <a:ext cx="2957513" cy="541337"/>
          </a:xfrm>
          <a:prstGeom prst="rect">
            <a:avLst/>
          </a:prstGeom>
          <a:noFill/>
          <a:ln w="9525">
            <a:noFill/>
            <a:miter lim="800000"/>
            <a:headEnd/>
            <a:tailEnd/>
          </a:ln>
        </p:spPr>
        <p:txBody>
          <a:bodyPr lIns="87374" tIns="43684" rIns="87374" bIns="43684" anchor="b"/>
          <a:lstStyle/>
          <a:p>
            <a:pPr algn="r" defTabSz="874713"/>
            <a:fld id="{A6F4B99E-EF30-4AC3-B351-744CCE6BD508}" type="slidenum">
              <a:rPr lang="en-US" sz="1200" baseline="0">
                <a:solidFill>
                  <a:schemeClr val="tx1"/>
                </a:solidFill>
                <a:latin typeface="Times New Roman" pitchFamily="18" charset="0"/>
              </a:rPr>
              <a:pPr algn="r" defTabSz="874713"/>
              <a:t>3</a:t>
            </a:fld>
            <a:endParaRPr lang="en-US" sz="1200" baseline="0">
              <a:solidFill>
                <a:schemeClr val="tx1"/>
              </a:solidFill>
              <a:latin typeface="Times New Roman" pitchFamily="18" charset="0"/>
            </a:endParaRPr>
          </a:p>
        </p:txBody>
      </p:sp>
      <p:sp>
        <p:nvSpPr>
          <p:cNvPr id="32771" name="Rectangle 2"/>
          <p:cNvSpPr>
            <a:spLocks noGrp="1" noRot="1" noChangeAspect="1" noChangeArrowheads="1" noTextEdit="1"/>
          </p:cNvSpPr>
          <p:nvPr>
            <p:ph type="sldImg"/>
          </p:nvPr>
        </p:nvSpPr>
        <p:spPr>
          <a:xfrm>
            <a:off x="812800" y="768350"/>
            <a:ext cx="5241925" cy="3708400"/>
          </a:xfrm>
          <a:ln/>
        </p:spPr>
      </p:sp>
      <p:sp>
        <p:nvSpPr>
          <p:cNvPr id="32772" name="Rectangle 3"/>
          <p:cNvSpPr>
            <a:spLocks noGrp="1" noChangeArrowheads="1"/>
          </p:cNvSpPr>
          <p:nvPr>
            <p:ph type="body" idx="1"/>
          </p:nvPr>
        </p:nvSpPr>
        <p:spPr>
          <a:xfrm>
            <a:off x="347663" y="4659315"/>
            <a:ext cx="6111875" cy="5267325"/>
          </a:xfrm>
          <a:noFill/>
          <a:ln/>
        </p:spPr>
        <p:txBody>
          <a:bodyPr lIns="87374" tIns="43684" rIns="87374" bIns="43684"/>
          <a:lstStyle/>
          <a:p>
            <a:pPr eaLnBrk="1" hangingPunct="1">
              <a:lnSpc>
                <a:spcPct val="80000"/>
              </a:lnSpc>
            </a:pPr>
            <a:endParaRPr lang="en-GB" sz="80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p:cNvSpPr txBox="1">
            <a:spLocks noGrp="1" noChangeArrowheads="1"/>
          </p:cNvSpPr>
          <p:nvPr/>
        </p:nvSpPr>
        <p:spPr bwMode="auto">
          <a:xfrm>
            <a:off x="3819525" y="9402763"/>
            <a:ext cx="2957513" cy="541337"/>
          </a:xfrm>
          <a:prstGeom prst="rect">
            <a:avLst/>
          </a:prstGeom>
          <a:noFill/>
          <a:ln w="9525">
            <a:noFill/>
            <a:miter lim="800000"/>
            <a:headEnd/>
            <a:tailEnd/>
          </a:ln>
        </p:spPr>
        <p:txBody>
          <a:bodyPr lIns="87383" tIns="43690" rIns="87383" bIns="43690" anchor="b"/>
          <a:lstStyle/>
          <a:p>
            <a:pPr algn="r" defTabSz="874713"/>
            <a:fld id="{2212C738-38FB-478D-A236-2EC99C9E269E}" type="slidenum">
              <a:rPr lang="en-US" sz="1200" baseline="0">
                <a:solidFill>
                  <a:schemeClr val="tx1"/>
                </a:solidFill>
                <a:latin typeface="Times New Roman" pitchFamily="18" charset="0"/>
              </a:rPr>
              <a:pPr algn="r" defTabSz="874713"/>
              <a:t>4</a:t>
            </a:fld>
            <a:endParaRPr lang="en-US" sz="1200" baseline="0">
              <a:solidFill>
                <a:schemeClr val="tx1"/>
              </a:solidFill>
              <a:latin typeface="Times New Roman" pitchFamily="18" charset="0"/>
            </a:endParaRPr>
          </a:p>
        </p:txBody>
      </p:sp>
      <p:sp>
        <p:nvSpPr>
          <p:cNvPr id="51202" name="Rectangle 7"/>
          <p:cNvSpPr txBox="1">
            <a:spLocks noGrp="1" noChangeArrowheads="1"/>
          </p:cNvSpPr>
          <p:nvPr/>
        </p:nvSpPr>
        <p:spPr bwMode="auto">
          <a:xfrm>
            <a:off x="3819525" y="9402763"/>
            <a:ext cx="2957513" cy="541337"/>
          </a:xfrm>
          <a:prstGeom prst="rect">
            <a:avLst/>
          </a:prstGeom>
          <a:noFill/>
          <a:ln w="9525">
            <a:noFill/>
            <a:miter lim="800000"/>
            <a:headEnd/>
            <a:tailEnd/>
          </a:ln>
        </p:spPr>
        <p:txBody>
          <a:bodyPr lIns="87374" tIns="43684" rIns="87374" bIns="43684" anchor="b"/>
          <a:lstStyle/>
          <a:p>
            <a:pPr algn="r" defTabSz="874713"/>
            <a:fld id="{C73838AE-FAFE-4132-B11D-A77F115ABBBA}" type="slidenum">
              <a:rPr lang="en-US" sz="1200" baseline="0">
                <a:solidFill>
                  <a:schemeClr val="tx1"/>
                </a:solidFill>
                <a:latin typeface="Times New Roman" pitchFamily="18" charset="0"/>
              </a:rPr>
              <a:pPr algn="r" defTabSz="874713"/>
              <a:t>4</a:t>
            </a:fld>
            <a:endParaRPr lang="en-US" sz="1200" baseline="0">
              <a:solidFill>
                <a:schemeClr val="tx1"/>
              </a:solidFill>
              <a:latin typeface="Times New Roman" pitchFamily="18" charset="0"/>
            </a:endParaRPr>
          </a:p>
        </p:txBody>
      </p:sp>
      <p:sp>
        <p:nvSpPr>
          <p:cNvPr id="51203" name="Rectangle 2"/>
          <p:cNvSpPr>
            <a:spLocks noGrp="1" noRot="1" noChangeAspect="1" noChangeArrowheads="1" noTextEdit="1"/>
          </p:cNvSpPr>
          <p:nvPr>
            <p:ph type="sldImg"/>
          </p:nvPr>
        </p:nvSpPr>
        <p:spPr>
          <a:xfrm>
            <a:off x="812800" y="768350"/>
            <a:ext cx="5241925" cy="3708400"/>
          </a:xfrm>
          <a:ln/>
        </p:spPr>
      </p:sp>
      <p:sp>
        <p:nvSpPr>
          <p:cNvPr id="51204" name="Rectangle 3"/>
          <p:cNvSpPr>
            <a:spLocks noGrp="1" noChangeArrowheads="1"/>
          </p:cNvSpPr>
          <p:nvPr>
            <p:ph type="body" idx="1"/>
          </p:nvPr>
        </p:nvSpPr>
        <p:spPr>
          <a:xfrm>
            <a:off x="933450" y="4702177"/>
            <a:ext cx="4986338" cy="4473575"/>
          </a:xfrm>
          <a:noFill/>
          <a:ln/>
        </p:spPr>
        <p:txBody>
          <a:bodyPr lIns="87374" tIns="43684" rIns="87374" bIns="43684"/>
          <a:lstStyle/>
          <a:p>
            <a:pPr eaLnBrk="1" hangingPunct="1"/>
            <a:endParaRPr lang="en-GB"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txBox="1">
            <a:spLocks noGrp="1" noChangeArrowheads="1"/>
          </p:cNvSpPr>
          <p:nvPr/>
        </p:nvSpPr>
        <p:spPr bwMode="auto">
          <a:xfrm>
            <a:off x="3819525" y="9402763"/>
            <a:ext cx="2957513" cy="541337"/>
          </a:xfrm>
          <a:prstGeom prst="rect">
            <a:avLst/>
          </a:prstGeom>
          <a:noFill/>
          <a:ln w="9525">
            <a:noFill/>
            <a:miter lim="800000"/>
            <a:headEnd/>
            <a:tailEnd/>
          </a:ln>
        </p:spPr>
        <p:txBody>
          <a:bodyPr lIns="87383" tIns="43690" rIns="87383" bIns="43690" anchor="b"/>
          <a:lstStyle/>
          <a:p>
            <a:pPr algn="r" defTabSz="874713"/>
            <a:fld id="{E41F3A83-EA78-45B8-9E57-D48D40412E86}" type="slidenum">
              <a:rPr lang="en-US" sz="1200" baseline="0">
                <a:solidFill>
                  <a:schemeClr val="tx1"/>
                </a:solidFill>
                <a:latin typeface="Times New Roman" pitchFamily="18" charset="0"/>
              </a:rPr>
              <a:pPr algn="r" defTabSz="874713"/>
              <a:t>5</a:t>
            </a:fld>
            <a:endParaRPr lang="en-US" sz="1200" baseline="0">
              <a:solidFill>
                <a:schemeClr val="tx1"/>
              </a:solidFill>
              <a:latin typeface="Times New Roman" pitchFamily="18" charset="0"/>
            </a:endParaRPr>
          </a:p>
        </p:txBody>
      </p:sp>
      <p:sp>
        <p:nvSpPr>
          <p:cNvPr id="34818" name="Rectangle 7"/>
          <p:cNvSpPr txBox="1">
            <a:spLocks noGrp="1" noChangeArrowheads="1"/>
          </p:cNvSpPr>
          <p:nvPr/>
        </p:nvSpPr>
        <p:spPr bwMode="auto">
          <a:xfrm>
            <a:off x="3819525" y="9402763"/>
            <a:ext cx="2957513" cy="541337"/>
          </a:xfrm>
          <a:prstGeom prst="rect">
            <a:avLst/>
          </a:prstGeom>
          <a:noFill/>
          <a:ln w="9525">
            <a:noFill/>
            <a:miter lim="800000"/>
            <a:headEnd/>
            <a:tailEnd/>
          </a:ln>
        </p:spPr>
        <p:txBody>
          <a:bodyPr lIns="87374" tIns="43684" rIns="87374" bIns="43684" anchor="b"/>
          <a:lstStyle/>
          <a:p>
            <a:pPr algn="r" defTabSz="874713"/>
            <a:fld id="{8923BD92-1225-4631-A443-9BF4A202B409}" type="slidenum">
              <a:rPr lang="en-US" sz="1200" baseline="0">
                <a:solidFill>
                  <a:schemeClr val="tx1"/>
                </a:solidFill>
                <a:latin typeface="Times New Roman" pitchFamily="18" charset="0"/>
              </a:rPr>
              <a:pPr algn="r" defTabSz="874713"/>
              <a:t>5</a:t>
            </a:fld>
            <a:endParaRPr lang="en-US" sz="1200" baseline="0">
              <a:solidFill>
                <a:schemeClr val="tx1"/>
              </a:solidFill>
              <a:latin typeface="Times New Roman" pitchFamily="18" charset="0"/>
            </a:endParaRPr>
          </a:p>
        </p:txBody>
      </p:sp>
      <p:sp>
        <p:nvSpPr>
          <p:cNvPr id="34819" name="Rectangle 2"/>
          <p:cNvSpPr>
            <a:spLocks noGrp="1" noRot="1" noChangeAspect="1" noChangeArrowheads="1" noTextEdit="1"/>
          </p:cNvSpPr>
          <p:nvPr>
            <p:ph type="sldImg"/>
          </p:nvPr>
        </p:nvSpPr>
        <p:spPr>
          <a:xfrm>
            <a:off x="812800" y="768350"/>
            <a:ext cx="5241925" cy="3708400"/>
          </a:xfrm>
          <a:ln/>
        </p:spPr>
      </p:sp>
      <p:sp>
        <p:nvSpPr>
          <p:cNvPr id="34820" name="Rectangle 3"/>
          <p:cNvSpPr>
            <a:spLocks noGrp="1" noChangeArrowheads="1"/>
          </p:cNvSpPr>
          <p:nvPr>
            <p:ph type="body" idx="1"/>
          </p:nvPr>
        </p:nvSpPr>
        <p:spPr>
          <a:xfrm>
            <a:off x="933450" y="4702177"/>
            <a:ext cx="4986338" cy="4473575"/>
          </a:xfrm>
          <a:noFill/>
          <a:ln/>
        </p:spPr>
        <p:txBody>
          <a:bodyPr lIns="87374" tIns="43684" rIns="87374" bIns="43684"/>
          <a:lstStyle/>
          <a:p>
            <a:pPr eaLnBrk="1" hangingPunct="1"/>
            <a:endParaRPr lang="en-GB"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txBox="1">
            <a:spLocks noGrp="1" noChangeArrowheads="1"/>
          </p:cNvSpPr>
          <p:nvPr/>
        </p:nvSpPr>
        <p:spPr bwMode="auto">
          <a:xfrm>
            <a:off x="3819525" y="9402763"/>
            <a:ext cx="2957513" cy="541337"/>
          </a:xfrm>
          <a:prstGeom prst="rect">
            <a:avLst/>
          </a:prstGeom>
          <a:noFill/>
          <a:ln w="9525">
            <a:noFill/>
            <a:miter lim="800000"/>
            <a:headEnd/>
            <a:tailEnd/>
          </a:ln>
        </p:spPr>
        <p:txBody>
          <a:bodyPr lIns="87383" tIns="43690" rIns="87383" bIns="43690" anchor="b"/>
          <a:lstStyle/>
          <a:p>
            <a:pPr algn="r" defTabSz="874713"/>
            <a:fld id="{E41F3A83-EA78-45B8-9E57-D48D40412E86}" type="slidenum">
              <a:rPr lang="en-US" sz="1200" baseline="0">
                <a:solidFill>
                  <a:schemeClr val="tx1"/>
                </a:solidFill>
                <a:latin typeface="Times New Roman" pitchFamily="18" charset="0"/>
              </a:rPr>
              <a:pPr algn="r" defTabSz="874713"/>
              <a:t>6</a:t>
            </a:fld>
            <a:endParaRPr lang="en-US" sz="1200" baseline="0">
              <a:solidFill>
                <a:schemeClr val="tx1"/>
              </a:solidFill>
              <a:latin typeface="Times New Roman" pitchFamily="18" charset="0"/>
            </a:endParaRPr>
          </a:p>
        </p:txBody>
      </p:sp>
      <p:sp>
        <p:nvSpPr>
          <p:cNvPr id="34818" name="Rectangle 7"/>
          <p:cNvSpPr txBox="1">
            <a:spLocks noGrp="1" noChangeArrowheads="1"/>
          </p:cNvSpPr>
          <p:nvPr/>
        </p:nvSpPr>
        <p:spPr bwMode="auto">
          <a:xfrm>
            <a:off x="3819525" y="9402763"/>
            <a:ext cx="2957513" cy="541337"/>
          </a:xfrm>
          <a:prstGeom prst="rect">
            <a:avLst/>
          </a:prstGeom>
          <a:noFill/>
          <a:ln w="9525">
            <a:noFill/>
            <a:miter lim="800000"/>
            <a:headEnd/>
            <a:tailEnd/>
          </a:ln>
        </p:spPr>
        <p:txBody>
          <a:bodyPr lIns="87374" tIns="43684" rIns="87374" bIns="43684" anchor="b"/>
          <a:lstStyle/>
          <a:p>
            <a:pPr algn="r" defTabSz="874713"/>
            <a:fld id="{8923BD92-1225-4631-A443-9BF4A202B409}" type="slidenum">
              <a:rPr lang="en-US" sz="1200" baseline="0">
                <a:solidFill>
                  <a:schemeClr val="tx1"/>
                </a:solidFill>
                <a:latin typeface="Times New Roman" pitchFamily="18" charset="0"/>
              </a:rPr>
              <a:pPr algn="r" defTabSz="874713"/>
              <a:t>6</a:t>
            </a:fld>
            <a:endParaRPr lang="en-US" sz="1200" baseline="0">
              <a:solidFill>
                <a:schemeClr val="tx1"/>
              </a:solidFill>
              <a:latin typeface="Times New Roman" pitchFamily="18" charset="0"/>
            </a:endParaRPr>
          </a:p>
        </p:txBody>
      </p:sp>
      <p:sp>
        <p:nvSpPr>
          <p:cNvPr id="34819" name="Rectangle 2"/>
          <p:cNvSpPr>
            <a:spLocks noGrp="1" noRot="1" noChangeAspect="1" noChangeArrowheads="1" noTextEdit="1"/>
          </p:cNvSpPr>
          <p:nvPr>
            <p:ph type="sldImg"/>
          </p:nvPr>
        </p:nvSpPr>
        <p:spPr>
          <a:xfrm>
            <a:off x="814388" y="768350"/>
            <a:ext cx="5241925" cy="3708400"/>
          </a:xfrm>
          <a:ln/>
        </p:spPr>
      </p:sp>
      <p:sp>
        <p:nvSpPr>
          <p:cNvPr id="34820" name="Rectangle 3"/>
          <p:cNvSpPr>
            <a:spLocks noGrp="1" noChangeArrowheads="1"/>
          </p:cNvSpPr>
          <p:nvPr>
            <p:ph type="body" idx="1"/>
          </p:nvPr>
        </p:nvSpPr>
        <p:spPr>
          <a:xfrm>
            <a:off x="933450" y="4702175"/>
            <a:ext cx="4986338" cy="4473575"/>
          </a:xfrm>
          <a:noFill/>
          <a:ln/>
        </p:spPr>
        <p:txBody>
          <a:bodyPr lIns="87374" tIns="43684" rIns="87374" bIns="43684"/>
          <a:lstStyle/>
          <a:p>
            <a:pPr eaLnBrk="1" hangingPunct="1"/>
            <a:endParaRPr lang="en-GB"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txBox="1">
            <a:spLocks noGrp="1" noChangeArrowheads="1"/>
          </p:cNvSpPr>
          <p:nvPr/>
        </p:nvSpPr>
        <p:spPr bwMode="auto">
          <a:xfrm>
            <a:off x="3819525" y="9402763"/>
            <a:ext cx="2957513" cy="541337"/>
          </a:xfrm>
          <a:prstGeom prst="rect">
            <a:avLst/>
          </a:prstGeom>
          <a:noFill/>
          <a:ln w="9525">
            <a:noFill/>
            <a:miter lim="800000"/>
            <a:headEnd/>
            <a:tailEnd/>
          </a:ln>
        </p:spPr>
        <p:txBody>
          <a:bodyPr lIns="87383" tIns="43690" rIns="87383" bIns="43690" anchor="b"/>
          <a:lstStyle/>
          <a:p>
            <a:pPr algn="r" defTabSz="874713"/>
            <a:fld id="{8E85755A-04D5-4318-8C80-DA0E0926B8F4}" type="slidenum">
              <a:rPr lang="en-US" sz="1200" baseline="0">
                <a:solidFill>
                  <a:schemeClr val="tx1"/>
                </a:solidFill>
                <a:latin typeface="Times New Roman" pitchFamily="18" charset="0"/>
              </a:rPr>
              <a:pPr algn="r" defTabSz="874713"/>
              <a:t>7</a:t>
            </a:fld>
            <a:endParaRPr lang="en-US" sz="1200" baseline="0">
              <a:solidFill>
                <a:schemeClr val="tx1"/>
              </a:solidFill>
              <a:latin typeface="Times New Roman" pitchFamily="18" charset="0"/>
            </a:endParaRPr>
          </a:p>
        </p:txBody>
      </p:sp>
      <p:sp>
        <p:nvSpPr>
          <p:cNvPr id="38914" name="Rectangle 7"/>
          <p:cNvSpPr txBox="1">
            <a:spLocks noGrp="1" noChangeArrowheads="1"/>
          </p:cNvSpPr>
          <p:nvPr/>
        </p:nvSpPr>
        <p:spPr bwMode="auto">
          <a:xfrm>
            <a:off x="3819525" y="9402763"/>
            <a:ext cx="2957513" cy="541337"/>
          </a:xfrm>
          <a:prstGeom prst="rect">
            <a:avLst/>
          </a:prstGeom>
          <a:noFill/>
          <a:ln w="9525">
            <a:noFill/>
            <a:miter lim="800000"/>
            <a:headEnd/>
            <a:tailEnd/>
          </a:ln>
        </p:spPr>
        <p:txBody>
          <a:bodyPr lIns="87374" tIns="43684" rIns="87374" bIns="43684" anchor="b"/>
          <a:lstStyle/>
          <a:p>
            <a:pPr algn="r" defTabSz="874713"/>
            <a:fld id="{32B741C4-4C59-45B1-9600-0062BBBC8DCE}" type="slidenum">
              <a:rPr lang="en-US" sz="1200" baseline="0">
                <a:solidFill>
                  <a:schemeClr val="tx1"/>
                </a:solidFill>
                <a:latin typeface="Times New Roman" pitchFamily="18" charset="0"/>
              </a:rPr>
              <a:pPr algn="r" defTabSz="874713"/>
              <a:t>7</a:t>
            </a:fld>
            <a:endParaRPr lang="en-US" sz="1200" baseline="0">
              <a:solidFill>
                <a:schemeClr val="tx1"/>
              </a:solidFill>
              <a:latin typeface="Times New Roman" pitchFamily="18" charset="0"/>
            </a:endParaRPr>
          </a:p>
        </p:txBody>
      </p:sp>
      <p:sp>
        <p:nvSpPr>
          <p:cNvPr id="38915" name="Rectangle 2"/>
          <p:cNvSpPr>
            <a:spLocks noGrp="1" noRot="1" noChangeAspect="1" noChangeArrowheads="1" noTextEdit="1"/>
          </p:cNvSpPr>
          <p:nvPr>
            <p:ph type="sldImg"/>
          </p:nvPr>
        </p:nvSpPr>
        <p:spPr>
          <a:xfrm>
            <a:off x="812800" y="768350"/>
            <a:ext cx="5241925" cy="3708400"/>
          </a:xfrm>
          <a:ln/>
        </p:spPr>
      </p:sp>
      <p:sp>
        <p:nvSpPr>
          <p:cNvPr id="38916" name="Rectangle 3"/>
          <p:cNvSpPr>
            <a:spLocks noGrp="1" noChangeArrowheads="1"/>
          </p:cNvSpPr>
          <p:nvPr>
            <p:ph type="body" idx="1"/>
          </p:nvPr>
        </p:nvSpPr>
        <p:spPr>
          <a:xfrm>
            <a:off x="933450" y="4702177"/>
            <a:ext cx="4986338" cy="4473575"/>
          </a:xfrm>
          <a:noFill/>
          <a:ln/>
        </p:spPr>
        <p:txBody>
          <a:bodyPr lIns="87374" tIns="43684" rIns="87374" bIns="43684"/>
          <a:lstStyle/>
          <a:p>
            <a:pPr eaLnBrk="1" hangingPunct="1"/>
            <a:endParaRPr lang="en-GB"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txBox="1">
            <a:spLocks noGrp="1" noChangeArrowheads="1"/>
          </p:cNvSpPr>
          <p:nvPr/>
        </p:nvSpPr>
        <p:spPr bwMode="auto">
          <a:xfrm>
            <a:off x="3819525" y="9402763"/>
            <a:ext cx="2957513" cy="541337"/>
          </a:xfrm>
          <a:prstGeom prst="rect">
            <a:avLst/>
          </a:prstGeom>
          <a:noFill/>
          <a:ln w="9525">
            <a:noFill/>
            <a:miter lim="800000"/>
            <a:headEnd/>
            <a:tailEnd/>
          </a:ln>
        </p:spPr>
        <p:txBody>
          <a:bodyPr lIns="87383" tIns="43690" rIns="87383" bIns="43690" anchor="b"/>
          <a:lstStyle/>
          <a:p>
            <a:pPr algn="r" defTabSz="874713"/>
            <a:fld id="{DB656431-5619-4D50-9B7E-24A6D02C4B60}" type="slidenum">
              <a:rPr lang="en-US" sz="1200" baseline="0">
                <a:solidFill>
                  <a:schemeClr val="tx1"/>
                </a:solidFill>
                <a:latin typeface="Times New Roman" pitchFamily="18" charset="0"/>
              </a:rPr>
              <a:pPr algn="r" defTabSz="874713"/>
              <a:t>8</a:t>
            </a:fld>
            <a:endParaRPr lang="en-US" sz="1200" baseline="0">
              <a:solidFill>
                <a:schemeClr val="tx1"/>
              </a:solidFill>
              <a:latin typeface="Times New Roman" pitchFamily="18" charset="0"/>
            </a:endParaRPr>
          </a:p>
        </p:txBody>
      </p:sp>
      <p:sp>
        <p:nvSpPr>
          <p:cNvPr id="40962" name="Rectangle 7"/>
          <p:cNvSpPr txBox="1">
            <a:spLocks noGrp="1" noChangeArrowheads="1"/>
          </p:cNvSpPr>
          <p:nvPr/>
        </p:nvSpPr>
        <p:spPr bwMode="auto">
          <a:xfrm>
            <a:off x="3819525" y="9402763"/>
            <a:ext cx="2957513" cy="541337"/>
          </a:xfrm>
          <a:prstGeom prst="rect">
            <a:avLst/>
          </a:prstGeom>
          <a:noFill/>
          <a:ln w="9525">
            <a:noFill/>
            <a:miter lim="800000"/>
            <a:headEnd/>
            <a:tailEnd/>
          </a:ln>
        </p:spPr>
        <p:txBody>
          <a:bodyPr lIns="87374" tIns="43684" rIns="87374" bIns="43684" anchor="b"/>
          <a:lstStyle/>
          <a:p>
            <a:pPr algn="r" defTabSz="874713"/>
            <a:fld id="{5FADF6B7-B7C0-4C1D-ABF5-0BBDCE6AA425}" type="slidenum">
              <a:rPr lang="en-US" sz="1200" baseline="0">
                <a:solidFill>
                  <a:schemeClr val="tx1"/>
                </a:solidFill>
                <a:latin typeface="Times New Roman" pitchFamily="18" charset="0"/>
              </a:rPr>
              <a:pPr algn="r" defTabSz="874713"/>
              <a:t>8</a:t>
            </a:fld>
            <a:endParaRPr lang="en-US" sz="1200" baseline="0">
              <a:solidFill>
                <a:schemeClr val="tx1"/>
              </a:solidFill>
              <a:latin typeface="Times New Roman" pitchFamily="18" charset="0"/>
            </a:endParaRPr>
          </a:p>
        </p:txBody>
      </p:sp>
      <p:sp>
        <p:nvSpPr>
          <p:cNvPr id="40963" name="Rectangle 2"/>
          <p:cNvSpPr>
            <a:spLocks noGrp="1" noRot="1" noChangeAspect="1" noChangeArrowheads="1" noTextEdit="1"/>
          </p:cNvSpPr>
          <p:nvPr>
            <p:ph type="sldImg"/>
          </p:nvPr>
        </p:nvSpPr>
        <p:spPr>
          <a:xfrm>
            <a:off x="812800" y="768350"/>
            <a:ext cx="5241925" cy="3708400"/>
          </a:xfrm>
          <a:ln/>
        </p:spPr>
      </p:sp>
      <p:sp>
        <p:nvSpPr>
          <p:cNvPr id="40964" name="Rectangle 3"/>
          <p:cNvSpPr>
            <a:spLocks noGrp="1" noChangeArrowheads="1"/>
          </p:cNvSpPr>
          <p:nvPr>
            <p:ph type="body" idx="1"/>
          </p:nvPr>
        </p:nvSpPr>
        <p:spPr>
          <a:xfrm>
            <a:off x="933450" y="4702177"/>
            <a:ext cx="4986338" cy="4473575"/>
          </a:xfrm>
          <a:noFill/>
          <a:ln/>
        </p:spPr>
        <p:txBody>
          <a:bodyPr lIns="87374" tIns="43684" rIns="87374" bIns="43684"/>
          <a:lstStyle/>
          <a:p>
            <a:pPr eaLnBrk="1" hangingPunct="1"/>
            <a:endParaRPr lang="en-GB"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txBox="1">
            <a:spLocks noGrp="1" noChangeArrowheads="1"/>
          </p:cNvSpPr>
          <p:nvPr/>
        </p:nvSpPr>
        <p:spPr bwMode="auto">
          <a:xfrm>
            <a:off x="3819525" y="9402763"/>
            <a:ext cx="2957513" cy="541337"/>
          </a:xfrm>
          <a:prstGeom prst="rect">
            <a:avLst/>
          </a:prstGeom>
          <a:noFill/>
          <a:ln w="9525">
            <a:noFill/>
            <a:miter lim="800000"/>
            <a:headEnd/>
            <a:tailEnd/>
          </a:ln>
        </p:spPr>
        <p:txBody>
          <a:bodyPr lIns="87383" tIns="43690" rIns="87383" bIns="43690" anchor="b"/>
          <a:lstStyle/>
          <a:p>
            <a:pPr algn="r" defTabSz="874713"/>
            <a:fld id="{4B732037-DCDF-4000-89CA-69BA826DB9ED}" type="slidenum">
              <a:rPr lang="en-US" sz="1200" baseline="0">
                <a:solidFill>
                  <a:schemeClr val="tx1"/>
                </a:solidFill>
                <a:latin typeface="Times New Roman" pitchFamily="18" charset="0"/>
              </a:rPr>
              <a:pPr algn="r" defTabSz="874713"/>
              <a:t>9</a:t>
            </a:fld>
            <a:endParaRPr lang="en-US" sz="1200" baseline="0">
              <a:solidFill>
                <a:schemeClr val="tx1"/>
              </a:solidFill>
              <a:latin typeface="Times New Roman" pitchFamily="18" charset="0"/>
            </a:endParaRPr>
          </a:p>
        </p:txBody>
      </p:sp>
      <p:sp>
        <p:nvSpPr>
          <p:cNvPr id="45058" name="Rectangle 7"/>
          <p:cNvSpPr txBox="1">
            <a:spLocks noGrp="1" noChangeArrowheads="1"/>
          </p:cNvSpPr>
          <p:nvPr/>
        </p:nvSpPr>
        <p:spPr bwMode="auto">
          <a:xfrm>
            <a:off x="3819525" y="9402763"/>
            <a:ext cx="2957513" cy="541337"/>
          </a:xfrm>
          <a:prstGeom prst="rect">
            <a:avLst/>
          </a:prstGeom>
          <a:noFill/>
          <a:ln w="9525">
            <a:noFill/>
            <a:miter lim="800000"/>
            <a:headEnd/>
            <a:tailEnd/>
          </a:ln>
        </p:spPr>
        <p:txBody>
          <a:bodyPr lIns="87374" tIns="43684" rIns="87374" bIns="43684" anchor="b"/>
          <a:lstStyle/>
          <a:p>
            <a:pPr algn="r" defTabSz="874713"/>
            <a:fld id="{DE4422C8-B8F7-4BC4-9202-B0486CBE09AC}" type="slidenum">
              <a:rPr lang="en-US" sz="1200" baseline="0">
                <a:solidFill>
                  <a:schemeClr val="tx1"/>
                </a:solidFill>
                <a:latin typeface="Times New Roman" pitchFamily="18" charset="0"/>
              </a:rPr>
              <a:pPr algn="r" defTabSz="874713"/>
              <a:t>9</a:t>
            </a:fld>
            <a:endParaRPr lang="en-US" sz="1200" baseline="0">
              <a:solidFill>
                <a:schemeClr val="tx1"/>
              </a:solidFill>
              <a:latin typeface="Times New Roman" pitchFamily="18" charset="0"/>
            </a:endParaRPr>
          </a:p>
        </p:txBody>
      </p:sp>
      <p:sp>
        <p:nvSpPr>
          <p:cNvPr id="45059" name="Rectangle 2"/>
          <p:cNvSpPr>
            <a:spLocks noGrp="1" noRot="1" noChangeAspect="1" noChangeArrowheads="1" noTextEdit="1"/>
          </p:cNvSpPr>
          <p:nvPr>
            <p:ph type="sldImg"/>
          </p:nvPr>
        </p:nvSpPr>
        <p:spPr>
          <a:xfrm>
            <a:off x="812800" y="768350"/>
            <a:ext cx="5241925" cy="3708400"/>
          </a:xfrm>
          <a:ln/>
        </p:spPr>
      </p:sp>
      <p:sp>
        <p:nvSpPr>
          <p:cNvPr id="45060" name="Rectangle 3"/>
          <p:cNvSpPr>
            <a:spLocks noGrp="1" noChangeArrowheads="1"/>
          </p:cNvSpPr>
          <p:nvPr>
            <p:ph type="body" idx="1"/>
          </p:nvPr>
        </p:nvSpPr>
        <p:spPr>
          <a:xfrm>
            <a:off x="933450" y="4702177"/>
            <a:ext cx="4986338" cy="4473575"/>
          </a:xfrm>
          <a:noFill/>
          <a:ln/>
        </p:spPr>
        <p:txBody>
          <a:bodyPr lIns="87374" tIns="43684" rIns="87374" bIns="43684"/>
          <a:lstStyle/>
          <a:p>
            <a:pPr eaLnBrk="1" hangingPunct="1"/>
            <a:endParaRPr lang="en-GB"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txBox="1">
            <a:spLocks noGrp="1" noChangeArrowheads="1"/>
          </p:cNvSpPr>
          <p:nvPr/>
        </p:nvSpPr>
        <p:spPr bwMode="auto">
          <a:xfrm>
            <a:off x="3819525" y="9402763"/>
            <a:ext cx="2957513" cy="541337"/>
          </a:xfrm>
          <a:prstGeom prst="rect">
            <a:avLst/>
          </a:prstGeom>
          <a:noFill/>
          <a:ln w="9525">
            <a:noFill/>
            <a:miter lim="800000"/>
            <a:headEnd/>
            <a:tailEnd/>
          </a:ln>
        </p:spPr>
        <p:txBody>
          <a:bodyPr lIns="87383" tIns="43690" rIns="87383" bIns="43690" anchor="b"/>
          <a:lstStyle/>
          <a:p>
            <a:pPr algn="r" defTabSz="874713"/>
            <a:fld id="{4B732037-DCDF-4000-89CA-69BA826DB9ED}" type="slidenum">
              <a:rPr lang="en-US" sz="1200" baseline="0">
                <a:solidFill>
                  <a:schemeClr val="tx1"/>
                </a:solidFill>
                <a:latin typeface="Times New Roman" pitchFamily="18" charset="0"/>
              </a:rPr>
              <a:pPr algn="r" defTabSz="874713"/>
              <a:t>10</a:t>
            </a:fld>
            <a:endParaRPr lang="en-US" sz="1200" baseline="0">
              <a:solidFill>
                <a:schemeClr val="tx1"/>
              </a:solidFill>
              <a:latin typeface="Times New Roman" pitchFamily="18" charset="0"/>
            </a:endParaRPr>
          </a:p>
        </p:txBody>
      </p:sp>
      <p:sp>
        <p:nvSpPr>
          <p:cNvPr id="45058" name="Rectangle 7"/>
          <p:cNvSpPr txBox="1">
            <a:spLocks noGrp="1" noChangeArrowheads="1"/>
          </p:cNvSpPr>
          <p:nvPr/>
        </p:nvSpPr>
        <p:spPr bwMode="auto">
          <a:xfrm>
            <a:off x="3819525" y="9402763"/>
            <a:ext cx="2957513" cy="541337"/>
          </a:xfrm>
          <a:prstGeom prst="rect">
            <a:avLst/>
          </a:prstGeom>
          <a:noFill/>
          <a:ln w="9525">
            <a:noFill/>
            <a:miter lim="800000"/>
            <a:headEnd/>
            <a:tailEnd/>
          </a:ln>
        </p:spPr>
        <p:txBody>
          <a:bodyPr lIns="87374" tIns="43684" rIns="87374" bIns="43684" anchor="b"/>
          <a:lstStyle/>
          <a:p>
            <a:pPr algn="r" defTabSz="874713"/>
            <a:fld id="{DE4422C8-B8F7-4BC4-9202-B0486CBE09AC}" type="slidenum">
              <a:rPr lang="en-US" sz="1200" baseline="0">
                <a:solidFill>
                  <a:schemeClr val="tx1"/>
                </a:solidFill>
                <a:latin typeface="Times New Roman" pitchFamily="18" charset="0"/>
              </a:rPr>
              <a:pPr algn="r" defTabSz="874713"/>
              <a:t>10</a:t>
            </a:fld>
            <a:endParaRPr lang="en-US" sz="1200" baseline="0">
              <a:solidFill>
                <a:schemeClr val="tx1"/>
              </a:solidFill>
              <a:latin typeface="Times New Roman" pitchFamily="18" charset="0"/>
            </a:endParaRPr>
          </a:p>
        </p:txBody>
      </p:sp>
      <p:sp>
        <p:nvSpPr>
          <p:cNvPr id="45059" name="Rectangle 2"/>
          <p:cNvSpPr>
            <a:spLocks noGrp="1" noRot="1" noChangeAspect="1" noChangeArrowheads="1" noTextEdit="1"/>
          </p:cNvSpPr>
          <p:nvPr>
            <p:ph type="sldImg"/>
          </p:nvPr>
        </p:nvSpPr>
        <p:spPr>
          <a:xfrm>
            <a:off x="812800" y="768350"/>
            <a:ext cx="5241925" cy="3708400"/>
          </a:xfrm>
          <a:ln/>
        </p:spPr>
      </p:sp>
      <p:sp>
        <p:nvSpPr>
          <p:cNvPr id="45060" name="Rectangle 3"/>
          <p:cNvSpPr>
            <a:spLocks noGrp="1" noChangeArrowheads="1"/>
          </p:cNvSpPr>
          <p:nvPr>
            <p:ph type="body" idx="1"/>
          </p:nvPr>
        </p:nvSpPr>
        <p:spPr>
          <a:xfrm>
            <a:off x="933450" y="4702177"/>
            <a:ext cx="4986338" cy="4473575"/>
          </a:xfrm>
          <a:noFill/>
          <a:ln/>
        </p:spPr>
        <p:txBody>
          <a:bodyPr lIns="87374" tIns="43684" rIns="87374" bIns="43684"/>
          <a:lstStyle/>
          <a:p>
            <a:pPr eaLnBrk="1" hangingPunct="1"/>
            <a:endParaRPr lang="en-GB"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a:spLocks noGrp="1" noChangeArrowheads="1"/>
          </p:cNvSpPr>
          <p:nvPr>
            <p:ph type="sldNum" sz="quarter" idx="5"/>
          </p:nvPr>
        </p:nvSpPr>
        <p:spPr>
          <a:noFill/>
        </p:spPr>
        <p:txBody>
          <a:bodyPr/>
          <a:lstStyle/>
          <a:p>
            <a:fld id="{F4A80C82-DFDE-41C4-B1A2-D4E3A3E44E08}" type="slidenum">
              <a:rPr lang="en-US" smtClean="0"/>
              <a:pPr/>
              <a:t>12</a:t>
            </a:fld>
            <a:endParaRPr lang="en-US" smtClean="0"/>
          </a:p>
        </p:txBody>
      </p:sp>
      <p:sp>
        <p:nvSpPr>
          <p:cNvPr id="32770" name="Rectangle 2"/>
          <p:cNvSpPr>
            <a:spLocks noGrp="1" noRot="1" noChangeAspect="1" noChangeArrowheads="1" noTextEdit="1"/>
          </p:cNvSpPr>
          <p:nvPr>
            <p:ph type="sldImg"/>
          </p:nvPr>
        </p:nvSpPr>
        <p:spPr>
          <a:xfrm>
            <a:off x="811213" y="768350"/>
            <a:ext cx="5243512" cy="3708400"/>
          </a:xfrm>
          <a:ln/>
        </p:spPr>
      </p:sp>
      <p:sp>
        <p:nvSpPr>
          <p:cNvPr id="32771" name="Rectangle 3"/>
          <p:cNvSpPr>
            <a:spLocks noGrp="1" noChangeArrowheads="1"/>
          </p:cNvSpPr>
          <p:nvPr>
            <p:ph type="body" idx="1"/>
          </p:nvPr>
        </p:nvSpPr>
        <p:spPr>
          <a:xfrm>
            <a:off x="933312" y="4702335"/>
            <a:ext cx="4985772" cy="4472915"/>
          </a:xfrm>
          <a:noFill/>
          <a:ln/>
        </p:spPr>
        <p:txBody>
          <a:bodyPr/>
          <a:lstStyle/>
          <a:p>
            <a:pPr eaLnBrk="1" hangingPunct="1"/>
            <a:endParaRPr lang="en-GB"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Rot="1" noChangeAspect="1" noChangeArrowheads="1" noTextEdit="1"/>
          </p:cNvSpPr>
          <p:nvPr>
            <p:ph type="sldImg"/>
          </p:nvPr>
        </p:nvSpPr>
        <p:spPr>
          <a:xfrm>
            <a:off x="814388" y="768350"/>
            <a:ext cx="5235575" cy="3703638"/>
          </a:xfrm>
          <a:ln/>
        </p:spPr>
      </p:sp>
      <p:sp>
        <p:nvSpPr>
          <p:cNvPr id="34818" name="Rectangle 3"/>
          <p:cNvSpPr>
            <a:spLocks noGrp="1" noChangeArrowheads="1"/>
          </p:cNvSpPr>
          <p:nvPr>
            <p:ph type="body" idx="1"/>
          </p:nvPr>
        </p:nvSpPr>
        <p:spPr>
          <a:noFill/>
          <a:ln/>
        </p:spPr>
        <p:txBody>
          <a:bodyPr/>
          <a:lstStyle/>
          <a:p>
            <a:endParaRPr lang="en-GB"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Rot="1" noChangeAspect="1" noChangeArrowheads="1" noTextEdit="1"/>
          </p:cNvSpPr>
          <p:nvPr>
            <p:ph type="sldImg"/>
          </p:nvPr>
        </p:nvSpPr>
        <p:spPr>
          <a:xfrm>
            <a:off x="814388" y="768350"/>
            <a:ext cx="5235575" cy="3703638"/>
          </a:xfrm>
          <a:ln/>
        </p:spPr>
      </p:sp>
      <p:sp>
        <p:nvSpPr>
          <p:cNvPr id="34818" name="Rectangle 3"/>
          <p:cNvSpPr>
            <a:spLocks noGrp="1" noChangeArrowheads="1"/>
          </p:cNvSpPr>
          <p:nvPr>
            <p:ph type="body" idx="1"/>
          </p:nvPr>
        </p:nvSpPr>
        <p:spPr>
          <a:noFill/>
          <a:ln/>
        </p:spPr>
        <p:txBody>
          <a:bodyPr/>
          <a:lstStyle/>
          <a:p>
            <a:endParaRPr lang="en-GB"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Rot="1" noChangeAspect="1" noChangeArrowheads="1" noTextEdit="1"/>
          </p:cNvSpPr>
          <p:nvPr>
            <p:ph type="sldImg"/>
          </p:nvPr>
        </p:nvSpPr>
        <p:spPr>
          <a:xfrm>
            <a:off x="814388" y="768350"/>
            <a:ext cx="5237162" cy="3703638"/>
          </a:xfrm>
          <a:ln/>
        </p:spPr>
      </p:sp>
      <p:sp>
        <p:nvSpPr>
          <p:cNvPr id="34818" name="Rectangle 3"/>
          <p:cNvSpPr>
            <a:spLocks noGrp="1" noChangeArrowheads="1"/>
          </p:cNvSpPr>
          <p:nvPr>
            <p:ph type="body" idx="1"/>
          </p:nvPr>
        </p:nvSpPr>
        <p:spPr>
          <a:noFill/>
          <a:ln/>
        </p:spPr>
        <p:txBody>
          <a:bodyPr/>
          <a:lstStyle/>
          <a:p>
            <a:endParaRPr lang="en-GB"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txBox="1">
            <a:spLocks noGrp="1" noChangeArrowheads="1"/>
          </p:cNvSpPr>
          <p:nvPr/>
        </p:nvSpPr>
        <p:spPr bwMode="auto">
          <a:xfrm>
            <a:off x="3819525" y="9402763"/>
            <a:ext cx="2957513" cy="541337"/>
          </a:xfrm>
          <a:prstGeom prst="rect">
            <a:avLst/>
          </a:prstGeom>
          <a:noFill/>
          <a:ln w="9525">
            <a:noFill/>
            <a:miter lim="800000"/>
            <a:headEnd/>
            <a:tailEnd/>
          </a:ln>
        </p:spPr>
        <p:txBody>
          <a:bodyPr lIns="87383" tIns="43690" rIns="87383" bIns="43690" anchor="b"/>
          <a:lstStyle/>
          <a:p>
            <a:pPr algn="r" defTabSz="874713"/>
            <a:fld id="{357650AC-7F2F-45B6-9B17-412A4660059F}" type="slidenum">
              <a:rPr lang="en-US" sz="1200" baseline="0">
                <a:solidFill>
                  <a:prstClr val="black"/>
                </a:solidFill>
                <a:latin typeface="Times New Roman" pitchFamily="18" charset="0"/>
              </a:rPr>
              <a:pPr algn="r" defTabSz="874713"/>
              <a:t>16</a:t>
            </a:fld>
            <a:endParaRPr lang="en-US" sz="1200" baseline="0">
              <a:solidFill>
                <a:prstClr val="black"/>
              </a:solidFill>
              <a:latin typeface="Times New Roman" pitchFamily="18" charset="0"/>
            </a:endParaRPr>
          </a:p>
        </p:txBody>
      </p:sp>
      <p:sp>
        <p:nvSpPr>
          <p:cNvPr id="32770" name="Rectangle 7"/>
          <p:cNvSpPr txBox="1">
            <a:spLocks noGrp="1" noChangeArrowheads="1"/>
          </p:cNvSpPr>
          <p:nvPr/>
        </p:nvSpPr>
        <p:spPr bwMode="auto">
          <a:xfrm>
            <a:off x="3819525" y="9402763"/>
            <a:ext cx="2957513" cy="541337"/>
          </a:xfrm>
          <a:prstGeom prst="rect">
            <a:avLst/>
          </a:prstGeom>
          <a:noFill/>
          <a:ln w="9525">
            <a:noFill/>
            <a:miter lim="800000"/>
            <a:headEnd/>
            <a:tailEnd/>
          </a:ln>
        </p:spPr>
        <p:txBody>
          <a:bodyPr lIns="87374" tIns="43684" rIns="87374" bIns="43684" anchor="b"/>
          <a:lstStyle/>
          <a:p>
            <a:pPr algn="r" defTabSz="874713"/>
            <a:fld id="{A6F4B99E-EF30-4AC3-B351-744CCE6BD508}" type="slidenum">
              <a:rPr lang="en-US" sz="1200" baseline="0">
                <a:solidFill>
                  <a:prstClr val="black"/>
                </a:solidFill>
                <a:latin typeface="Times New Roman" pitchFamily="18" charset="0"/>
              </a:rPr>
              <a:pPr algn="r" defTabSz="874713"/>
              <a:t>16</a:t>
            </a:fld>
            <a:endParaRPr lang="en-US" sz="1200" baseline="0">
              <a:solidFill>
                <a:prstClr val="black"/>
              </a:solidFill>
              <a:latin typeface="Times New Roman" pitchFamily="18" charset="0"/>
            </a:endParaRPr>
          </a:p>
        </p:txBody>
      </p:sp>
      <p:sp>
        <p:nvSpPr>
          <p:cNvPr id="32771" name="Rectangle 2"/>
          <p:cNvSpPr>
            <a:spLocks noGrp="1" noRot="1" noChangeAspect="1" noChangeArrowheads="1" noTextEdit="1"/>
          </p:cNvSpPr>
          <p:nvPr>
            <p:ph type="sldImg"/>
          </p:nvPr>
        </p:nvSpPr>
        <p:spPr>
          <a:xfrm>
            <a:off x="812800" y="768350"/>
            <a:ext cx="5241925" cy="3708400"/>
          </a:xfrm>
          <a:ln/>
        </p:spPr>
      </p:sp>
      <p:sp>
        <p:nvSpPr>
          <p:cNvPr id="32772" name="Rectangle 3"/>
          <p:cNvSpPr>
            <a:spLocks noGrp="1" noChangeArrowheads="1"/>
          </p:cNvSpPr>
          <p:nvPr>
            <p:ph type="body" idx="1"/>
          </p:nvPr>
        </p:nvSpPr>
        <p:spPr>
          <a:xfrm>
            <a:off x="347663" y="4659315"/>
            <a:ext cx="6111875" cy="5267325"/>
          </a:xfrm>
          <a:noFill/>
          <a:ln/>
        </p:spPr>
        <p:txBody>
          <a:bodyPr lIns="87374" tIns="43684" rIns="87374" bIns="43684"/>
          <a:lstStyle/>
          <a:p>
            <a:pPr eaLnBrk="1" hangingPunct="1">
              <a:lnSpc>
                <a:spcPct val="80000"/>
              </a:lnSpc>
            </a:pPr>
            <a:endParaRPr lang="en-GB" sz="800" dirty="0"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Rot="1" noChangeAspect="1" noChangeArrowheads="1" noTextEdit="1"/>
          </p:cNvSpPr>
          <p:nvPr>
            <p:ph type="sldImg"/>
          </p:nvPr>
        </p:nvSpPr>
        <p:spPr>
          <a:xfrm>
            <a:off x="814388" y="768350"/>
            <a:ext cx="5235575" cy="3703638"/>
          </a:xfrm>
          <a:ln/>
        </p:spPr>
      </p:sp>
      <p:sp>
        <p:nvSpPr>
          <p:cNvPr id="34818" name="Rectangle 3"/>
          <p:cNvSpPr>
            <a:spLocks noGrp="1" noChangeArrowheads="1"/>
          </p:cNvSpPr>
          <p:nvPr>
            <p:ph type="body" idx="1"/>
          </p:nvPr>
        </p:nvSpPr>
        <p:spPr>
          <a:noFill/>
          <a:ln/>
        </p:spPr>
        <p:txBody>
          <a:bodyPr/>
          <a:lstStyle/>
          <a:p>
            <a:endParaRPr lang="en-GB" dirty="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Rot="1" noChangeAspect="1" noChangeArrowheads="1" noTextEdit="1"/>
          </p:cNvSpPr>
          <p:nvPr>
            <p:ph type="sldImg"/>
          </p:nvPr>
        </p:nvSpPr>
        <p:spPr>
          <a:xfrm>
            <a:off x="814388" y="768350"/>
            <a:ext cx="5235575" cy="3703638"/>
          </a:xfrm>
          <a:ln/>
        </p:spPr>
      </p:sp>
      <p:sp>
        <p:nvSpPr>
          <p:cNvPr id="34818" name="Rectangle 3"/>
          <p:cNvSpPr>
            <a:spLocks noGrp="1" noChangeArrowheads="1"/>
          </p:cNvSpPr>
          <p:nvPr>
            <p:ph type="body" idx="1"/>
          </p:nvPr>
        </p:nvSpPr>
        <p:spPr>
          <a:noFill/>
          <a:ln/>
        </p:spPr>
        <p:txBody>
          <a:bodyPr/>
          <a:lstStyle/>
          <a:p>
            <a:endParaRPr lang="en-GB" dirty="0"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7"/>
          <p:cNvSpPr>
            <a:spLocks noGrp="1" noChangeArrowheads="1"/>
          </p:cNvSpPr>
          <p:nvPr>
            <p:ph type="sldNum" sz="quarter" idx="5"/>
          </p:nvPr>
        </p:nvSpPr>
        <p:spPr>
          <a:noFill/>
        </p:spPr>
        <p:txBody>
          <a:bodyPr/>
          <a:lstStyle/>
          <a:p>
            <a:fld id="{C4B9B9B5-330D-4327-8302-C1F341CF577F}" type="slidenum">
              <a:rPr lang="en-GB" smtClean="0">
                <a:solidFill>
                  <a:prstClr val="black"/>
                </a:solidFill>
              </a:rPr>
              <a:pPr/>
              <a:t>19</a:t>
            </a:fld>
            <a:endParaRPr lang="en-GB" smtClean="0">
              <a:solidFill>
                <a:prstClr val="black"/>
              </a:solidFill>
            </a:endParaRPr>
          </a:p>
        </p:txBody>
      </p:sp>
      <p:sp>
        <p:nvSpPr>
          <p:cNvPr id="15362" name="Rectangle 2"/>
          <p:cNvSpPr>
            <a:spLocks noGrp="1" noRot="1" noChangeAspect="1" noChangeArrowheads="1" noTextEdit="1"/>
          </p:cNvSpPr>
          <p:nvPr>
            <p:ph type="sldImg"/>
          </p:nvPr>
        </p:nvSpPr>
        <p:spPr>
          <a:xfrm>
            <a:off x="815975" y="768350"/>
            <a:ext cx="5237163" cy="3703638"/>
          </a:xfrm>
          <a:ln/>
        </p:spPr>
      </p:sp>
      <p:sp>
        <p:nvSpPr>
          <p:cNvPr id="15363" name="Rectangle 3"/>
          <p:cNvSpPr>
            <a:spLocks noGrp="1" noChangeArrowheads="1"/>
          </p:cNvSpPr>
          <p:nvPr>
            <p:ph type="body" idx="1"/>
          </p:nvPr>
        </p:nvSpPr>
        <p:spPr>
          <a:xfrm>
            <a:off x="933450" y="4700588"/>
            <a:ext cx="4986338" cy="4476750"/>
          </a:xfrm>
          <a:noFill/>
          <a:ln/>
        </p:spPr>
        <p:txBody>
          <a:bodyPr lIns="87383" tIns="43690" rIns="87383" bIns="43690"/>
          <a:lstStyle/>
          <a:p>
            <a:pPr eaLnBrk="1" hangingPunct="1"/>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7"/>
          <p:cNvSpPr>
            <a:spLocks noGrp="1" noChangeArrowheads="1"/>
          </p:cNvSpPr>
          <p:nvPr>
            <p:ph type="sldNum" sz="quarter" idx="5"/>
          </p:nvPr>
        </p:nvSpPr>
        <p:spPr>
          <a:noFill/>
        </p:spPr>
        <p:txBody>
          <a:bodyPr/>
          <a:lstStyle/>
          <a:p>
            <a:fld id="{C4B9B9B5-330D-4327-8302-C1F341CF577F}" type="slidenum">
              <a:rPr lang="en-GB" smtClean="0">
                <a:solidFill>
                  <a:prstClr val="black"/>
                </a:solidFill>
              </a:rPr>
              <a:pPr/>
              <a:t>20</a:t>
            </a:fld>
            <a:endParaRPr lang="en-GB" smtClean="0">
              <a:solidFill>
                <a:prstClr val="black"/>
              </a:solidFill>
            </a:endParaRPr>
          </a:p>
        </p:txBody>
      </p:sp>
      <p:sp>
        <p:nvSpPr>
          <p:cNvPr id="15362" name="Rectangle 2"/>
          <p:cNvSpPr>
            <a:spLocks noGrp="1" noRot="1" noChangeAspect="1" noChangeArrowheads="1" noTextEdit="1"/>
          </p:cNvSpPr>
          <p:nvPr>
            <p:ph type="sldImg"/>
          </p:nvPr>
        </p:nvSpPr>
        <p:spPr>
          <a:xfrm>
            <a:off x="815975" y="768350"/>
            <a:ext cx="5237163" cy="3703638"/>
          </a:xfrm>
          <a:ln/>
        </p:spPr>
      </p:sp>
      <p:sp>
        <p:nvSpPr>
          <p:cNvPr id="15363" name="Rectangle 3"/>
          <p:cNvSpPr>
            <a:spLocks noGrp="1" noChangeArrowheads="1"/>
          </p:cNvSpPr>
          <p:nvPr>
            <p:ph type="body" idx="1"/>
          </p:nvPr>
        </p:nvSpPr>
        <p:spPr>
          <a:xfrm>
            <a:off x="933450" y="4700588"/>
            <a:ext cx="4986338" cy="4476750"/>
          </a:xfrm>
          <a:noFill/>
          <a:ln/>
        </p:spPr>
        <p:txBody>
          <a:bodyPr lIns="87383" tIns="43690" rIns="87383" bIns="43690"/>
          <a:lstStyle/>
          <a:p>
            <a:pPr eaLnBrk="1" hangingPunct="1"/>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a:spLocks noGrp="1" noChangeArrowheads="1"/>
          </p:cNvSpPr>
          <p:nvPr>
            <p:ph type="sldNum" sz="quarter" idx="5"/>
          </p:nvPr>
        </p:nvSpPr>
        <p:spPr>
          <a:noFill/>
        </p:spPr>
        <p:txBody>
          <a:bodyPr/>
          <a:lstStyle/>
          <a:p>
            <a:fld id="{F4A80C82-DFDE-41C4-B1A2-D4E3A3E44E08}" type="slidenum">
              <a:rPr lang="en-US" smtClean="0"/>
              <a:pPr/>
              <a:t>21</a:t>
            </a:fld>
            <a:endParaRPr lang="en-US" smtClean="0"/>
          </a:p>
        </p:txBody>
      </p:sp>
      <p:sp>
        <p:nvSpPr>
          <p:cNvPr id="32770" name="Rectangle 2"/>
          <p:cNvSpPr>
            <a:spLocks noGrp="1" noRot="1" noChangeAspect="1" noChangeArrowheads="1" noTextEdit="1"/>
          </p:cNvSpPr>
          <p:nvPr>
            <p:ph type="sldImg"/>
          </p:nvPr>
        </p:nvSpPr>
        <p:spPr>
          <a:xfrm>
            <a:off x="809625" y="768350"/>
            <a:ext cx="5243513" cy="3708400"/>
          </a:xfrm>
          <a:ln/>
        </p:spPr>
      </p:sp>
      <p:sp>
        <p:nvSpPr>
          <p:cNvPr id="32771" name="Rectangle 3"/>
          <p:cNvSpPr>
            <a:spLocks noGrp="1" noChangeArrowheads="1"/>
          </p:cNvSpPr>
          <p:nvPr>
            <p:ph type="body" idx="1"/>
          </p:nvPr>
        </p:nvSpPr>
        <p:spPr>
          <a:xfrm>
            <a:off x="933312" y="4702335"/>
            <a:ext cx="4985772" cy="4472915"/>
          </a:xfrm>
          <a:noFill/>
          <a:ln/>
        </p:spPr>
        <p:txBody>
          <a:bodyPr/>
          <a:lstStyle/>
          <a:p>
            <a:pPr eaLnBrk="1" hangingPunct="1"/>
            <a:endParaRPr lang="en-GB"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7"/>
          <p:cNvSpPr>
            <a:spLocks noGrp="1" noChangeArrowheads="1"/>
          </p:cNvSpPr>
          <p:nvPr>
            <p:ph type="sldNum" sz="quarter" idx="5"/>
          </p:nvPr>
        </p:nvSpPr>
        <p:spPr>
          <a:noFill/>
        </p:spPr>
        <p:txBody>
          <a:bodyPr/>
          <a:lstStyle/>
          <a:p>
            <a:fld id="{C4B9B9B5-330D-4327-8302-C1F341CF577F}" type="slidenum">
              <a:rPr lang="en-GB" smtClean="0">
                <a:solidFill>
                  <a:prstClr val="black"/>
                </a:solidFill>
              </a:rPr>
              <a:pPr/>
              <a:t>25</a:t>
            </a:fld>
            <a:endParaRPr lang="en-GB" smtClean="0">
              <a:solidFill>
                <a:prstClr val="black"/>
              </a:solidFill>
            </a:endParaRPr>
          </a:p>
        </p:txBody>
      </p:sp>
      <p:sp>
        <p:nvSpPr>
          <p:cNvPr id="15362" name="Rectangle 2"/>
          <p:cNvSpPr>
            <a:spLocks noGrp="1" noRot="1" noChangeAspect="1" noChangeArrowheads="1" noTextEdit="1"/>
          </p:cNvSpPr>
          <p:nvPr>
            <p:ph type="sldImg"/>
          </p:nvPr>
        </p:nvSpPr>
        <p:spPr>
          <a:xfrm>
            <a:off x="815975" y="768350"/>
            <a:ext cx="5237163" cy="3703638"/>
          </a:xfrm>
          <a:ln/>
        </p:spPr>
      </p:sp>
      <p:sp>
        <p:nvSpPr>
          <p:cNvPr id="15363" name="Rectangle 3"/>
          <p:cNvSpPr>
            <a:spLocks noGrp="1" noChangeArrowheads="1"/>
          </p:cNvSpPr>
          <p:nvPr>
            <p:ph type="body" idx="1"/>
          </p:nvPr>
        </p:nvSpPr>
        <p:spPr>
          <a:xfrm>
            <a:off x="933452" y="4700588"/>
            <a:ext cx="4986338" cy="4476750"/>
          </a:xfrm>
          <a:noFill/>
          <a:ln/>
        </p:spPr>
        <p:txBody>
          <a:bodyPr lIns="87383" tIns="43690" rIns="87383" bIns="43690"/>
          <a:lstStyle/>
          <a:p>
            <a:pPr eaLnBrk="1" hangingPunct="1"/>
            <a:endParaRPr lang="en-US" dirty="0"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7"/>
          <p:cNvSpPr>
            <a:spLocks noGrp="1" noChangeArrowheads="1"/>
          </p:cNvSpPr>
          <p:nvPr>
            <p:ph type="sldNum" sz="quarter" idx="5"/>
          </p:nvPr>
        </p:nvSpPr>
        <p:spPr>
          <a:noFill/>
        </p:spPr>
        <p:txBody>
          <a:bodyPr/>
          <a:lstStyle/>
          <a:p>
            <a:fld id="{C4B9B9B5-330D-4327-8302-C1F341CF577F}" type="slidenum">
              <a:rPr lang="en-GB" smtClean="0">
                <a:solidFill>
                  <a:prstClr val="black"/>
                </a:solidFill>
              </a:rPr>
              <a:pPr/>
              <a:t>26</a:t>
            </a:fld>
            <a:endParaRPr lang="en-GB" smtClean="0">
              <a:solidFill>
                <a:prstClr val="black"/>
              </a:solidFill>
            </a:endParaRPr>
          </a:p>
        </p:txBody>
      </p:sp>
      <p:sp>
        <p:nvSpPr>
          <p:cNvPr id="15362" name="Rectangle 2"/>
          <p:cNvSpPr>
            <a:spLocks noGrp="1" noRot="1" noChangeAspect="1" noChangeArrowheads="1" noTextEdit="1"/>
          </p:cNvSpPr>
          <p:nvPr>
            <p:ph type="sldImg"/>
          </p:nvPr>
        </p:nvSpPr>
        <p:spPr>
          <a:xfrm>
            <a:off x="815975" y="768350"/>
            <a:ext cx="5237163" cy="3703638"/>
          </a:xfrm>
          <a:ln/>
        </p:spPr>
      </p:sp>
      <p:sp>
        <p:nvSpPr>
          <p:cNvPr id="15363" name="Rectangle 3"/>
          <p:cNvSpPr>
            <a:spLocks noGrp="1" noChangeArrowheads="1"/>
          </p:cNvSpPr>
          <p:nvPr>
            <p:ph type="body" idx="1"/>
          </p:nvPr>
        </p:nvSpPr>
        <p:spPr>
          <a:xfrm>
            <a:off x="933450" y="4700588"/>
            <a:ext cx="4986338" cy="4476750"/>
          </a:xfrm>
          <a:noFill/>
          <a:ln/>
        </p:spPr>
        <p:txBody>
          <a:bodyPr lIns="87383" tIns="43690" rIns="87383" bIns="43690"/>
          <a:lstStyle/>
          <a:p>
            <a:pPr eaLnBrk="1" hangingPunct="1"/>
            <a:endParaRPr lang="en-US" dirty="0"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txBox="1">
            <a:spLocks noGrp="1" noChangeArrowheads="1"/>
          </p:cNvSpPr>
          <p:nvPr/>
        </p:nvSpPr>
        <p:spPr bwMode="auto">
          <a:xfrm>
            <a:off x="3819525" y="9402763"/>
            <a:ext cx="2957513" cy="541337"/>
          </a:xfrm>
          <a:prstGeom prst="rect">
            <a:avLst/>
          </a:prstGeom>
          <a:noFill/>
          <a:ln w="9525">
            <a:noFill/>
            <a:miter lim="800000"/>
            <a:headEnd/>
            <a:tailEnd/>
          </a:ln>
        </p:spPr>
        <p:txBody>
          <a:bodyPr lIns="87383" tIns="43690" rIns="87383" bIns="43690" anchor="b"/>
          <a:lstStyle/>
          <a:p>
            <a:pPr algn="r" defTabSz="874713"/>
            <a:fld id="{E41F3A83-EA78-45B8-9E57-D48D40412E86}" type="slidenum">
              <a:rPr lang="en-US" sz="1200" baseline="0">
                <a:solidFill>
                  <a:schemeClr val="tx1"/>
                </a:solidFill>
                <a:latin typeface="Times New Roman" pitchFamily="18" charset="0"/>
              </a:rPr>
              <a:pPr algn="r" defTabSz="874713"/>
              <a:t>27</a:t>
            </a:fld>
            <a:endParaRPr lang="en-US" sz="1200" baseline="0">
              <a:solidFill>
                <a:schemeClr val="tx1"/>
              </a:solidFill>
              <a:latin typeface="Times New Roman" pitchFamily="18" charset="0"/>
            </a:endParaRPr>
          </a:p>
        </p:txBody>
      </p:sp>
      <p:sp>
        <p:nvSpPr>
          <p:cNvPr id="34818" name="Rectangle 7"/>
          <p:cNvSpPr txBox="1">
            <a:spLocks noGrp="1" noChangeArrowheads="1"/>
          </p:cNvSpPr>
          <p:nvPr/>
        </p:nvSpPr>
        <p:spPr bwMode="auto">
          <a:xfrm>
            <a:off x="3819525" y="9402763"/>
            <a:ext cx="2957513" cy="541337"/>
          </a:xfrm>
          <a:prstGeom prst="rect">
            <a:avLst/>
          </a:prstGeom>
          <a:noFill/>
          <a:ln w="9525">
            <a:noFill/>
            <a:miter lim="800000"/>
            <a:headEnd/>
            <a:tailEnd/>
          </a:ln>
        </p:spPr>
        <p:txBody>
          <a:bodyPr lIns="87374" tIns="43684" rIns="87374" bIns="43684" anchor="b"/>
          <a:lstStyle/>
          <a:p>
            <a:pPr algn="r" defTabSz="874713"/>
            <a:fld id="{8923BD92-1225-4631-A443-9BF4A202B409}" type="slidenum">
              <a:rPr lang="en-US" sz="1200" baseline="0">
                <a:solidFill>
                  <a:schemeClr val="tx1"/>
                </a:solidFill>
                <a:latin typeface="Times New Roman" pitchFamily="18" charset="0"/>
              </a:rPr>
              <a:pPr algn="r" defTabSz="874713"/>
              <a:t>27</a:t>
            </a:fld>
            <a:endParaRPr lang="en-US" sz="1200" baseline="0">
              <a:solidFill>
                <a:schemeClr val="tx1"/>
              </a:solidFill>
              <a:latin typeface="Times New Roman" pitchFamily="18" charset="0"/>
            </a:endParaRPr>
          </a:p>
        </p:txBody>
      </p:sp>
      <p:sp>
        <p:nvSpPr>
          <p:cNvPr id="34819" name="Rectangle 2"/>
          <p:cNvSpPr>
            <a:spLocks noGrp="1" noRot="1" noChangeAspect="1" noChangeArrowheads="1" noTextEdit="1"/>
          </p:cNvSpPr>
          <p:nvPr>
            <p:ph type="sldImg"/>
          </p:nvPr>
        </p:nvSpPr>
        <p:spPr>
          <a:xfrm>
            <a:off x="812800" y="768350"/>
            <a:ext cx="5241925" cy="3708400"/>
          </a:xfrm>
          <a:ln/>
        </p:spPr>
      </p:sp>
      <p:sp>
        <p:nvSpPr>
          <p:cNvPr id="34820" name="Rectangle 3"/>
          <p:cNvSpPr>
            <a:spLocks noGrp="1" noChangeArrowheads="1"/>
          </p:cNvSpPr>
          <p:nvPr>
            <p:ph type="body" idx="1"/>
          </p:nvPr>
        </p:nvSpPr>
        <p:spPr>
          <a:xfrm>
            <a:off x="933450" y="4702177"/>
            <a:ext cx="4986338" cy="4473575"/>
          </a:xfrm>
          <a:noFill/>
          <a:ln/>
        </p:spPr>
        <p:txBody>
          <a:bodyPr lIns="87374" tIns="43684" rIns="87374" bIns="43684"/>
          <a:lstStyle/>
          <a:p>
            <a:pPr eaLnBrk="1" hangingPunct="1"/>
            <a:endParaRPr lang="en-GB"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a:spLocks noGrp="1" noChangeArrowheads="1"/>
          </p:cNvSpPr>
          <p:nvPr>
            <p:ph type="sldNum" sz="quarter" idx="5"/>
          </p:nvPr>
        </p:nvSpPr>
        <p:spPr>
          <a:noFill/>
        </p:spPr>
        <p:txBody>
          <a:bodyPr/>
          <a:lstStyle/>
          <a:p>
            <a:fld id="{F4A80C82-DFDE-41C4-B1A2-D4E3A3E44E08}" type="slidenum">
              <a:rPr lang="en-US" smtClean="0"/>
              <a:pPr/>
              <a:t>28</a:t>
            </a:fld>
            <a:endParaRPr lang="en-US" smtClean="0"/>
          </a:p>
        </p:txBody>
      </p:sp>
      <p:sp>
        <p:nvSpPr>
          <p:cNvPr id="32770" name="Rectangle 2"/>
          <p:cNvSpPr>
            <a:spLocks noGrp="1" noRot="1" noChangeAspect="1" noChangeArrowheads="1" noTextEdit="1"/>
          </p:cNvSpPr>
          <p:nvPr>
            <p:ph type="sldImg"/>
          </p:nvPr>
        </p:nvSpPr>
        <p:spPr>
          <a:xfrm>
            <a:off x="809625" y="768350"/>
            <a:ext cx="5243513" cy="3708400"/>
          </a:xfrm>
          <a:ln/>
        </p:spPr>
      </p:sp>
      <p:sp>
        <p:nvSpPr>
          <p:cNvPr id="32771" name="Rectangle 3"/>
          <p:cNvSpPr>
            <a:spLocks noGrp="1" noChangeArrowheads="1"/>
          </p:cNvSpPr>
          <p:nvPr>
            <p:ph type="body" idx="1"/>
          </p:nvPr>
        </p:nvSpPr>
        <p:spPr>
          <a:xfrm>
            <a:off x="933312" y="4702335"/>
            <a:ext cx="4985772" cy="4472915"/>
          </a:xfrm>
          <a:noFill/>
          <a:ln/>
        </p:spPr>
        <p:txBody>
          <a:bodyPr/>
          <a:lstStyle/>
          <a:p>
            <a:pPr eaLnBrk="1" hangingPunct="1"/>
            <a:endParaRPr lang="en-GB"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p:cNvSpPr txBox="1">
            <a:spLocks noGrp="1" noChangeArrowheads="1"/>
          </p:cNvSpPr>
          <p:nvPr/>
        </p:nvSpPr>
        <p:spPr bwMode="auto">
          <a:xfrm>
            <a:off x="3819526" y="9402764"/>
            <a:ext cx="2957513" cy="541337"/>
          </a:xfrm>
          <a:prstGeom prst="rect">
            <a:avLst/>
          </a:prstGeom>
          <a:noFill/>
          <a:ln w="9525">
            <a:noFill/>
            <a:miter lim="800000"/>
            <a:headEnd/>
            <a:tailEnd/>
          </a:ln>
        </p:spPr>
        <p:txBody>
          <a:bodyPr lIns="87383" tIns="43690" rIns="87383" bIns="43690" anchor="b"/>
          <a:lstStyle/>
          <a:p>
            <a:pPr algn="r" defTabSz="874713"/>
            <a:fld id="{E69AAE80-1458-41CF-A057-8834D0C21B09}" type="slidenum">
              <a:rPr lang="en-US" sz="1200" baseline="0">
                <a:solidFill>
                  <a:prstClr val="black"/>
                </a:solidFill>
                <a:latin typeface="Times New Roman" pitchFamily="18" charset="0"/>
              </a:rPr>
              <a:pPr algn="r" defTabSz="874713"/>
              <a:t>30</a:t>
            </a:fld>
            <a:endParaRPr lang="en-US" sz="1200" baseline="0">
              <a:solidFill>
                <a:prstClr val="black"/>
              </a:solidFill>
              <a:latin typeface="Times New Roman" pitchFamily="18" charset="0"/>
            </a:endParaRPr>
          </a:p>
        </p:txBody>
      </p:sp>
      <p:sp>
        <p:nvSpPr>
          <p:cNvPr id="57346" name="Rectangle 7"/>
          <p:cNvSpPr txBox="1">
            <a:spLocks noGrp="1" noChangeArrowheads="1"/>
          </p:cNvSpPr>
          <p:nvPr/>
        </p:nvSpPr>
        <p:spPr bwMode="auto">
          <a:xfrm>
            <a:off x="3819526" y="9402764"/>
            <a:ext cx="2957513" cy="541337"/>
          </a:xfrm>
          <a:prstGeom prst="rect">
            <a:avLst/>
          </a:prstGeom>
          <a:noFill/>
          <a:ln w="9525">
            <a:noFill/>
            <a:miter lim="800000"/>
            <a:headEnd/>
            <a:tailEnd/>
          </a:ln>
        </p:spPr>
        <p:txBody>
          <a:bodyPr lIns="87374" tIns="43684" rIns="87374" bIns="43684" anchor="b"/>
          <a:lstStyle/>
          <a:p>
            <a:pPr algn="r" defTabSz="874713"/>
            <a:fld id="{918BC6A8-8FE8-4EF7-804E-AAC0A34113E6}" type="slidenum">
              <a:rPr lang="en-US" sz="1200" baseline="0">
                <a:solidFill>
                  <a:prstClr val="black"/>
                </a:solidFill>
                <a:latin typeface="Times New Roman" pitchFamily="18" charset="0"/>
              </a:rPr>
              <a:pPr algn="r" defTabSz="874713"/>
              <a:t>30</a:t>
            </a:fld>
            <a:endParaRPr lang="en-US" sz="1200" baseline="0">
              <a:solidFill>
                <a:prstClr val="black"/>
              </a:solidFill>
              <a:latin typeface="Times New Roman" pitchFamily="18" charset="0"/>
            </a:endParaRPr>
          </a:p>
        </p:txBody>
      </p:sp>
      <p:sp>
        <p:nvSpPr>
          <p:cNvPr id="57347" name="Rectangle 2"/>
          <p:cNvSpPr>
            <a:spLocks noGrp="1" noRot="1" noChangeAspect="1" noChangeArrowheads="1" noTextEdit="1"/>
          </p:cNvSpPr>
          <p:nvPr>
            <p:ph type="sldImg"/>
          </p:nvPr>
        </p:nvSpPr>
        <p:spPr>
          <a:xfrm>
            <a:off x="814388" y="768350"/>
            <a:ext cx="5241925" cy="3708400"/>
          </a:xfrm>
          <a:ln/>
        </p:spPr>
      </p:sp>
      <p:sp>
        <p:nvSpPr>
          <p:cNvPr id="57348" name="Rectangle 3"/>
          <p:cNvSpPr>
            <a:spLocks noGrp="1" noChangeArrowheads="1"/>
          </p:cNvSpPr>
          <p:nvPr>
            <p:ph type="body" idx="1"/>
          </p:nvPr>
        </p:nvSpPr>
        <p:spPr>
          <a:xfrm>
            <a:off x="933451" y="4702176"/>
            <a:ext cx="4986338" cy="4473574"/>
          </a:xfrm>
          <a:noFill/>
          <a:ln/>
        </p:spPr>
        <p:txBody>
          <a:bodyPr lIns="87374" tIns="43684" rIns="87374" bIns="43684"/>
          <a:lstStyle/>
          <a:p>
            <a:pPr eaLnBrk="1" hangingPunct="1"/>
            <a:endParaRPr lang="en-GB" dirty="0"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txBox="1">
            <a:spLocks noGrp="1" noChangeArrowheads="1"/>
          </p:cNvSpPr>
          <p:nvPr/>
        </p:nvSpPr>
        <p:spPr bwMode="auto">
          <a:xfrm>
            <a:off x="3819525" y="9402763"/>
            <a:ext cx="2957513" cy="541337"/>
          </a:xfrm>
          <a:prstGeom prst="rect">
            <a:avLst/>
          </a:prstGeom>
          <a:noFill/>
          <a:ln w="9525">
            <a:noFill/>
            <a:miter lim="800000"/>
            <a:headEnd/>
            <a:tailEnd/>
          </a:ln>
        </p:spPr>
        <p:txBody>
          <a:bodyPr lIns="87383" tIns="43690" rIns="87383" bIns="43690" anchor="b"/>
          <a:lstStyle/>
          <a:p>
            <a:pPr algn="r" defTabSz="874713"/>
            <a:fld id="{357650AC-7F2F-45B6-9B17-412A4660059F}" type="slidenum">
              <a:rPr lang="en-US" sz="1200" baseline="0">
                <a:solidFill>
                  <a:prstClr val="black"/>
                </a:solidFill>
                <a:latin typeface="Times New Roman" pitchFamily="18" charset="0"/>
              </a:rPr>
              <a:pPr algn="r" defTabSz="874713"/>
              <a:t>31</a:t>
            </a:fld>
            <a:endParaRPr lang="en-US" sz="1200" baseline="0">
              <a:solidFill>
                <a:prstClr val="black"/>
              </a:solidFill>
              <a:latin typeface="Times New Roman" pitchFamily="18" charset="0"/>
            </a:endParaRPr>
          </a:p>
        </p:txBody>
      </p:sp>
      <p:sp>
        <p:nvSpPr>
          <p:cNvPr id="32770" name="Rectangle 7"/>
          <p:cNvSpPr txBox="1">
            <a:spLocks noGrp="1" noChangeArrowheads="1"/>
          </p:cNvSpPr>
          <p:nvPr/>
        </p:nvSpPr>
        <p:spPr bwMode="auto">
          <a:xfrm>
            <a:off x="3819525" y="9402763"/>
            <a:ext cx="2957513" cy="541337"/>
          </a:xfrm>
          <a:prstGeom prst="rect">
            <a:avLst/>
          </a:prstGeom>
          <a:noFill/>
          <a:ln w="9525">
            <a:noFill/>
            <a:miter lim="800000"/>
            <a:headEnd/>
            <a:tailEnd/>
          </a:ln>
        </p:spPr>
        <p:txBody>
          <a:bodyPr lIns="87374" tIns="43684" rIns="87374" bIns="43684" anchor="b"/>
          <a:lstStyle/>
          <a:p>
            <a:pPr algn="r" defTabSz="874713"/>
            <a:fld id="{A6F4B99E-EF30-4AC3-B351-744CCE6BD508}" type="slidenum">
              <a:rPr lang="en-US" sz="1200" baseline="0">
                <a:solidFill>
                  <a:prstClr val="black"/>
                </a:solidFill>
                <a:latin typeface="Times New Roman" pitchFamily="18" charset="0"/>
              </a:rPr>
              <a:pPr algn="r" defTabSz="874713"/>
              <a:t>31</a:t>
            </a:fld>
            <a:endParaRPr lang="en-US" sz="1200" baseline="0">
              <a:solidFill>
                <a:prstClr val="black"/>
              </a:solidFill>
              <a:latin typeface="Times New Roman" pitchFamily="18" charset="0"/>
            </a:endParaRPr>
          </a:p>
        </p:txBody>
      </p:sp>
      <p:sp>
        <p:nvSpPr>
          <p:cNvPr id="32771" name="Rectangle 2"/>
          <p:cNvSpPr>
            <a:spLocks noGrp="1" noRot="1" noChangeAspect="1" noChangeArrowheads="1" noTextEdit="1"/>
          </p:cNvSpPr>
          <p:nvPr>
            <p:ph type="sldImg"/>
          </p:nvPr>
        </p:nvSpPr>
        <p:spPr>
          <a:xfrm>
            <a:off x="812800" y="768350"/>
            <a:ext cx="5241925" cy="3708400"/>
          </a:xfrm>
          <a:ln/>
        </p:spPr>
      </p:sp>
      <p:sp>
        <p:nvSpPr>
          <p:cNvPr id="32772" name="Rectangle 3"/>
          <p:cNvSpPr>
            <a:spLocks noGrp="1" noChangeArrowheads="1"/>
          </p:cNvSpPr>
          <p:nvPr>
            <p:ph type="body" idx="1"/>
          </p:nvPr>
        </p:nvSpPr>
        <p:spPr>
          <a:xfrm>
            <a:off x="347663" y="4659315"/>
            <a:ext cx="6111875" cy="5267325"/>
          </a:xfrm>
          <a:noFill/>
          <a:ln/>
        </p:spPr>
        <p:txBody>
          <a:bodyPr lIns="87374" tIns="43684" rIns="87374" bIns="43684"/>
          <a:lstStyle/>
          <a:p>
            <a:pPr eaLnBrk="1" hangingPunct="1">
              <a:lnSpc>
                <a:spcPct val="80000"/>
              </a:lnSpc>
            </a:pPr>
            <a:endParaRPr lang="en-GB" sz="800"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a:spLocks noGrp="1" noChangeArrowheads="1"/>
          </p:cNvSpPr>
          <p:nvPr>
            <p:ph type="sldNum" sz="quarter" idx="5"/>
          </p:nvPr>
        </p:nvSpPr>
        <p:spPr>
          <a:noFill/>
        </p:spPr>
        <p:txBody>
          <a:bodyPr/>
          <a:lstStyle/>
          <a:p>
            <a:fld id="{F4A80C82-DFDE-41C4-B1A2-D4E3A3E44E08}" type="slidenum">
              <a:rPr lang="en-US" smtClean="0"/>
              <a:pPr/>
              <a:t>32</a:t>
            </a:fld>
            <a:endParaRPr lang="en-US" smtClean="0"/>
          </a:p>
        </p:txBody>
      </p:sp>
      <p:sp>
        <p:nvSpPr>
          <p:cNvPr id="32770" name="Rectangle 2"/>
          <p:cNvSpPr>
            <a:spLocks noGrp="1" noRot="1" noChangeAspect="1" noChangeArrowheads="1" noTextEdit="1"/>
          </p:cNvSpPr>
          <p:nvPr>
            <p:ph type="sldImg"/>
          </p:nvPr>
        </p:nvSpPr>
        <p:spPr>
          <a:xfrm>
            <a:off x="809625" y="768350"/>
            <a:ext cx="5243513" cy="3708400"/>
          </a:xfrm>
          <a:ln/>
        </p:spPr>
      </p:sp>
      <p:sp>
        <p:nvSpPr>
          <p:cNvPr id="32771" name="Rectangle 3"/>
          <p:cNvSpPr>
            <a:spLocks noGrp="1" noChangeArrowheads="1"/>
          </p:cNvSpPr>
          <p:nvPr>
            <p:ph type="body" idx="1"/>
          </p:nvPr>
        </p:nvSpPr>
        <p:spPr>
          <a:xfrm>
            <a:off x="933312" y="4702335"/>
            <a:ext cx="4985772" cy="4472915"/>
          </a:xfrm>
          <a:noFill/>
          <a:ln/>
        </p:spPr>
        <p:txBody>
          <a:bodyPr/>
          <a:lstStyle/>
          <a:p>
            <a:pPr eaLnBrk="1" hangingPunct="1"/>
            <a:endParaRPr lang="en-GB"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14388" y="768350"/>
            <a:ext cx="5235575" cy="370363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pPr>
              <a:defRPr/>
            </a:pPr>
            <a:fld id="{5933AD5E-527D-4735-BFBB-A711CDACC601}" type="slidenum">
              <a:rPr lang="en-US" smtClean="0"/>
              <a:pPr>
                <a:defRPr/>
              </a:pPr>
              <a:t>33</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a:spLocks noGrp="1" noChangeArrowheads="1"/>
          </p:cNvSpPr>
          <p:nvPr>
            <p:ph type="sldNum" sz="quarter" idx="5"/>
          </p:nvPr>
        </p:nvSpPr>
        <p:spPr>
          <a:noFill/>
        </p:spPr>
        <p:txBody>
          <a:bodyPr/>
          <a:lstStyle/>
          <a:p>
            <a:fld id="{F4A80C82-DFDE-41C4-B1A2-D4E3A3E44E08}" type="slidenum">
              <a:rPr lang="en-US" smtClean="0"/>
              <a:pPr/>
              <a:t>36</a:t>
            </a:fld>
            <a:endParaRPr lang="en-US" smtClean="0"/>
          </a:p>
        </p:txBody>
      </p:sp>
      <p:sp>
        <p:nvSpPr>
          <p:cNvPr id="32770" name="Rectangle 2"/>
          <p:cNvSpPr>
            <a:spLocks noGrp="1" noRot="1" noChangeAspect="1" noChangeArrowheads="1" noTextEdit="1"/>
          </p:cNvSpPr>
          <p:nvPr>
            <p:ph type="sldImg"/>
          </p:nvPr>
        </p:nvSpPr>
        <p:spPr>
          <a:xfrm>
            <a:off x="809625" y="768350"/>
            <a:ext cx="5243513" cy="3708400"/>
          </a:xfrm>
          <a:ln/>
        </p:spPr>
      </p:sp>
      <p:sp>
        <p:nvSpPr>
          <p:cNvPr id="32771" name="Rectangle 3"/>
          <p:cNvSpPr>
            <a:spLocks noGrp="1" noChangeArrowheads="1"/>
          </p:cNvSpPr>
          <p:nvPr>
            <p:ph type="body" idx="1"/>
          </p:nvPr>
        </p:nvSpPr>
        <p:spPr>
          <a:xfrm>
            <a:off x="933312" y="4702335"/>
            <a:ext cx="4985772" cy="4472915"/>
          </a:xfrm>
          <a:noFill/>
          <a:ln/>
        </p:spPr>
        <p:txBody>
          <a:bodyPr/>
          <a:lstStyle/>
          <a:p>
            <a:pPr eaLnBrk="1" hangingPunct="1"/>
            <a:endParaRPr lang="en-GB"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txBox="1">
            <a:spLocks noGrp="1" noChangeArrowheads="1"/>
          </p:cNvSpPr>
          <p:nvPr/>
        </p:nvSpPr>
        <p:spPr bwMode="auto">
          <a:xfrm>
            <a:off x="3819527" y="9402765"/>
            <a:ext cx="2957513" cy="541337"/>
          </a:xfrm>
          <a:prstGeom prst="rect">
            <a:avLst/>
          </a:prstGeom>
          <a:noFill/>
          <a:ln w="9525">
            <a:noFill/>
            <a:miter lim="800000"/>
            <a:headEnd/>
            <a:tailEnd/>
          </a:ln>
        </p:spPr>
        <p:txBody>
          <a:bodyPr lIns="87383" tIns="43690" rIns="87383" bIns="43690" anchor="b"/>
          <a:lstStyle/>
          <a:p>
            <a:pPr algn="r" defTabSz="874713"/>
            <a:fld id="{4B732037-DCDF-4000-89CA-69BA826DB9ED}" type="slidenum">
              <a:rPr lang="en-US" sz="1200">
                <a:solidFill>
                  <a:prstClr val="black"/>
                </a:solidFill>
                <a:latin typeface="Times New Roman" pitchFamily="18" charset="0"/>
              </a:rPr>
              <a:pPr algn="r" defTabSz="874713"/>
              <a:t>39</a:t>
            </a:fld>
            <a:endParaRPr lang="en-US" sz="1200">
              <a:solidFill>
                <a:prstClr val="black"/>
              </a:solidFill>
              <a:latin typeface="Times New Roman" pitchFamily="18" charset="0"/>
            </a:endParaRPr>
          </a:p>
        </p:txBody>
      </p:sp>
      <p:sp>
        <p:nvSpPr>
          <p:cNvPr id="45058" name="Rectangle 7"/>
          <p:cNvSpPr txBox="1">
            <a:spLocks noGrp="1" noChangeArrowheads="1"/>
          </p:cNvSpPr>
          <p:nvPr/>
        </p:nvSpPr>
        <p:spPr bwMode="auto">
          <a:xfrm>
            <a:off x="3819527" y="9402765"/>
            <a:ext cx="2957513" cy="541337"/>
          </a:xfrm>
          <a:prstGeom prst="rect">
            <a:avLst/>
          </a:prstGeom>
          <a:noFill/>
          <a:ln w="9525">
            <a:noFill/>
            <a:miter lim="800000"/>
            <a:headEnd/>
            <a:tailEnd/>
          </a:ln>
        </p:spPr>
        <p:txBody>
          <a:bodyPr lIns="87374" tIns="43684" rIns="87374" bIns="43684" anchor="b"/>
          <a:lstStyle/>
          <a:p>
            <a:pPr algn="r" defTabSz="874713"/>
            <a:fld id="{DE4422C8-B8F7-4BC4-9202-B0486CBE09AC}" type="slidenum">
              <a:rPr lang="en-US" sz="1200">
                <a:solidFill>
                  <a:prstClr val="black"/>
                </a:solidFill>
                <a:latin typeface="Times New Roman" pitchFamily="18" charset="0"/>
              </a:rPr>
              <a:pPr algn="r" defTabSz="874713"/>
              <a:t>39</a:t>
            </a:fld>
            <a:endParaRPr lang="en-US" sz="1200">
              <a:solidFill>
                <a:prstClr val="black"/>
              </a:solidFill>
              <a:latin typeface="Times New Roman" pitchFamily="18" charset="0"/>
            </a:endParaRPr>
          </a:p>
        </p:txBody>
      </p:sp>
      <p:sp>
        <p:nvSpPr>
          <p:cNvPr id="45059" name="Rectangle 2"/>
          <p:cNvSpPr>
            <a:spLocks noGrp="1" noRot="1" noChangeAspect="1" noChangeArrowheads="1" noTextEdit="1"/>
          </p:cNvSpPr>
          <p:nvPr>
            <p:ph type="sldImg"/>
          </p:nvPr>
        </p:nvSpPr>
        <p:spPr>
          <a:xfrm>
            <a:off x="812800" y="768350"/>
            <a:ext cx="5243513" cy="3708400"/>
          </a:xfrm>
          <a:ln/>
        </p:spPr>
      </p:sp>
      <p:sp>
        <p:nvSpPr>
          <p:cNvPr id="45060" name="Rectangle 3"/>
          <p:cNvSpPr>
            <a:spLocks noGrp="1" noChangeArrowheads="1"/>
          </p:cNvSpPr>
          <p:nvPr>
            <p:ph type="body" idx="1"/>
          </p:nvPr>
        </p:nvSpPr>
        <p:spPr>
          <a:xfrm>
            <a:off x="933452" y="4702176"/>
            <a:ext cx="4986338" cy="4473574"/>
          </a:xfrm>
          <a:noFill/>
          <a:ln/>
        </p:spPr>
        <p:txBody>
          <a:bodyPr lIns="87374" tIns="43684" rIns="87374" bIns="43684"/>
          <a:lstStyle/>
          <a:p>
            <a:pPr eaLnBrk="1" hangingPunct="1"/>
            <a:endParaRPr lang="en-GB" dirty="0"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txBox="1">
            <a:spLocks noGrp="1" noChangeArrowheads="1"/>
          </p:cNvSpPr>
          <p:nvPr/>
        </p:nvSpPr>
        <p:spPr bwMode="auto">
          <a:xfrm>
            <a:off x="3819527" y="9402765"/>
            <a:ext cx="2957513" cy="541337"/>
          </a:xfrm>
          <a:prstGeom prst="rect">
            <a:avLst/>
          </a:prstGeom>
          <a:noFill/>
          <a:ln w="9525">
            <a:noFill/>
            <a:miter lim="800000"/>
            <a:headEnd/>
            <a:tailEnd/>
          </a:ln>
        </p:spPr>
        <p:txBody>
          <a:bodyPr lIns="87383" tIns="43690" rIns="87383" bIns="43690" anchor="b"/>
          <a:lstStyle/>
          <a:p>
            <a:pPr algn="r" defTabSz="874713"/>
            <a:fld id="{4B732037-DCDF-4000-89CA-69BA826DB9ED}" type="slidenum">
              <a:rPr lang="en-US" sz="1200">
                <a:solidFill>
                  <a:prstClr val="black"/>
                </a:solidFill>
                <a:latin typeface="Times New Roman" pitchFamily="18" charset="0"/>
              </a:rPr>
              <a:pPr algn="r" defTabSz="874713"/>
              <a:t>40</a:t>
            </a:fld>
            <a:endParaRPr lang="en-US" sz="1200">
              <a:solidFill>
                <a:prstClr val="black"/>
              </a:solidFill>
              <a:latin typeface="Times New Roman" pitchFamily="18" charset="0"/>
            </a:endParaRPr>
          </a:p>
        </p:txBody>
      </p:sp>
      <p:sp>
        <p:nvSpPr>
          <p:cNvPr id="45058" name="Rectangle 7"/>
          <p:cNvSpPr txBox="1">
            <a:spLocks noGrp="1" noChangeArrowheads="1"/>
          </p:cNvSpPr>
          <p:nvPr/>
        </p:nvSpPr>
        <p:spPr bwMode="auto">
          <a:xfrm>
            <a:off x="3819527" y="9402765"/>
            <a:ext cx="2957513" cy="541337"/>
          </a:xfrm>
          <a:prstGeom prst="rect">
            <a:avLst/>
          </a:prstGeom>
          <a:noFill/>
          <a:ln w="9525">
            <a:noFill/>
            <a:miter lim="800000"/>
            <a:headEnd/>
            <a:tailEnd/>
          </a:ln>
        </p:spPr>
        <p:txBody>
          <a:bodyPr lIns="87374" tIns="43684" rIns="87374" bIns="43684" anchor="b"/>
          <a:lstStyle/>
          <a:p>
            <a:pPr algn="r" defTabSz="874713"/>
            <a:fld id="{DE4422C8-B8F7-4BC4-9202-B0486CBE09AC}" type="slidenum">
              <a:rPr lang="en-US" sz="1200">
                <a:solidFill>
                  <a:prstClr val="black"/>
                </a:solidFill>
                <a:latin typeface="Times New Roman" pitchFamily="18" charset="0"/>
              </a:rPr>
              <a:pPr algn="r" defTabSz="874713"/>
              <a:t>40</a:t>
            </a:fld>
            <a:endParaRPr lang="en-US" sz="1200">
              <a:solidFill>
                <a:prstClr val="black"/>
              </a:solidFill>
              <a:latin typeface="Times New Roman" pitchFamily="18" charset="0"/>
            </a:endParaRPr>
          </a:p>
        </p:txBody>
      </p:sp>
      <p:sp>
        <p:nvSpPr>
          <p:cNvPr id="45059" name="Rectangle 2"/>
          <p:cNvSpPr>
            <a:spLocks noGrp="1" noRot="1" noChangeAspect="1" noChangeArrowheads="1" noTextEdit="1"/>
          </p:cNvSpPr>
          <p:nvPr>
            <p:ph type="sldImg"/>
          </p:nvPr>
        </p:nvSpPr>
        <p:spPr>
          <a:xfrm>
            <a:off x="812800" y="768350"/>
            <a:ext cx="5243513" cy="3708400"/>
          </a:xfrm>
          <a:ln/>
        </p:spPr>
      </p:sp>
      <p:sp>
        <p:nvSpPr>
          <p:cNvPr id="45060" name="Rectangle 3"/>
          <p:cNvSpPr>
            <a:spLocks noGrp="1" noChangeArrowheads="1"/>
          </p:cNvSpPr>
          <p:nvPr>
            <p:ph type="body" idx="1"/>
          </p:nvPr>
        </p:nvSpPr>
        <p:spPr>
          <a:xfrm>
            <a:off x="933452" y="4702176"/>
            <a:ext cx="4986338" cy="4473574"/>
          </a:xfrm>
          <a:noFill/>
          <a:ln/>
        </p:spPr>
        <p:txBody>
          <a:bodyPr lIns="87374" tIns="43684" rIns="87374" bIns="43684"/>
          <a:lstStyle/>
          <a:p>
            <a:pPr eaLnBrk="1" hangingPunct="1"/>
            <a:endParaRPr lang="en-GB" dirty="0"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txBox="1">
            <a:spLocks noGrp="1" noChangeArrowheads="1"/>
          </p:cNvSpPr>
          <p:nvPr/>
        </p:nvSpPr>
        <p:spPr bwMode="auto">
          <a:xfrm>
            <a:off x="3819526" y="9402764"/>
            <a:ext cx="2957513" cy="541337"/>
          </a:xfrm>
          <a:prstGeom prst="rect">
            <a:avLst/>
          </a:prstGeom>
          <a:noFill/>
          <a:ln w="9525">
            <a:noFill/>
            <a:miter lim="800000"/>
            <a:headEnd/>
            <a:tailEnd/>
          </a:ln>
        </p:spPr>
        <p:txBody>
          <a:bodyPr lIns="87383" tIns="43690" rIns="87383" bIns="43690" anchor="b"/>
          <a:lstStyle/>
          <a:p>
            <a:pPr algn="r" defTabSz="874713"/>
            <a:fld id="{4B732037-DCDF-4000-89CA-69BA826DB9ED}" type="slidenum">
              <a:rPr lang="en-US" sz="1200" baseline="0">
                <a:solidFill>
                  <a:prstClr val="black"/>
                </a:solidFill>
                <a:latin typeface="Times New Roman" pitchFamily="18" charset="0"/>
              </a:rPr>
              <a:pPr algn="r" defTabSz="874713"/>
              <a:t>41</a:t>
            </a:fld>
            <a:endParaRPr lang="en-US" sz="1200" baseline="0">
              <a:solidFill>
                <a:prstClr val="black"/>
              </a:solidFill>
              <a:latin typeface="Times New Roman" pitchFamily="18" charset="0"/>
            </a:endParaRPr>
          </a:p>
        </p:txBody>
      </p:sp>
      <p:sp>
        <p:nvSpPr>
          <p:cNvPr id="45058" name="Rectangle 7"/>
          <p:cNvSpPr txBox="1">
            <a:spLocks noGrp="1" noChangeArrowheads="1"/>
          </p:cNvSpPr>
          <p:nvPr/>
        </p:nvSpPr>
        <p:spPr bwMode="auto">
          <a:xfrm>
            <a:off x="3819526" y="9402764"/>
            <a:ext cx="2957513" cy="541337"/>
          </a:xfrm>
          <a:prstGeom prst="rect">
            <a:avLst/>
          </a:prstGeom>
          <a:noFill/>
          <a:ln w="9525">
            <a:noFill/>
            <a:miter lim="800000"/>
            <a:headEnd/>
            <a:tailEnd/>
          </a:ln>
        </p:spPr>
        <p:txBody>
          <a:bodyPr lIns="87374" tIns="43684" rIns="87374" bIns="43684" anchor="b"/>
          <a:lstStyle/>
          <a:p>
            <a:pPr algn="r" defTabSz="874713"/>
            <a:fld id="{DE4422C8-B8F7-4BC4-9202-B0486CBE09AC}" type="slidenum">
              <a:rPr lang="en-US" sz="1200" baseline="0">
                <a:solidFill>
                  <a:prstClr val="black"/>
                </a:solidFill>
                <a:latin typeface="Times New Roman" pitchFamily="18" charset="0"/>
              </a:rPr>
              <a:pPr algn="r" defTabSz="874713"/>
              <a:t>41</a:t>
            </a:fld>
            <a:endParaRPr lang="en-US" sz="1200" baseline="0">
              <a:solidFill>
                <a:prstClr val="black"/>
              </a:solidFill>
              <a:latin typeface="Times New Roman" pitchFamily="18" charset="0"/>
            </a:endParaRPr>
          </a:p>
        </p:txBody>
      </p:sp>
      <p:sp>
        <p:nvSpPr>
          <p:cNvPr id="45059" name="Rectangle 2"/>
          <p:cNvSpPr>
            <a:spLocks noGrp="1" noRot="1" noChangeAspect="1" noChangeArrowheads="1" noTextEdit="1"/>
          </p:cNvSpPr>
          <p:nvPr>
            <p:ph type="sldImg"/>
          </p:nvPr>
        </p:nvSpPr>
        <p:spPr>
          <a:xfrm>
            <a:off x="814388" y="768350"/>
            <a:ext cx="5241925" cy="3708400"/>
          </a:xfrm>
          <a:ln/>
        </p:spPr>
      </p:sp>
      <p:sp>
        <p:nvSpPr>
          <p:cNvPr id="45060" name="Rectangle 3"/>
          <p:cNvSpPr>
            <a:spLocks noGrp="1" noChangeArrowheads="1"/>
          </p:cNvSpPr>
          <p:nvPr>
            <p:ph type="body" idx="1"/>
          </p:nvPr>
        </p:nvSpPr>
        <p:spPr>
          <a:xfrm>
            <a:off x="933451" y="4702176"/>
            <a:ext cx="4986338" cy="4473574"/>
          </a:xfrm>
          <a:noFill/>
          <a:ln/>
        </p:spPr>
        <p:txBody>
          <a:bodyPr lIns="87374" tIns="43684" rIns="87374" bIns="43684"/>
          <a:lstStyle/>
          <a:p>
            <a:pPr eaLnBrk="1" hangingPunct="1"/>
            <a:endParaRPr lang="en-GB"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txBox="1">
            <a:spLocks noGrp="1" noChangeArrowheads="1"/>
          </p:cNvSpPr>
          <p:nvPr/>
        </p:nvSpPr>
        <p:spPr bwMode="auto">
          <a:xfrm>
            <a:off x="3819526" y="9402764"/>
            <a:ext cx="2957513" cy="541337"/>
          </a:xfrm>
          <a:prstGeom prst="rect">
            <a:avLst/>
          </a:prstGeom>
          <a:noFill/>
          <a:ln w="9525">
            <a:noFill/>
            <a:miter lim="800000"/>
            <a:headEnd/>
            <a:tailEnd/>
          </a:ln>
        </p:spPr>
        <p:txBody>
          <a:bodyPr lIns="87383" tIns="43690" rIns="87383" bIns="43690" anchor="b"/>
          <a:lstStyle/>
          <a:p>
            <a:pPr algn="r" defTabSz="874713"/>
            <a:fld id="{4B732037-DCDF-4000-89CA-69BA826DB9ED}" type="slidenum">
              <a:rPr lang="en-US" sz="1200" baseline="0">
                <a:solidFill>
                  <a:prstClr val="black"/>
                </a:solidFill>
                <a:latin typeface="Times New Roman" pitchFamily="18" charset="0"/>
              </a:rPr>
              <a:pPr algn="r" defTabSz="874713"/>
              <a:t>42</a:t>
            </a:fld>
            <a:endParaRPr lang="en-US" sz="1200" baseline="0">
              <a:solidFill>
                <a:prstClr val="black"/>
              </a:solidFill>
              <a:latin typeface="Times New Roman" pitchFamily="18" charset="0"/>
            </a:endParaRPr>
          </a:p>
        </p:txBody>
      </p:sp>
      <p:sp>
        <p:nvSpPr>
          <p:cNvPr id="45058" name="Rectangle 7"/>
          <p:cNvSpPr txBox="1">
            <a:spLocks noGrp="1" noChangeArrowheads="1"/>
          </p:cNvSpPr>
          <p:nvPr/>
        </p:nvSpPr>
        <p:spPr bwMode="auto">
          <a:xfrm>
            <a:off x="3819526" y="9402764"/>
            <a:ext cx="2957513" cy="541337"/>
          </a:xfrm>
          <a:prstGeom prst="rect">
            <a:avLst/>
          </a:prstGeom>
          <a:noFill/>
          <a:ln w="9525">
            <a:noFill/>
            <a:miter lim="800000"/>
            <a:headEnd/>
            <a:tailEnd/>
          </a:ln>
        </p:spPr>
        <p:txBody>
          <a:bodyPr lIns="87374" tIns="43684" rIns="87374" bIns="43684" anchor="b"/>
          <a:lstStyle/>
          <a:p>
            <a:pPr algn="r" defTabSz="874713"/>
            <a:fld id="{DE4422C8-B8F7-4BC4-9202-B0486CBE09AC}" type="slidenum">
              <a:rPr lang="en-US" sz="1200" baseline="0">
                <a:solidFill>
                  <a:prstClr val="black"/>
                </a:solidFill>
                <a:latin typeface="Times New Roman" pitchFamily="18" charset="0"/>
              </a:rPr>
              <a:pPr algn="r" defTabSz="874713"/>
              <a:t>42</a:t>
            </a:fld>
            <a:endParaRPr lang="en-US" sz="1200" baseline="0">
              <a:solidFill>
                <a:prstClr val="black"/>
              </a:solidFill>
              <a:latin typeface="Times New Roman" pitchFamily="18" charset="0"/>
            </a:endParaRPr>
          </a:p>
        </p:txBody>
      </p:sp>
      <p:sp>
        <p:nvSpPr>
          <p:cNvPr id="45059" name="Rectangle 2"/>
          <p:cNvSpPr>
            <a:spLocks noGrp="1" noRot="1" noChangeAspect="1" noChangeArrowheads="1" noTextEdit="1"/>
          </p:cNvSpPr>
          <p:nvPr>
            <p:ph type="sldImg"/>
          </p:nvPr>
        </p:nvSpPr>
        <p:spPr>
          <a:xfrm>
            <a:off x="814388" y="768350"/>
            <a:ext cx="5241925" cy="3708400"/>
          </a:xfrm>
          <a:ln/>
        </p:spPr>
      </p:sp>
      <p:sp>
        <p:nvSpPr>
          <p:cNvPr id="45060" name="Rectangle 3"/>
          <p:cNvSpPr>
            <a:spLocks noGrp="1" noChangeArrowheads="1"/>
          </p:cNvSpPr>
          <p:nvPr>
            <p:ph type="body" idx="1"/>
          </p:nvPr>
        </p:nvSpPr>
        <p:spPr>
          <a:xfrm>
            <a:off x="933451" y="4702176"/>
            <a:ext cx="4986338" cy="4473574"/>
          </a:xfrm>
          <a:noFill/>
          <a:ln/>
        </p:spPr>
        <p:txBody>
          <a:bodyPr lIns="87374" tIns="43684" rIns="87374" bIns="43684"/>
          <a:lstStyle/>
          <a:p>
            <a:pPr eaLnBrk="1" hangingPunct="1"/>
            <a:endParaRPr lang="en-GB"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txBox="1">
            <a:spLocks noGrp="1" noChangeArrowheads="1"/>
          </p:cNvSpPr>
          <p:nvPr/>
        </p:nvSpPr>
        <p:spPr bwMode="auto">
          <a:xfrm>
            <a:off x="3819527" y="9402765"/>
            <a:ext cx="2957513" cy="541337"/>
          </a:xfrm>
          <a:prstGeom prst="rect">
            <a:avLst/>
          </a:prstGeom>
          <a:noFill/>
          <a:ln w="9525">
            <a:noFill/>
            <a:miter lim="800000"/>
            <a:headEnd/>
            <a:tailEnd/>
          </a:ln>
        </p:spPr>
        <p:txBody>
          <a:bodyPr lIns="87383" tIns="43690" rIns="87383" bIns="43690" anchor="b"/>
          <a:lstStyle/>
          <a:p>
            <a:pPr algn="r" defTabSz="874713"/>
            <a:fld id="{4B732037-DCDF-4000-89CA-69BA826DB9ED}" type="slidenum">
              <a:rPr lang="en-US" sz="1200">
                <a:solidFill>
                  <a:prstClr val="black"/>
                </a:solidFill>
                <a:latin typeface="Times New Roman" pitchFamily="18" charset="0"/>
              </a:rPr>
              <a:pPr algn="r" defTabSz="874713"/>
              <a:t>43</a:t>
            </a:fld>
            <a:endParaRPr lang="en-US" sz="1200">
              <a:solidFill>
                <a:prstClr val="black"/>
              </a:solidFill>
              <a:latin typeface="Times New Roman" pitchFamily="18" charset="0"/>
            </a:endParaRPr>
          </a:p>
        </p:txBody>
      </p:sp>
      <p:sp>
        <p:nvSpPr>
          <p:cNvPr id="45058" name="Rectangle 7"/>
          <p:cNvSpPr txBox="1">
            <a:spLocks noGrp="1" noChangeArrowheads="1"/>
          </p:cNvSpPr>
          <p:nvPr/>
        </p:nvSpPr>
        <p:spPr bwMode="auto">
          <a:xfrm>
            <a:off x="3819527" y="9402765"/>
            <a:ext cx="2957513" cy="541337"/>
          </a:xfrm>
          <a:prstGeom prst="rect">
            <a:avLst/>
          </a:prstGeom>
          <a:noFill/>
          <a:ln w="9525">
            <a:noFill/>
            <a:miter lim="800000"/>
            <a:headEnd/>
            <a:tailEnd/>
          </a:ln>
        </p:spPr>
        <p:txBody>
          <a:bodyPr lIns="87374" tIns="43684" rIns="87374" bIns="43684" anchor="b"/>
          <a:lstStyle/>
          <a:p>
            <a:pPr algn="r" defTabSz="874713"/>
            <a:fld id="{DE4422C8-B8F7-4BC4-9202-B0486CBE09AC}" type="slidenum">
              <a:rPr lang="en-US" sz="1200">
                <a:solidFill>
                  <a:prstClr val="black"/>
                </a:solidFill>
                <a:latin typeface="Times New Roman" pitchFamily="18" charset="0"/>
              </a:rPr>
              <a:pPr algn="r" defTabSz="874713"/>
              <a:t>43</a:t>
            </a:fld>
            <a:endParaRPr lang="en-US" sz="1200">
              <a:solidFill>
                <a:prstClr val="black"/>
              </a:solidFill>
              <a:latin typeface="Times New Roman" pitchFamily="18" charset="0"/>
            </a:endParaRPr>
          </a:p>
        </p:txBody>
      </p:sp>
      <p:sp>
        <p:nvSpPr>
          <p:cNvPr id="45059" name="Rectangle 2"/>
          <p:cNvSpPr>
            <a:spLocks noGrp="1" noRot="1" noChangeAspect="1" noChangeArrowheads="1" noTextEdit="1"/>
          </p:cNvSpPr>
          <p:nvPr>
            <p:ph type="sldImg"/>
          </p:nvPr>
        </p:nvSpPr>
        <p:spPr>
          <a:xfrm>
            <a:off x="812800" y="768350"/>
            <a:ext cx="5243513" cy="3708400"/>
          </a:xfrm>
          <a:ln/>
        </p:spPr>
      </p:sp>
      <p:sp>
        <p:nvSpPr>
          <p:cNvPr id="45060" name="Rectangle 3"/>
          <p:cNvSpPr>
            <a:spLocks noGrp="1" noChangeArrowheads="1"/>
          </p:cNvSpPr>
          <p:nvPr>
            <p:ph type="body" idx="1"/>
          </p:nvPr>
        </p:nvSpPr>
        <p:spPr>
          <a:xfrm>
            <a:off x="933452" y="4702176"/>
            <a:ext cx="4986338" cy="4473574"/>
          </a:xfrm>
          <a:noFill/>
          <a:ln/>
        </p:spPr>
        <p:txBody>
          <a:bodyPr lIns="87374" tIns="43684" rIns="87374" bIns="43684"/>
          <a:lstStyle/>
          <a:p>
            <a:pPr eaLnBrk="1" hangingPunct="1"/>
            <a:endParaRPr lang="en-GB" dirty="0"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txBox="1">
            <a:spLocks noGrp="1" noChangeArrowheads="1"/>
          </p:cNvSpPr>
          <p:nvPr/>
        </p:nvSpPr>
        <p:spPr bwMode="auto">
          <a:xfrm>
            <a:off x="3819527" y="9402765"/>
            <a:ext cx="2957513" cy="541337"/>
          </a:xfrm>
          <a:prstGeom prst="rect">
            <a:avLst/>
          </a:prstGeom>
          <a:noFill/>
          <a:ln w="9525">
            <a:noFill/>
            <a:miter lim="800000"/>
            <a:headEnd/>
            <a:tailEnd/>
          </a:ln>
        </p:spPr>
        <p:txBody>
          <a:bodyPr lIns="87383" tIns="43690" rIns="87383" bIns="43690" anchor="b"/>
          <a:lstStyle/>
          <a:p>
            <a:pPr algn="r" defTabSz="874713"/>
            <a:fld id="{4B732037-DCDF-4000-89CA-69BA826DB9ED}" type="slidenum">
              <a:rPr lang="en-US" sz="1200">
                <a:solidFill>
                  <a:prstClr val="black"/>
                </a:solidFill>
                <a:latin typeface="Times New Roman" pitchFamily="18" charset="0"/>
              </a:rPr>
              <a:pPr algn="r" defTabSz="874713"/>
              <a:t>44</a:t>
            </a:fld>
            <a:endParaRPr lang="en-US" sz="1200">
              <a:solidFill>
                <a:prstClr val="black"/>
              </a:solidFill>
              <a:latin typeface="Times New Roman" pitchFamily="18" charset="0"/>
            </a:endParaRPr>
          </a:p>
        </p:txBody>
      </p:sp>
      <p:sp>
        <p:nvSpPr>
          <p:cNvPr id="45058" name="Rectangle 7"/>
          <p:cNvSpPr txBox="1">
            <a:spLocks noGrp="1" noChangeArrowheads="1"/>
          </p:cNvSpPr>
          <p:nvPr/>
        </p:nvSpPr>
        <p:spPr bwMode="auto">
          <a:xfrm>
            <a:off x="3819527" y="9402765"/>
            <a:ext cx="2957513" cy="541337"/>
          </a:xfrm>
          <a:prstGeom prst="rect">
            <a:avLst/>
          </a:prstGeom>
          <a:noFill/>
          <a:ln w="9525">
            <a:noFill/>
            <a:miter lim="800000"/>
            <a:headEnd/>
            <a:tailEnd/>
          </a:ln>
        </p:spPr>
        <p:txBody>
          <a:bodyPr lIns="87374" tIns="43684" rIns="87374" bIns="43684" anchor="b"/>
          <a:lstStyle/>
          <a:p>
            <a:pPr algn="r" defTabSz="874713"/>
            <a:fld id="{DE4422C8-B8F7-4BC4-9202-B0486CBE09AC}" type="slidenum">
              <a:rPr lang="en-US" sz="1200">
                <a:solidFill>
                  <a:prstClr val="black"/>
                </a:solidFill>
                <a:latin typeface="Times New Roman" pitchFamily="18" charset="0"/>
              </a:rPr>
              <a:pPr algn="r" defTabSz="874713"/>
              <a:t>44</a:t>
            </a:fld>
            <a:endParaRPr lang="en-US" sz="1200">
              <a:solidFill>
                <a:prstClr val="black"/>
              </a:solidFill>
              <a:latin typeface="Times New Roman" pitchFamily="18" charset="0"/>
            </a:endParaRPr>
          </a:p>
        </p:txBody>
      </p:sp>
      <p:sp>
        <p:nvSpPr>
          <p:cNvPr id="45059" name="Rectangle 2"/>
          <p:cNvSpPr>
            <a:spLocks noGrp="1" noRot="1" noChangeAspect="1" noChangeArrowheads="1" noTextEdit="1"/>
          </p:cNvSpPr>
          <p:nvPr>
            <p:ph type="sldImg"/>
          </p:nvPr>
        </p:nvSpPr>
        <p:spPr>
          <a:xfrm>
            <a:off x="812800" y="768350"/>
            <a:ext cx="5243513" cy="3708400"/>
          </a:xfrm>
          <a:ln/>
        </p:spPr>
      </p:sp>
      <p:sp>
        <p:nvSpPr>
          <p:cNvPr id="45060" name="Rectangle 3"/>
          <p:cNvSpPr>
            <a:spLocks noGrp="1" noChangeArrowheads="1"/>
          </p:cNvSpPr>
          <p:nvPr>
            <p:ph type="body" idx="1"/>
          </p:nvPr>
        </p:nvSpPr>
        <p:spPr>
          <a:xfrm>
            <a:off x="933452" y="4702176"/>
            <a:ext cx="4986338" cy="4473574"/>
          </a:xfrm>
          <a:noFill/>
          <a:ln/>
        </p:spPr>
        <p:txBody>
          <a:bodyPr lIns="87374" tIns="43684" rIns="87374" bIns="43684"/>
          <a:lstStyle/>
          <a:p>
            <a:pPr eaLnBrk="1" hangingPunct="1"/>
            <a:endParaRPr lang="en-GB" dirty="0"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a:spLocks noGrp="1" noChangeArrowheads="1"/>
          </p:cNvSpPr>
          <p:nvPr>
            <p:ph type="sldNum" sz="quarter" idx="5"/>
          </p:nvPr>
        </p:nvSpPr>
        <p:spPr>
          <a:noFill/>
        </p:spPr>
        <p:txBody>
          <a:bodyPr/>
          <a:lstStyle/>
          <a:p>
            <a:fld id="{F4A80C82-DFDE-41C4-B1A2-D4E3A3E44E08}" type="slidenum">
              <a:rPr lang="en-US" smtClean="0"/>
              <a:pPr/>
              <a:t>45</a:t>
            </a:fld>
            <a:endParaRPr lang="en-US" smtClean="0"/>
          </a:p>
        </p:txBody>
      </p:sp>
      <p:sp>
        <p:nvSpPr>
          <p:cNvPr id="32770" name="Rectangle 2"/>
          <p:cNvSpPr>
            <a:spLocks noGrp="1" noRot="1" noChangeAspect="1" noChangeArrowheads="1" noTextEdit="1"/>
          </p:cNvSpPr>
          <p:nvPr>
            <p:ph type="sldImg"/>
          </p:nvPr>
        </p:nvSpPr>
        <p:spPr>
          <a:xfrm>
            <a:off x="809625" y="768350"/>
            <a:ext cx="5243513" cy="3708400"/>
          </a:xfrm>
          <a:ln/>
        </p:spPr>
      </p:sp>
      <p:sp>
        <p:nvSpPr>
          <p:cNvPr id="32771" name="Rectangle 3"/>
          <p:cNvSpPr>
            <a:spLocks noGrp="1" noChangeArrowheads="1"/>
          </p:cNvSpPr>
          <p:nvPr>
            <p:ph type="body" idx="1"/>
          </p:nvPr>
        </p:nvSpPr>
        <p:spPr>
          <a:xfrm>
            <a:off x="933312" y="4702335"/>
            <a:ext cx="4985772" cy="4472915"/>
          </a:xfrm>
          <a:noFill/>
          <a:ln/>
        </p:spPr>
        <p:txBody>
          <a:bodyPr/>
          <a:lstStyle/>
          <a:p>
            <a:pPr eaLnBrk="1" hangingPunct="1"/>
            <a:endParaRPr lang="en-GB" smtClean="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jpeg"/><Relationship Id="rId1" Type="http://schemas.openxmlformats.org/officeDocument/2006/relationships/slideMaster" Target="../slideMasters/slideMaster3.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7.jpeg"/><Relationship Id="rId1" Type="http://schemas.openxmlformats.org/officeDocument/2006/relationships/slideMaster" Target="../slideMasters/slideMaster4.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7.jpeg"/><Relationship Id="rId1" Type="http://schemas.openxmlformats.org/officeDocument/2006/relationships/slideMaster" Target="../slideMasters/slideMaster5.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jpeg"/><Relationship Id="rId1" Type="http://schemas.openxmlformats.org/officeDocument/2006/relationships/slideMaster" Target="../slideMasters/slideMaster6.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7.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jpeg"/><Relationship Id="rId1" Type="http://schemas.openxmlformats.org/officeDocument/2006/relationships/slideMaster" Target="../slideMasters/slideMaster8.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9.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7.jpeg"/><Relationship Id="rId1" Type="http://schemas.openxmlformats.org/officeDocument/2006/relationships/slideMaster" Target="../slideMasters/slideMaster10.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1.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4.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5.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6.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jpeg"/><Relationship Id="rId1" Type="http://schemas.openxmlformats.org/officeDocument/2006/relationships/slideMaster" Target="../slideMasters/slideMaster17.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7.jpeg"/><Relationship Id="rId1" Type="http://schemas.openxmlformats.org/officeDocument/2006/relationships/slideMaster" Target="../slideMasters/slideMaster18.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8.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9" descr="Here for good"/>
          <p:cNvPicPr>
            <a:picLocks noChangeAspect="1" noChangeArrowheads="1"/>
          </p:cNvPicPr>
          <p:nvPr/>
        </p:nvPicPr>
        <p:blipFill>
          <a:blip r:embed="rId2" cstate="print"/>
          <a:srcRect/>
          <a:stretch>
            <a:fillRect/>
          </a:stretch>
        </p:blipFill>
        <p:spPr bwMode="auto">
          <a:xfrm>
            <a:off x="7967663" y="6615113"/>
            <a:ext cx="2360612" cy="552450"/>
          </a:xfrm>
          <a:prstGeom prst="rect">
            <a:avLst/>
          </a:prstGeom>
          <a:noFill/>
          <a:ln w="9525">
            <a:noFill/>
            <a:miter lim="800000"/>
            <a:headEnd/>
            <a:tailEnd/>
          </a:ln>
        </p:spPr>
      </p:pic>
      <p:pic>
        <p:nvPicPr>
          <p:cNvPr id="5" name="Picture 10"/>
          <p:cNvPicPr>
            <a:picLocks noChangeAspect="1" noChangeArrowheads="1"/>
          </p:cNvPicPr>
          <p:nvPr/>
        </p:nvPicPr>
        <p:blipFill>
          <a:blip r:embed="rId3" cstate="print"/>
          <a:srcRect/>
          <a:stretch>
            <a:fillRect/>
          </a:stretch>
        </p:blipFill>
        <p:spPr bwMode="auto">
          <a:xfrm>
            <a:off x="0" y="2438405"/>
            <a:ext cx="10693400" cy="2506663"/>
          </a:xfrm>
          <a:prstGeom prst="rect">
            <a:avLst/>
          </a:prstGeom>
          <a:noFill/>
          <a:ln w="9525">
            <a:noFill/>
            <a:miter lim="800000"/>
            <a:headEnd/>
            <a:tailEnd/>
          </a:ln>
        </p:spPr>
      </p:pic>
      <p:pic>
        <p:nvPicPr>
          <p:cNvPr id="6" name="Picture 11" descr="Visual Identitiy Band"/>
          <p:cNvPicPr preferRelativeResize="0">
            <a:picLocks noChangeArrowheads="1"/>
          </p:cNvPicPr>
          <p:nvPr/>
        </p:nvPicPr>
        <p:blipFill>
          <a:blip r:embed="rId4" cstate="print"/>
          <a:srcRect/>
          <a:stretch>
            <a:fillRect/>
          </a:stretch>
        </p:blipFill>
        <p:spPr bwMode="auto">
          <a:xfrm>
            <a:off x="0" y="2379663"/>
            <a:ext cx="10693400" cy="63500"/>
          </a:xfrm>
          <a:prstGeom prst="rect">
            <a:avLst/>
          </a:prstGeom>
          <a:noFill/>
          <a:ln w="9525">
            <a:noFill/>
            <a:miter lim="800000"/>
            <a:headEnd/>
            <a:tailEnd/>
          </a:ln>
        </p:spPr>
      </p:pic>
      <p:pic>
        <p:nvPicPr>
          <p:cNvPr id="7" name="Picture 12" descr="SCB Logo"/>
          <p:cNvPicPr preferRelativeResize="0">
            <a:picLocks noChangeAspect="1" noChangeArrowheads="1"/>
          </p:cNvPicPr>
          <p:nvPr/>
        </p:nvPicPr>
        <p:blipFill>
          <a:blip r:embed="rId5" cstate="print"/>
          <a:srcRect/>
          <a:stretch>
            <a:fillRect/>
          </a:stretch>
        </p:blipFill>
        <p:spPr bwMode="auto">
          <a:xfrm>
            <a:off x="8732841" y="1570038"/>
            <a:ext cx="1517650" cy="579437"/>
          </a:xfrm>
          <a:prstGeom prst="rect">
            <a:avLst/>
          </a:prstGeom>
          <a:noFill/>
          <a:ln w="9525">
            <a:noFill/>
            <a:miter lim="800000"/>
            <a:headEnd/>
            <a:tailEnd/>
          </a:ln>
        </p:spPr>
      </p:pic>
      <p:sp>
        <p:nvSpPr>
          <p:cNvPr id="8" name="Text Box 19"/>
          <p:cNvSpPr txBox="1">
            <a:spLocks noChangeArrowheads="1"/>
          </p:cNvSpPr>
          <p:nvPr/>
        </p:nvSpPr>
        <p:spPr bwMode="auto">
          <a:xfrm>
            <a:off x="412751" y="671513"/>
            <a:ext cx="9867900" cy="515937"/>
          </a:xfrm>
          <a:prstGeom prst="rect">
            <a:avLst/>
          </a:prstGeom>
          <a:noFill/>
          <a:ln w="9525">
            <a:noFill/>
            <a:miter lim="800000"/>
            <a:headEnd/>
            <a:tailEnd/>
          </a:ln>
        </p:spPr>
        <p:txBody>
          <a:bodyPr lIns="100430" tIns="50247" rIns="100430" bIns="50247">
            <a:spAutoFit/>
          </a:bodyPr>
          <a:lstStyle/>
          <a:p>
            <a:pPr defTabSz="1004522">
              <a:spcBef>
                <a:spcPct val="50000"/>
              </a:spcBef>
              <a:defRPr/>
            </a:pPr>
            <a:endParaRPr lang="en-GB" sz="2700" b="1" baseline="0" dirty="0"/>
          </a:p>
        </p:txBody>
      </p:sp>
      <p:sp>
        <p:nvSpPr>
          <p:cNvPr id="2727940" name="Rectangle 18"/>
          <p:cNvSpPr>
            <a:spLocks noGrp="1" noChangeArrowheads="1"/>
          </p:cNvSpPr>
          <p:nvPr>
            <p:ph type="subTitle" idx="1"/>
          </p:nvPr>
        </p:nvSpPr>
        <p:spPr>
          <a:xfrm>
            <a:off x="668338" y="5124450"/>
            <a:ext cx="8108950" cy="2436813"/>
          </a:xfrm>
        </p:spPr>
        <p:txBody>
          <a:bodyPr/>
          <a:lstStyle>
            <a:lvl1pPr marL="0" indent="0">
              <a:defRPr sz="2900" b="0" smtClean="0">
                <a:solidFill>
                  <a:schemeClr val="hlink"/>
                </a:solidFill>
              </a:defRPr>
            </a:lvl1pPr>
          </a:lstStyle>
          <a:p>
            <a:r>
              <a:rPr lang="en-AU" smtClean="0"/>
              <a:t>Click to edit Master subtitle style</a:t>
            </a:r>
          </a:p>
        </p:txBody>
      </p:sp>
      <p:sp>
        <p:nvSpPr>
          <p:cNvPr id="2727942" name="Rectangle 20"/>
          <p:cNvSpPr>
            <a:spLocks noGrp="1" noChangeArrowheads="1"/>
          </p:cNvSpPr>
          <p:nvPr>
            <p:ph type="ctrTitle"/>
          </p:nvPr>
        </p:nvSpPr>
        <p:spPr>
          <a:xfrm>
            <a:off x="668339" y="2349500"/>
            <a:ext cx="8274050" cy="2425700"/>
          </a:xfrm>
        </p:spPr>
        <p:txBody>
          <a:bodyPr/>
          <a:lstStyle>
            <a:lvl1pPr>
              <a:defRPr sz="3700" smtClean="0">
                <a:solidFill>
                  <a:schemeClr val="bg1"/>
                </a:solidFill>
              </a:defRPr>
            </a:lvl1pPr>
          </a:lstStyle>
          <a:p>
            <a:r>
              <a:rPr lang="en-AU" smtClean="0"/>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799" y="4859573"/>
            <a:ext cx="9090025" cy="15017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844799" y="3205166"/>
            <a:ext cx="9090025" cy="1654175"/>
          </a:xfrm>
        </p:spPr>
        <p:txBody>
          <a:bodyPr anchor="b"/>
          <a:lstStyle>
            <a:lvl1pPr marL="0" indent="0">
              <a:buNone/>
              <a:defRPr sz="2100"/>
            </a:lvl1pPr>
            <a:lvl2pPr marL="440298" indent="0">
              <a:buNone/>
              <a:defRPr sz="1800"/>
            </a:lvl2pPr>
            <a:lvl3pPr marL="880657" indent="0">
              <a:buNone/>
              <a:defRPr sz="1600"/>
            </a:lvl3pPr>
            <a:lvl4pPr marL="1320993" indent="0">
              <a:buNone/>
              <a:defRPr sz="1400"/>
            </a:lvl4pPr>
            <a:lvl5pPr marL="1761331" indent="0">
              <a:buNone/>
              <a:defRPr sz="1400"/>
            </a:lvl5pPr>
            <a:lvl6pPr marL="2201681" indent="0">
              <a:buNone/>
              <a:defRPr sz="1400"/>
            </a:lvl6pPr>
            <a:lvl7pPr marL="2642007" indent="0">
              <a:buNone/>
              <a:defRPr sz="1400"/>
            </a:lvl7pPr>
            <a:lvl8pPr marL="3082336" indent="0">
              <a:buNone/>
              <a:defRPr sz="1400"/>
            </a:lvl8pPr>
            <a:lvl9pPr marL="3522673"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46337" y="1512888"/>
            <a:ext cx="4821237" cy="5276850"/>
          </a:xfrm>
        </p:spPr>
        <p:txBody>
          <a:bodyPr/>
          <a:lstStyle>
            <a:lvl1pPr>
              <a:defRPr sz="29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19975" y="1512888"/>
            <a:ext cx="4822825" cy="5276850"/>
          </a:xfrm>
        </p:spPr>
        <p:txBody>
          <a:bodyPr/>
          <a:lstStyle>
            <a:lvl1pPr>
              <a:defRPr sz="29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237" y="303219"/>
            <a:ext cx="9623425" cy="1260475"/>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34991" y="1692277"/>
            <a:ext cx="4724400" cy="704850"/>
          </a:xfrm>
        </p:spPr>
        <p:txBody>
          <a:bodyPr anchor="b"/>
          <a:lstStyle>
            <a:lvl1pPr marL="0" indent="0">
              <a:buNone/>
              <a:defRPr sz="2400" b="1"/>
            </a:lvl1pPr>
            <a:lvl2pPr marL="440298" indent="0">
              <a:buNone/>
              <a:defRPr sz="2100" b="1"/>
            </a:lvl2pPr>
            <a:lvl3pPr marL="880657" indent="0">
              <a:buNone/>
              <a:defRPr sz="1800" b="1"/>
            </a:lvl3pPr>
            <a:lvl4pPr marL="1320993" indent="0">
              <a:buNone/>
              <a:defRPr sz="1600" b="1"/>
            </a:lvl4pPr>
            <a:lvl5pPr marL="1761331" indent="0">
              <a:buNone/>
              <a:defRPr sz="1600" b="1"/>
            </a:lvl5pPr>
            <a:lvl6pPr marL="2201681" indent="0">
              <a:buNone/>
              <a:defRPr sz="1600" b="1"/>
            </a:lvl6pPr>
            <a:lvl7pPr marL="2642007" indent="0">
              <a:buNone/>
              <a:defRPr sz="1600" b="1"/>
            </a:lvl7pPr>
            <a:lvl8pPr marL="3082336" indent="0">
              <a:buNone/>
              <a:defRPr sz="1600" b="1"/>
            </a:lvl8pPr>
            <a:lvl9pPr marL="3522673" indent="0">
              <a:buNone/>
              <a:defRPr sz="1600" b="1"/>
            </a:lvl9pPr>
          </a:lstStyle>
          <a:p>
            <a:pPr lvl="0"/>
            <a:r>
              <a:rPr lang="en-US"/>
              <a:t>Click to edit Master text styles</a:t>
            </a:r>
          </a:p>
        </p:txBody>
      </p:sp>
      <p:sp>
        <p:nvSpPr>
          <p:cNvPr id="4" name="Content Placeholder 3"/>
          <p:cNvSpPr>
            <a:spLocks noGrp="1"/>
          </p:cNvSpPr>
          <p:nvPr>
            <p:ph sz="half" idx="2"/>
          </p:nvPr>
        </p:nvSpPr>
        <p:spPr>
          <a:xfrm>
            <a:off x="534991" y="2397128"/>
            <a:ext cx="4724400" cy="4357688"/>
          </a:xfrm>
        </p:spPr>
        <p:txBody>
          <a:bodyPr/>
          <a:lstStyle>
            <a:lvl1pPr>
              <a:defRPr sz="24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432429" y="1692277"/>
            <a:ext cx="4725988" cy="704850"/>
          </a:xfrm>
        </p:spPr>
        <p:txBody>
          <a:bodyPr anchor="b"/>
          <a:lstStyle>
            <a:lvl1pPr marL="0" indent="0">
              <a:buNone/>
              <a:defRPr sz="2400" b="1"/>
            </a:lvl1pPr>
            <a:lvl2pPr marL="440298" indent="0">
              <a:buNone/>
              <a:defRPr sz="2100" b="1"/>
            </a:lvl2pPr>
            <a:lvl3pPr marL="880657" indent="0">
              <a:buNone/>
              <a:defRPr sz="1800" b="1"/>
            </a:lvl3pPr>
            <a:lvl4pPr marL="1320993" indent="0">
              <a:buNone/>
              <a:defRPr sz="1600" b="1"/>
            </a:lvl4pPr>
            <a:lvl5pPr marL="1761331" indent="0">
              <a:buNone/>
              <a:defRPr sz="1600" b="1"/>
            </a:lvl5pPr>
            <a:lvl6pPr marL="2201681" indent="0">
              <a:buNone/>
              <a:defRPr sz="1600" b="1"/>
            </a:lvl6pPr>
            <a:lvl7pPr marL="2642007" indent="0">
              <a:buNone/>
              <a:defRPr sz="1600" b="1"/>
            </a:lvl7pPr>
            <a:lvl8pPr marL="3082336" indent="0">
              <a:buNone/>
              <a:defRPr sz="1600" b="1"/>
            </a:lvl8pPr>
            <a:lvl9pPr marL="352267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32429" y="2397128"/>
            <a:ext cx="4725988" cy="4357688"/>
          </a:xfrm>
        </p:spPr>
        <p:txBody>
          <a:bodyPr/>
          <a:lstStyle>
            <a:lvl1pPr>
              <a:defRPr sz="24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236" y="301630"/>
            <a:ext cx="3517901" cy="1281113"/>
          </a:xfrm>
        </p:spPr>
        <p:txBody>
          <a:bodyPr anchor="b"/>
          <a:lstStyle>
            <a:lvl1pPr algn="l">
              <a:defRPr sz="2100" b="1"/>
            </a:lvl1pPr>
          </a:lstStyle>
          <a:p>
            <a:r>
              <a:rPr lang="en-US"/>
              <a:t>Click to edit Master title style</a:t>
            </a:r>
          </a:p>
        </p:txBody>
      </p:sp>
      <p:sp>
        <p:nvSpPr>
          <p:cNvPr id="3" name="Content Placeholder 2"/>
          <p:cNvSpPr>
            <a:spLocks noGrp="1"/>
          </p:cNvSpPr>
          <p:nvPr>
            <p:ph idx="1"/>
          </p:nvPr>
        </p:nvSpPr>
        <p:spPr>
          <a:xfrm>
            <a:off x="4181479" y="301625"/>
            <a:ext cx="5976938" cy="6453188"/>
          </a:xfrm>
        </p:spPr>
        <p:txBody>
          <a:bodyPr/>
          <a:lstStyle>
            <a:lvl1pPr>
              <a:defRPr sz="3200"/>
            </a:lvl1pPr>
            <a:lvl2pPr>
              <a:defRPr sz="29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5236" y="1582973"/>
            <a:ext cx="3517901" cy="5172075"/>
          </a:xfrm>
        </p:spPr>
        <p:txBody>
          <a:bodyPr/>
          <a:lstStyle>
            <a:lvl1pPr marL="0" indent="0">
              <a:buNone/>
              <a:defRPr sz="1400"/>
            </a:lvl1pPr>
            <a:lvl2pPr marL="440298" indent="0">
              <a:buNone/>
              <a:defRPr sz="1300"/>
            </a:lvl2pPr>
            <a:lvl3pPr marL="880657" indent="0">
              <a:buNone/>
              <a:defRPr sz="1000"/>
            </a:lvl3pPr>
            <a:lvl4pPr marL="1320993" indent="0">
              <a:buNone/>
              <a:defRPr sz="900"/>
            </a:lvl4pPr>
            <a:lvl5pPr marL="1761331" indent="0">
              <a:buNone/>
              <a:defRPr sz="900"/>
            </a:lvl5pPr>
            <a:lvl6pPr marL="2201681" indent="0">
              <a:buNone/>
              <a:defRPr sz="900"/>
            </a:lvl6pPr>
            <a:lvl7pPr marL="2642007" indent="0">
              <a:buNone/>
              <a:defRPr sz="900"/>
            </a:lvl7pPr>
            <a:lvl8pPr marL="3082336" indent="0">
              <a:buNone/>
              <a:defRPr sz="900"/>
            </a:lvl8pPr>
            <a:lvl9pPr marL="3522673"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95749" y="5292725"/>
            <a:ext cx="6416675" cy="625475"/>
          </a:xfrm>
        </p:spPr>
        <p:txBody>
          <a:bodyPr anchor="b"/>
          <a:lstStyle>
            <a:lvl1pPr algn="l">
              <a:defRPr sz="2100" b="1"/>
            </a:lvl1pPr>
          </a:lstStyle>
          <a:p>
            <a:r>
              <a:rPr lang="en-US"/>
              <a:t>Click to edit Master title style</a:t>
            </a:r>
          </a:p>
        </p:txBody>
      </p:sp>
      <p:sp>
        <p:nvSpPr>
          <p:cNvPr id="3" name="Picture Placeholder 2"/>
          <p:cNvSpPr>
            <a:spLocks noGrp="1"/>
          </p:cNvSpPr>
          <p:nvPr>
            <p:ph type="pic" idx="1"/>
          </p:nvPr>
        </p:nvSpPr>
        <p:spPr>
          <a:xfrm>
            <a:off x="2095749" y="676275"/>
            <a:ext cx="6416675" cy="4535488"/>
          </a:xfrm>
        </p:spPr>
        <p:txBody>
          <a:bodyPr/>
          <a:lstStyle>
            <a:lvl1pPr marL="0" indent="0">
              <a:buNone/>
              <a:defRPr sz="3200"/>
            </a:lvl1pPr>
            <a:lvl2pPr marL="440298" indent="0">
              <a:buNone/>
              <a:defRPr sz="2900"/>
            </a:lvl2pPr>
            <a:lvl3pPr marL="880657" indent="0">
              <a:buNone/>
              <a:defRPr sz="2400"/>
            </a:lvl3pPr>
            <a:lvl4pPr marL="1320993" indent="0">
              <a:buNone/>
              <a:defRPr sz="2100"/>
            </a:lvl4pPr>
            <a:lvl5pPr marL="1761331" indent="0">
              <a:buNone/>
              <a:defRPr sz="2100"/>
            </a:lvl5pPr>
            <a:lvl6pPr marL="2201681" indent="0">
              <a:buNone/>
              <a:defRPr sz="2100"/>
            </a:lvl6pPr>
            <a:lvl7pPr marL="2642007" indent="0">
              <a:buNone/>
              <a:defRPr sz="2100"/>
            </a:lvl7pPr>
            <a:lvl8pPr marL="3082336" indent="0">
              <a:buNone/>
              <a:defRPr sz="2100"/>
            </a:lvl8pPr>
            <a:lvl9pPr marL="3522673" indent="0">
              <a:buNone/>
              <a:defRPr sz="2100"/>
            </a:lvl9pPr>
          </a:lstStyle>
          <a:p>
            <a:pPr lvl="0"/>
            <a:endParaRPr lang="en-US" noProof="0"/>
          </a:p>
        </p:txBody>
      </p:sp>
      <p:sp>
        <p:nvSpPr>
          <p:cNvPr id="4" name="Text Placeholder 3"/>
          <p:cNvSpPr>
            <a:spLocks noGrp="1"/>
          </p:cNvSpPr>
          <p:nvPr>
            <p:ph type="body" sz="half" idx="2"/>
          </p:nvPr>
        </p:nvSpPr>
        <p:spPr>
          <a:xfrm>
            <a:off x="2095749" y="5918201"/>
            <a:ext cx="6416675" cy="887413"/>
          </a:xfrm>
        </p:spPr>
        <p:txBody>
          <a:bodyPr/>
          <a:lstStyle>
            <a:lvl1pPr marL="0" indent="0">
              <a:buNone/>
              <a:defRPr sz="1400"/>
            </a:lvl1pPr>
            <a:lvl2pPr marL="440298" indent="0">
              <a:buNone/>
              <a:defRPr sz="1300"/>
            </a:lvl2pPr>
            <a:lvl3pPr marL="880657" indent="0">
              <a:buNone/>
              <a:defRPr sz="1000"/>
            </a:lvl3pPr>
            <a:lvl4pPr marL="1320993" indent="0">
              <a:buNone/>
              <a:defRPr sz="900"/>
            </a:lvl4pPr>
            <a:lvl5pPr marL="1761331" indent="0">
              <a:buNone/>
              <a:defRPr sz="900"/>
            </a:lvl5pPr>
            <a:lvl6pPr marL="2201681" indent="0">
              <a:buNone/>
              <a:defRPr sz="900"/>
            </a:lvl6pPr>
            <a:lvl7pPr marL="2642007" indent="0">
              <a:buNone/>
              <a:defRPr sz="900"/>
            </a:lvl7pPr>
            <a:lvl8pPr marL="3082336" indent="0">
              <a:buNone/>
              <a:defRPr sz="900"/>
            </a:lvl8pPr>
            <a:lvl9pPr marL="3522673"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813924" y="368303"/>
            <a:ext cx="2466975" cy="64214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12751" y="368303"/>
            <a:ext cx="7248525" cy="64214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a:t>Click to edit Master title style</a:t>
            </a:r>
          </a:p>
        </p:txBody>
      </p:sp>
      <p:sp>
        <p:nvSpPr>
          <p:cNvPr id="3" name="Text Placeholder 2"/>
          <p:cNvSpPr>
            <a:spLocks noGrp="1"/>
          </p:cNvSpPr>
          <p:nvPr>
            <p:ph type="body" sz="half" idx="1"/>
          </p:nvPr>
        </p:nvSpPr>
        <p:spPr>
          <a:xfrm>
            <a:off x="446337" y="1512888"/>
            <a:ext cx="4821237" cy="5276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19975" y="1512888"/>
            <a:ext cx="4822825" cy="5276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01937" y="2349500"/>
            <a:ext cx="9090025" cy="1620838"/>
          </a:xfrm>
        </p:spPr>
        <p:txBody>
          <a:bodyPr/>
          <a:lstStyle/>
          <a:p>
            <a:r>
              <a:rPr lang="en-US"/>
              <a:t>Click to edit Master title style</a:t>
            </a:r>
          </a:p>
        </p:txBody>
      </p:sp>
      <p:sp>
        <p:nvSpPr>
          <p:cNvPr id="3" name="Subtitle 2"/>
          <p:cNvSpPr>
            <a:spLocks noGrp="1"/>
          </p:cNvSpPr>
          <p:nvPr>
            <p:ph type="subTitle" idx="1"/>
          </p:nvPr>
        </p:nvSpPr>
        <p:spPr>
          <a:xfrm>
            <a:off x="1603375" y="4284669"/>
            <a:ext cx="7486650" cy="1931986"/>
          </a:xfrm>
        </p:spPr>
        <p:txBody>
          <a:bodyPr/>
          <a:lstStyle>
            <a:lvl1pPr marL="0" indent="0" algn="ctr">
              <a:buNone/>
              <a:defRPr/>
            </a:lvl1pPr>
            <a:lvl2pPr marL="440298" indent="0" algn="ctr">
              <a:buNone/>
              <a:defRPr/>
            </a:lvl2pPr>
            <a:lvl3pPr marL="880657" indent="0" algn="ctr">
              <a:buNone/>
              <a:defRPr/>
            </a:lvl3pPr>
            <a:lvl4pPr marL="1320993" indent="0" algn="ctr">
              <a:buNone/>
              <a:defRPr/>
            </a:lvl4pPr>
            <a:lvl5pPr marL="1761331" indent="0" algn="ctr">
              <a:buNone/>
              <a:defRPr/>
            </a:lvl5pPr>
            <a:lvl6pPr marL="2201681" indent="0" algn="ctr">
              <a:buNone/>
              <a:defRPr/>
            </a:lvl6pPr>
            <a:lvl7pPr marL="2642007" indent="0" algn="ctr">
              <a:buNone/>
              <a:defRPr/>
            </a:lvl7pPr>
            <a:lvl8pPr marL="3082336" indent="0" algn="ctr">
              <a:buNone/>
              <a:defRPr/>
            </a:lvl8pPr>
            <a:lvl9pPr marL="3522673" indent="0" algn="ctr">
              <a:buNone/>
              <a:defRPr/>
            </a:lvl9pPr>
          </a:lstStyle>
          <a:p>
            <a:r>
              <a:rPr lang="en-US"/>
              <a:t>Click to edit Master subtitle style</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799" y="4859573"/>
            <a:ext cx="9090025" cy="15017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844799" y="3205166"/>
            <a:ext cx="9090025" cy="1654175"/>
          </a:xfrm>
        </p:spPr>
        <p:txBody>
          <a:bodyPr anchor="b"/>
          <a:lstStyle>
            <a:lvl1pPr marL="0" indent="0">
              <a:buNone/>
              <a:defRPr sz="2100"/>
            </a:lvl1pPr>
            <a:lvl2pPr marL="440298" indent="0">
              <a:buNone/>
              <a:defRPr sz="1800"/>
            </a:lvl2pPr>
            <a:lvl3pPr marL="880657" indent="0">
              <a:buNone/>
              <a:defRPr sz="1600"/>
            </a:lvl3pPr>
            <a:lvl4pPr marL="1320993" indent="0">
              <a:buNone/>
              <a:defRPr sz="1400"/>
            </a:lvl4pPr>
            <a:lvl5pPr marL="1761331" indent="0">
              <a:buNone/>
              <a:defRPr sz="1400"/>
            </a:lvl5pPr>
            <a:lvl6pPr marL="2201681" indent="0">
              <a:buNone/>
              <a:defRPr sz="1400"/>
            </a:lvl6pPr>
            <a:lvl7pPr marL="2642007" indent="0">
              <a:buNone/>
              <a:defRPr sz="1400"/>
            </a:lvl7pPr>
            <a:lvl8pPr marL="3082336" indent="0">
              <a:buNone/>
              <a:defRPr sz="1400"/>
            </a:lvl8pPr>
            <a:lvl9pPr marL="3522673" indent="0">
              <a:buNone/>
              <a:defRPr sz="1400"/>
            </a:lvl9pPr>
          </a:lstStyle>
          <a:p>
            <a:pPr lvl="0"/>
            <a:r>
              <a:rPr lang="en-US"/>
              <a:t>Click to edit Master text styles</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46337" y="1512888"/>
            <a:ext cx="4821237" cy="5276850"/>
          </a:xfrm>
        </p:spPr>
        <p:txBody>
          <a:bodyPr/>
          <a:lstStyle>
            <a:lvl1pPr>
              <a:defRPr sz="29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19975" y="1512888"/>
            <a:ext cx="4822825" cy="5276850"/>
          </a:xfrm>
        </p:spPr>
        <p:txBody>
          <a:bodyPr/>
          <a:lstStyle>
            <a:lvl1pPr>
              <a:defRPr sz="29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237" y="303219"/>
            <a:ext cx="9623425" cy="1260475"/>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34991" y="1692277"/>
            <a:ext cx="4724400" cy="704850"/>
          </a:xfrm>
        </p:spPr>
        <p:txBody>
          <a:bodyPr anchor="b"/>
          <a:lstStyle>
            <a:lvl1pPr marL="0" indent="0">
              <a:buNone/>
              <a:defRPr sz="2400" b="1"/>
            </a:lvl1pPr>
            <a:lvl2pPr marL="440298" indent="0">
              <a:buNone/>
              <a:defRPr sz="2100" b="1"/>
            </a:lvl2pPr>
            <a:lvl3pPr marL="880657" indent="0">
              <a:buNone/>
              <a:defRPr sz="1800" b="1"/>
            </a:lvl3pPr>
            <a:lvl4pPr marL="1320993" indent="0">
              <a:buNone/>
              <a:defRPr sz="1600" b="1"/>
            </a:lvl4pPr>
            <a:lvl5pPr marL="1761331" indent="0">
              <a:buNone/>
              <a:defRPr sz="1600" b="1"/>
            </a:lvl5pPr>
            <a:lvl6pPr marL="2201681" indent="0">
              <a:buNone/>
              <a:defRPr sz="1600" b="1"/>
            </a:lvl6pPr>
            <a:lvl7pPr marL="2642007" indent="0">
              <a:buNone/>
              <a:defRPr sz="1600" b="1"/>
            </a:lvl7pPr>
            <a:lvl8pPr marL="3082336" indent="0">
              <a:buNone/>
              <a:defRPr sz="1600" b="1"/>
            </a:lvl8pPr>
            <a:lvl9pPr marL="3522673" indent="0">
              <a:buNone/>
              <a:defRPr sz="1600" b="1"/>
            </a:lvl9pPr>
          </a:lstStyle>
          <a:p>
            <a:pPr lvl="0"/>
            <a:r>
              <a:rPr lang="en-US"/>
              <a:t>Click to edit Master text styles</a:t>
            </a:r>
          </a:p>
        </p:txBody>
      </p:sp>
      <p:sp>
        <p:nvSpPr>
          <p:cNvPr id="4" name="Content Placeholder 3"/>
          <p:cNvSpPr>
            <a:spLocks noGrp="1"/>
          </p:cNvSpPr>
          <p:nvPr>
            <p:ph sz="half" idx="2"/>
          </p:nvPr>
        </p:nvSpPr>
        <p:spPr>
          <a:xfrm>
            <a:off x="534991" y="2397128"/>
            <a:ext cx="4724400" cy="4357688"/>
          </a:xfrm>
        </p:spPr>
        <p:txBody>
          <a:bodyPr/>
          <a:lstStyle>
            <a:lvl1pPr>
              <a:defRPr sz="24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432429" y="1692277"/>
            <a:ext cx="4725988" cy="704850"/>
          </a:xfrm>
        </p:spPr>
        <p:txBody>
          <a:bodyPr anchor="b"/>
          <a:lstStyle>
            <a:lvl1pPr marL="0" indent="0">
              <a:buNone/>
              <a:defRPr sz="2400" b="1"/>
            </a:lvl1pPr>
            <a:lvl2pPr marL="440298" indent="0">
              <a:buNone/>
              <a:defRPr sz="2100" b="1"/>
            </a:lvl2pPr>
            <a:lvl3pPr marL="880657" indent="0">
              <a:buNone/>
              <a:defRPr sz="1800" b="1"/>
            </a:lvl3pPr>
            <a:lvl4pPr marL="1320993" indent="0">
              <a:buNone/>
              <a:defRPr sz="1600" b="1"/>
            </a:lvl4pPr>
            <a:lvl5pPr marL="1761331" indent="0">
              <a:buNone/>
              <a:defRPr sz="1600" b="1"/>
            </a:lvl5pPr>
            <a:lvl6pPr marL="2201681" indent="0">
              <a:buNone/>
              <a:defRPr sz="1600" b="1"/>
            </a:lvl6pPr>
            <a:lvl7pPr marL="2642007" indent="0">
              <a:buNone/>
              <a:defRPr sz="1600" b="1"/>
            </a:lvl7pPr>
            <a:lvl8pPr marL="3082336" indent="0">
              <a:buNone/>
              <a:defRPr sz="1600" b="1"/>
            </a:lvl8pPr>
            <a:lvl9pPr marL="352267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32429" y="2397128"/>
            <a:ext cx="4725988" cy="4357688"/>
          </a:xfrm>
        </p:spPr>
        <p:txBody>
          <a:bodyPr/>
          <a:lstStyle>
            <a:lvl1pPr>
              <a:defRPr sz="24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236" y="301630"/>
            <a:ext cx="3517901" cy="1281113"/>
          </a:xfrm>
        </p:spPr>
        <p:txBody>
          <a:bodyPr anchor="b"/>
          <a:lstStyle>
            <a:lvl1pPr algn="l">
              <a:defRPr sz="2100" b="1"/>
            </a:lvl1pPr>
          </a:lstStyle>
          <a:p>
            <a:r>
              <a:rPr lang="en-US"/>
              <a:t>Click to edit Master title style</a:t>
            </a:r>
          </a:p>
        </p:txBody>
      </p:sp>
      <p:sp>
        <p:nvSpPr>
          <p:cNvPr id="3" name="Content Placeholder 2"/>
          <p:cNvSpPr>
            <a:spLocks noGrp="1"/>
          </p:cNvSpPr>
          <p:nvPr>
            <p:ph idx="1"/>
          </p:nvPr>
        </p:nvSpPr>
        <p:spPr>
          <a:xfrm>
            <a:off x="4181479" y="301625"/>
            <a:ext cx="5976938" cy="6453188"/>
          </a:xfrm>
        </p:spPr>
        <p:txBody>
          <a:bodyPr/>
          <a:lstStyle>
            <a:lvl1pPr>
              <a:defRPr sz="3200"/>
            </a:lvl1pPr>
            <a:lvl2pPr>
              <a:defRPr sz="29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5236" y="1582973"/>
            <a:ext cx="3517901" cy="5172075"/>
          </a:xfrm>
        </p:spPr>
        <p:txBody>
          <a:bodyPr/>
          <a:lstStyle>
            <a:lvl1pPr marL="0" indent="0">
              <a:buNone/>
              <a:defRPr sz="1400"/>
            </a:lvl1pPr>
            <a:lvl2pPr marL="440298" indent="0">
              <a:buNone/>
              <a:defRPr sz="1300"/>
            </a:lvl2pPr>
            <a:lvl3pPr marL="880657" indent="0">
              <a:buNone/>
              <a:defRPr sz="1000"/>
            </a:lvl3pPr>
            <a:lvl4pPr marL="1320993" indent="0">
              <a:buNone/>
              <a:defRPr sz="900"/>
            </a:lvl4pPr>
            <a:lvl5pPr marL="1761331" indent="0">
              <a:buNone/>
              <a:defRPr sz="900"/>
            </a:lvl5pPr>
            <a:lvl6pPr marL="2201681" indent="0">
              <a:buNone/>
              <a:defRPr sz="900"/>
            </a:lvl6pPr>
            <a:lvl7pPr marL="2642007" indent="0">
              <a:buNone/>
              <a:defRPr sz="900"/>
            </a:lvl7pPr>
            <a:lvl8pPr marL="3082336" indent="0">
              <a:buNone/>
              <a:defRPr sz="900"/>
            </a:lvl8pPr>
            <a:lvl9pPr marL="3522673" indent="0">
              <a:buNone/>
              <a:defRPr sz="900"/>
            </a:lvl9pPr>
          </a:lstStyle>
          <a:p>
            <a:pPr lvl="0"/>
            <a:r>
              <a:rPr lang="en-US"/>
              <a:t>Click to edit Master text styles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95749" y="5292725"/>
            <a:ext cx="6416675" cy="625475"/>
          </a:xfrm>
        </p:spPr>
        <p:txBody>
          <a:bodyPr anchor="b"/>
          <a:lstStyle>
            <a:lvl1pPr algn="l">
              <a:defRPr sz="2100" b="1"/>
            </a:lvl1pPr>
          </a:lstStyle>
          <a:p>
            <a:r>
              <a:rPr lang="en-US"/>
              <a:t>Click to edit Master title style</a:t>
            </a:r>
          </a:p>
        </p:txBody>
      </p:sp>
      <p:sp>
        <p:nvSpPr>
          <p:cNvPr id="3" name="Picture Placeholder 2"/>
          <p:cNvSpPr>
            <a:spLocks noGrp="1"/>
          </p:cNvSpPr>
          <p:nvPr>
            <p:ph type="pic" idx="1"/>
          </p:nvPr>
        </p:nvSpPr>
        <p:spPr>
          <a:xfrm>
            <a:off x="2095749" y="676275"/>
            <a:ext cx="6416675" cy="4535488"/>
          </a:xfrm>
        </p:spPr>
        <p:txBody>
          <a:bodyPr/>
          <a:lstStyle>
            <a:lvl1pPr marL="0" indent="0">
              <a:buNone/>
              <a:defRPr sz="3200"/>
            </a:lvl1pPr>
            <a:lvl2pPr marL="440298" indent="0">
              <a:buNone/>
              <a:defRPr sz="2900"/>
            </a:lvl2pPr>
            <a:lvl3pPr marL="880657" indent="0">
              <a:buNone/>
              <a:defRPr sz="2400"/>
            </a:lvl3pPr>
            <a:lvl4pPr marL="1320993" indent="0">
              <a:buNone/>
              <a:defRPr sz="2100"/>
            </a:lvl4pPr>
            <a:lvl5pPr marL="1761331" indent="0">
              <a:buNone/>
              <a:defRPr sz="2100"/>
            </a:lvl5pPr>
            <a:lvl6pPr marL="2201681" indent="0">
              <a:buNone/>
              <a:defRPr sz="2100"/>
            </a:lvl6pPr>
            <a:lvl7pPr marL="2642007" indent="0">
              <a:buNone/>
              <a:defRPr sz="2100"/>
            </a:lvl7pPr>
            <a:lvl8pPr marL="3082336" indent="0">
              <a:buNone/>
              <a:defRPr sz="2100"/>
            </a:lvl8pPr>
            <a:lvl9pPr marL="3522673" indent="0">
              <a:buNone/>
              <a:defRPr sz="2100"/>
            </a:lvl9pPr>
          </a:lstStyle>
          <a:p>
            <a:pPr lvl="0"/>
            <a:endParaRPr lang="en-US" noProof="0"/>
          </a:p>
        </p:txBody>
      </p:sp>
      <p:sp>
        <p:nvSpPr>
          <p:cNvPr id="4" name="Text Placeholder 3"/>
          <p:cNvSpPr>
            <a:spLocks noGrp="1"/>
          </p:cNvSpPr>
          <p:nvPr>
            <p:ph type="body" sz="half" idx="2"/>
          </p:nvPr>
        </p:nvSpPr>
        <p:spPr>
          <a:xfrm>
            <a:off x="2095749" y="5918201"/>
            <a:ext cx="6416675" cy="887413"/>
          </a:xfrm>
        </p:spPr>
        <p:txBody>
          <a:bodyPr/>
          <a:lstStyle>
            <a:lvl1pPr marL="0" indent="0">
              <a:buNone/>
              <a:defRPr sz="1400"/>
            </a:lvl1pPr>
            <a:lvl2pPr marL="440298" indent="0">
              <a:buNone/>
              <a:defRPr sz="1300"/>
            </a:lvl2pPr>
            <a:lvl3pPr marL="880657" indent="0">
              <a:buNone/>
              <a:defRPr sz="1000"/>
            </a:lvl3pPr>
            <a:lvl4pPr marL="1320993" indent="0">
              <a:buNone/>
              <a:defRPr sz="900"/>
            </a:lvl4pPr>
            <a:lvl5pPr marL="1761331" indent="0">
              <a:buNone/>
              <a:defRPr sz="900"/>
            </a:lvl5pPr>
            <a:lvl6pPr marL="2201681" indent="0">
              <a:buNone/>
              <a:defRPr sz="900"/>
            </a:lvl6pPr>
            <a:lvl7pPr marL="2642007" indent="0">
              <a:buNone/>
              <a:defRPr sz="900"/>
            </a:lvl7pPr>
            <a:lvl8pPr marL="3082336" indent="0">
              <a:buNone/>
              <a:defRPr sz="900"/>
            </a:lvl8pPr>
            <a:lvl9pPr marL="3522673" indent="0">
              <a:buNone/>
              <a:defRPr sz="900"/>
            </a:lvl9pPr>
          </a:lstStyle>
          <a:p>
            <a:pPr lvl="0"/>
            <a:r>
              <a:rPr lang="en-US"/>
              <a:t>Click to edit Master text styles</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813924" y="368303"/>
            <a:ext cx="2466975" cy="64214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12751" y="368303"/>
            <a:ext cx="7248525" cy="64214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9" descr="Here for good"/>
          <p:cNvPicPr>
            <a:picLocks noChangeAspect="1" noChangeArrowheads="1"/>
          </p:cNvPicPr>
          <p:nvPr/>
        </p:nvPicPr>
        <p:blipFill>
          <a:blip r:embed="rId2" cstate="print"/>
          <a:srcRect/>
          <a:stretch>
            <a:fillRect/>
          </a:stretch>
        </p:blipFill>
        <p:spPr bwMode="auto">
          <a:xfrm>
            <a:off x="7967663" y="6615113"/>
            <a:ext cx="2360612" cy="552450"/>
          </a:xfrm>
          <a:prstGeom prst="rect">
            <a:avLst/>
          </a:prstGeom>
          <a:noFill/>
          <a:ln w="9525">
            <a:noFill/>
            <a:miter lim="800000"/>
            <a:headEnd/>
            <a:tailEnd/>
          </a:ln>
        </p:spPr>
      </p:pic>
      <p:pic>
        <p:nvPicPr>
          <p:cNvPr id="5" name="Picture 10"/>
          <p:cNvPicPr>
            <a:picLocks noChangeAspect="1" noChangeArrowheads="1"/>
          </p:cNvPicPr>
          <p:nvPr/>
        </p:nvPicPr>
        <p:blipFill>
          <a:blip r:embed="rId3" cstate="print"/>
          <a:srcRect/>
          <a:stretch>
            <a:fillRect/>
          </a:stretch>
        </p:blipFill>
        <p:spPr bwMode="auto">
          <a:xfrm>
            <a:off x="0" y="2438405"/>
            <a:ext cx="10693400" cy="2506663"/>
          </a:xfrm>
          <a:prstGeom prst="rect">
            <a:avLst/>
          </a:prstGeom>
          <a:noFill/>
          <a:ln w="9525">
            <a:noFill/>
            <a:miter lim="800000"/>
            <a:headEnd/>
            <a:tailEnd/>
          </a:ln>
        </p:spPr>
      </p:pic>
      <p:pic>
        <p:nvPicPr>
          <p:cNvPr id="6" name="Picture 11" descr="Visual Identitiy Band"/>
          <p:cNvPicPr preferRelativeResize="0">
            <a:picLocks noChangeArrowheads="1"/>
          </p:cNvPicPr>
          <p:nvPr/>
        </p:nvPicPr>
        <p:blipFill>
          <a:blip r:embed="rId4" cstate="print"/>
          <a:srcRect/>
          <a:stretch>
            <a:fillRect/>
          </a:stretch>
        </p:blipFill>
        <p:spPr bwMode="auto">
          <a:xfrm>
            <a:off x="0" y="2379663"/>
            <a:ext cx="10693400" cy="63500"/>
          </a:xfrm>
          <a:prstGeom prst="rect">
            <a:avLst/>
          </a:prstGeom>
          <a:noFill/>
          <a:ln w="9525">
            <a:noFill/>
            <a:miter lim="800000"/>
            <a:headEnd/>
            <a:tailEnd/>
          </a:ln>
        </p:spPr>
      </p:pic>
      <p:pic>
        <p:nvPicPr>
          <p:cNvPr id="7" name="Picture 12" descr="SCB Logo"/>
          <p:cNvPicPr preferRelativeResize="0">
            <a:picLocks noChangeAspect="1" noChangeArrowheads="1"/>
          </p:cNvPicPr>
          <p:nvPr/>
        </p:nvPicPr>
        <p:blipFill>
          <a:blip r:embed="rId5" cstate="print"/>
          <a:srcRect/>
          <a:stretch>
            <a:fillRect/>
          </a:stretch>
        </p:blipFill>
        <p:spPr bwMode="auto">
          <a:xfrm>
            <a:off x="8732841" y="1570038"/>
            <a:ext cx="1517650" cy="579437"/>
          </a:xfrm>
          <a:prstGeom prst="rect">
            <a:avLst/>
          </a:prstGeom>
          <a:noFill/>
          <a:ln w="9525">
            <a:noFill/>
            <a:miter lim="800000"/>
            <a:headEnd/>
            <a:tailEnd/>
          </a:ln>
        </p:spPr>
      </p:pic>
      <p:sp>
        <p:nvSpPr>
          <p:cNvPr id="8" name="Text Box 19"/>
          <p:cNvSpPr txBox="1">
            <a:spLocks noChangeArrowheads="1"/>
          </p:cNvSpPr>
          <p:nvPr/>
        </p:nvSpPr>
        <p:spPr bwMode="auto">
          <a:xfrm>
            <a:off x="412751" y="671513"/>
            <a:ext cx="9867900" cy="515937"/>
          </a:xfrm>
          <a:prstGeom prst="rect">
            <a:avLst/>
          </a:prstGeom>
          <a:noFill/>
          <a:ln w="9525">
            <a:noFill/>
            <a:miter lim="800000"/>
            <a:headEnd/>
            <a:tailEnd/>
          </a:ln>
        </p:spPr>
        <p:txBody>
          <a:bodyPr lIns="100412" tIns="50238" rIns="100412" bIns="50238">
            <a:spAutoFit/>
          </a:bodyPr>
          <a:lstStyle/>
          <a:p>
            <a:pPr defTabSz="1004522">
              <a:spcBef>
                <a:spcPct val="50000"/>
              </a:spcBef>
              <a:defRPr/>
            </a:pPr>
            <a:endParaRPr lang="en-GB" sz="2700" b="1" baseline="0" dirty="0"/>
          </a:p>
        </p:txBody>
      </p:sp>
      <p:sp>
        <p:nvSpPr>
          <p:cNvPr id="2727940" name="Rectangle 18"/>
          <p:cNvSpPr>
            <a:spLocks noGrp="1" noChangeArrowheads="1"/>
          </p:cNvSpPr>
          <p:nvPr>
            <p:ph type="subTitle" idx="1"/>
          </p:nvPr>
        </p:nvSpPr>
        <p:spPr>
          <a:xfrm>
            <a:off x="668338" y="5124450"/>
            <a:ext cx="8108950" cy="2436813"/>
          </a:xfrm>
        </p:spPr>
        <p:txBody>
          <a:bodyPr/>
          <a:lstStyle>
            <a:lvl1pPr marL="0" indent="0">
              <a:defRPr sz="2900" b="0" smtClean="0">
                <a:solidFill>
                  <a:schemeClr val="hlink"/>
                </a:solidFill>
              </a:defRPr>
            </a:lvl1pPr>
          </a:lstStyle>
          <a:p>
            <a:r>
              <a:rPr lang="en-AU" smtClean="0"/>
              <a:t>Click to edit Master subtitle style</a:t>
            </a:r>
          </a:p>
        </p:txBody>
      </p:sp>
      <p:sp>
        <p:nvSpPr>
          <p:cNvPr id="2727942" name="Rectangle 20"/>
          <p:cNvSpPr>
            <a:spLocks noGrp="1" noChangeArrowheads="1"/>
          </p:cNvSpPr>
          <p:nvPr>
            <p:ph type="ctrTitle"/>
          </p:nvPr>
        </p:nvSpPr>
        <p:spPr>
          <a:xfrm>
            <a:off x="668339" y="2349500"/>
            <a:ext cx="8274050" cy="2425700"/>
          </a:xfrm>
        </p:spPr>
        <p:txBody>
          <a:bodyPr/>
          <a:lstStyle>
            <a:lvl1pPr>
              <a:defRPr sz="3700" smtClean="0">
                <a:solidFill>
                  <a:schemeClr val="bg1"/>
                </a:solidFill>
              </a:defRPr>
            </a:lvl1pPr>
          </a:lstStyle>
          <a:p>
            <a:r>
              <a:rPr lang="en-AU" smtClean="0"/>
              <a:t>Click to edit Master title style</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799" y="4859573"/>
            <a:ext cx="9090025" cy="15017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844799" y="3205166"/>
            <a:ext cx="9090025" cy="1654175"/>
          </a:xfrm>
        </p:spPr>
        <p:txBody>
          <a:bodyPr anchor="b"/>
          <a:lstStyle>
            <a:lvl1pPr marL="0" indent="0">
              <a:buNone/>
              <a:defRPr sz="2100"/>
            </a:lvl1pPr>
            <a:lvl2pPr marL="440298" indent="0">
              <a:buNone/>
              <a:defRPr sz="1800"/>
            </a:lvl2pPr>
            <a:lvl3pPr marL="880657" indent="0">
              <a:buNone/>
              <a:defRPr sz="1600"/>
            </a:lvl3pPr>
            <a:lvl4pPr marL="1320993" indent="0">
              <a:buNone/>
              <a:defRPr sz="1400"/>
            </a:lvl4pPr>
            <a:lvl5pPr marL="1761331" indent="0">
              <a:buNone/>
              <a:defRPr sz="1400"/>
            </a:lvl5pPr>
            <a:lvl6pPr marL="2201681" indent="0">
              <a:buNone/>
              <a:defRPr sz="1400"/>
            </a:lvl6pPr>
            <a:lvl7pPr marL="2642007" indent="0">
              <a:buNone/>
              <a:defRPr sz="1400"/>
            </a:lvl7pPr>
            <a:lvl8pPr marL="3082336" indent="0">
              <a:buNone/>
              <a:defRPr sz="1400"/>
            </a:lvl8pPr>
            <a:lvl9pPr marL="3522673" indent="0">
              <a:buNone/>
              <a:defRPr sz="1400"/>
            </a:lvl9pPr>
          </a:lstStyle>
          <a:p>
            <a:pPr lvl="0"/>
            <a:r>
              <a:rPr lang="en-US"/>
              <a:t>Click to edit Master text styles</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46337" y="1512888"/>
            <a:ext cx="4821237" cy="5276850"/>
          </a:xfrm>
        </p:spPr>
        <p:txBody>
          <a:bodyPr/>
          <a:lstStyle>
            <a:lvl1pPr>
              <a:defRPr sz="29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19975" y="1512888"/>
            <a:ext cx="4822825" cy="5276850"/>
          </a:xfrm>
        </p:spPr>
        <p:txBody>
          <a:bodyPr/>
          <a:lstStyle>
            <a:lvl1pPr>
              <a:defRPr sz="29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237" y="303219"/>
            <a:ext cx="9623425" cy="1260475"/>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34991" y="1692277"/>
            <a:ext cx="4724400" cy="704850"/>
          </a:xfrm>
        </p:spPr>
        <p:txBody>
          <a:bodyPr anchor="b"/>
          <a:lstStyle>
            <a:lvl1pPr marL="0" indent="0">
              <a:buNone/>
              <a:defRPr sz="2400" b="1"/>
            </a:lvl1pPr>
            <a:lvl2pPr marL="440298" indent="0">
              <a:buNone/>
              <a:defRPr sz="2100" b="1"/>
            </a:lvl2pPr>
            <a:lvl3pPr marL="880657" indent="0">
              <a:buNone/>
              <a:defRPr sz="1800" b="1"/>
            </a:lvl3pPr>
            <a:lvl4pPr marL="1320993" indent="0">
              <a:buNone/>
              <a:defRPr sz="1600" b="1"/>
            </a:lvl4pPr>
            <a:lvl5pPr marL="1761331" indent="0">
              <a:buNone/>
              <a:defRPr sz="1600" b="1"/>
            </a:lvl5pPr>
            <a:lvl6pPr marL="2201681" indent="0">
              <a:buNone/>
              <a:defRPr sz="1600" b="1"/>
            </a:lvl6pPr>
            <a:lvl7pPr marL="2642007" indent="0">
              <a:buNone/>
              <a:defRPr sz="1600" b="1"/>
            </a:lvl7pPr>
            <a:lvl8pPr marL="3082336" indent="0">
              <a:buNone/>
              <a:defRPr sz="1600" b="1"/>
            </a:lvl8pPr>
            <a:lvl9pPr marL="3522673" indent="0">
              <a:buNone/>
              <a:defRPr sz="1600" b="1"/>
            </a:lvl9pPr>
          </a:lstStyle>
          <a:p>
            <a:pPr lvl="0"/>
            <a:r>
              <a:rPr lang="en-US"/>
              <a:t>Click to edit Master text styles</a:t>
            </a:r>
          </a:p>
        </p:txBody>
      </p:sp>
      <p:sp>
        <p:nvSpPr>
          <p:cNvPr id="4" name="Content Placeholder 3"/>
          <p:cNvSpPr>
            <a:spLocks noGrp="1"/>
          </p:cNvSpPr>
          <p:nvPr>
            <p:ph sz="half" idx="2"/>
          </p:nvPr>
        </p:nvSpPr>
        <p:spPr>
          <a:xfrm>
            <a:off x="534991" y="2397128"/>
            <a:ext cx="4724400" cy="4357688"/>
          </a:xfrm>
        </p:spPr>
        <p:txBody>
          <a:bodyPr/>
          <a:lstStyle>
            <a:lvl1pPr>
              <a:defRPr sz="24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432429" y="1692277"/>
            <a:ext cx="4725988" cy="704850"/>
          </a:xfrm>
        </p:spPr>
        <p:txBody>
          <a:bodyPr anchor="b"/>
          <a:lstStyle>
            <a:lvl1pPr marL="0" indent="0">
              <a:buNone/>
              <a:defRPr sz="2400" b="1"/>
            </a:lvl1pPr>
            <a:lvl2pPr marL="440298" indent="0">
              <a:buNone/>
              <a:defRPr sz="2100" b="1"/>
            </a:lvl2pPr>
            <a:lvl3pPr marL="880657" indent="0">
              <a:buNone/>
              <a:defRPr sz="1800" b="1"/>
            </a:lvl3pPr>
            <a:lvl4pPr marL="1320993" indent="0">
              <a:buNone/>
              <a:defRPr sz="1600" b="1"/>
            </a:lvl4pPr>
            <a:lvl5pPr marL="1761331" indent="0">
              <a:buNone/>
              <a:defRPr sz="1600" b="1"/>
            </a:lvl5pPr>
            <a:lvl6pPr marL="2201681" indent="0">
              <a:buNone/>
              <a:defRPr sz="1600" b="1"/>
            </a:lvl6pPr>
            <a:lvl7pPr marL="2642007" indent="0">
              <a:buNone/>
              <a:defRPr sz="1600" b="1"/>
            </a:lvl7pPr>
            <a:lvl8pPr marL="3082336" indent="0">
              <a:buNone/>
              <a:defRPr sz="1600" b="1"/>
            </a:lvl8pPr>
            <a:lvl9pPr marL="352267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32429" y="2397128"/>
            <a:ext cx="4725988" cy="4357688"/>
          </a:xfrm>
        </p:spPr>
        <p:txBody>
          <a:bodyPr/>
          <a:lstStyle>
            <a:lvl1pPr>
              <a:defRPr sz="24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236" y="301630"/>
            <a:ext cx="3517901" cy="1281113"/>
          </a:xfrm>
        </p:spPr>
        <p:txBody>
          <a:bodyPr anchor="b"/>
          <a:lstStyle>
            <a:lvl1pPr algn="l">
              <a:defRPr sz="2100" b="1"/>
            </a:lvl1pPr>
          </a:lstStyle>
          <a:p>
            <a:r>
              <a:rPr lang="en-US"/>
              <a:t>Click to edit Master title style</a:t>
            </a:r>
          </a:p>
        </p:txBody>
      </p:sp>
      <p:sp>
        <p:nvSpPr>
          <p:cNvPr id="3" name="Content Placeholder 2"/>
          <p:cNvSpPr>
            <a:spLocks noGrp="1"/>
          </p:cNvSpPr>
          <p:nvPr>
            <p:ph idx="1"/>
          </p:nvPr>
        </p:nvSpPr>
        <p:spPr>
          <a:xfrm>
            <a:off x="4181479" y="301625"/>
            <a:ext cx="5976938" cy="6453188"/>
          </a:xfrm>
        </p:spPr>
        <p:txBody>
          <a:bodyPr/>
          <a:lstStyle>
            <a:lvl1pPr>
              <a:defRPr sz="3200"/>
            </a:lvl1pPr>
            <a:lvl2pPr>
              <a:defRPr sz="29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5236" y="1582973"/>
            <a:ext cx="3517901" cy="5172075"/>
          </a:xfrm>
        </p:spPr>
        <p:txBody>
          <a:bodyPr/>
          <a:lstStyle>
            <a:lvl1pPr marL="0" indent="0">
              <a:buNone/>
              <a:defRPr sz="1400"/>
            </a:lvl1pPr>
            <a:lvl2pPr marL="440298" indent="0">
              <a:buNone/>
              <a:defRPr sz="1300"/>
            </a:lvl2pPr>
            <a:lvl3pPr marL="880657" indent="0">
              <a:buNone/>
              <a:defRPr sz="1000"/>
            </a:lvl3pPr>
            <a:lvl4pPr marL="1320993" indent="0">
              <a:buNone/>
              <a:defRPr sz="900"/>
            </a:lvl4pPr>
            <a:lvl5pPr marL="1761331" indent="0">
              <a:buNone/>
              <a:defRPr sz="900"/>
            </a:lvl5pPr>
            <a:lvl6pPr marL="2201681" indent="0">
              <a:buNone/>
              <a:defRPr sz="900"/>
            </a:lvl6pPr>
            <a:lvl7pPr marL="2642007" indent="0">
              <a:buNone/>
              <a:defRPr sz="900"/>
            </a:lvl7pPr>
            <a:lvl8pPr marL="3082336" indent="0">
              <a:buNone/>
              <a:defRPr sz="900"/>
            </a:lvl8pPr>
            <a:lvl9pPr marL="3522673" indent="0">
              <a:buNone/>
              <a:defRPr sz="900"/>
            </a:lvl9pPr>
          </a:lstStyle>
          <a:p>
            <a:pPr lvl="0"/>
            <a:r>
              <a:rPr lang="en-US"/>
              <a:t>Click to edit Master text styles</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95749" y="5292725"/>
            <a:ext cx="6416675" cy="625475"/>
          </a:xfrm>
        </p:spPr>
        <p:txBody>
          <a:bodyPr anchor="b"/>
          <a:lstStyle>
            <a:lvl1pPr algn="l">
              <a:defRPr sz="2100" b="1"/>
            </a:lvl1pPr>
          </a:lstStyle>
          <a:p>
            <a:r>
              <a:rPr lang="en-US"/>
              <a:t>Click to edit Master title style</a:t>
            </a:r>
          </a:p>
        </p:txBody>
      </p:sp>
      <p:sp>
        <p:nvSpPr>
          <p:cNvPr id="3" name="Picture Placeholder 2"/>
          <p:cNvSpPr>
            <a:spLocks noGrp="1"/>
          </p:cNvSpPr>
          <p:nvPr>
            <p:ph type="pic" idx="1"/>
          </p:nvPr>
        </p:nvSpPr>
        <p:spPr>
          <a:xfrm>
            <a:off x="2095749" y="676275"/>
            <a:ext cx="6416675" cy="4535488"/>
          </a:xfrm>
        </p:spPr>
        <p:txBody>
          <a:bodyPr/>
          <a:lstStyle>
            <a:lvl1pPr marL="0" indent="0">
              <a:buNone/>
              <a:defRPr sz="3200"/>
            </a:lvl1pPr>
            <a:lvl2pPr marL="440298" indent="0">
              <a:buNone/>
              <a:defRPr sz="2900"/>
            </a:lvl2pPr>
            <a:lvl3pPr marL="880657" indent="0">
              <a:buNone/>
              <a:defRPr sz="2400"/>
            </a:lvl3pPr>
            <a:lvl4pPr marL="1320993" indent="0">
              <a:buNone/>
              <a:defRPr sz="2100"/>
            </a:lvl4pPr>
            <a:lvl5pPr marL="1761331" indent="0">
              <a:buNone/>
              <a:defRPr sz="2100"/>
            </a:lvl5pPr>
            <a:lvl6pPr marL="2201681" indent="0">
              <a:buNone/>
              <a:defRPr sz="2100"/>
            </a:lvl6pPr>
            <a:lvl7pPr marL="2642007" indent="0">
              <a:buNone/>
              <a:defRPr sz="2100"/>
            </a:lvl7pPr>
            <a:lvl8pPr marL="3082336" indent="0">
              <a:buNone/>
              <a:defRPr sz="2100"/>
            </a:lvl8pPr>
            <a:lvl9pPr marL="3522673" indent="0">
              <a:buNone/>
              <a:defRPr sz="2100"/>
            </a:lvl9pPr>
          </a:lstStyle>
          <a:p>
            <a:pPr lvl="0"/>
            <a:endParaRPr lang="en-US" noProof="0"/>
          </a:p>
        </p:txBody>
      </p:sp>
      <p:sp>
        <p:nvSpPr>
          <p:cNvPr id="4" name="Text Placeholder 3"/>
          <p:cNvSpPr>
            <a:spLocks noGrp="1"/>
          </p:cNvSpPr>
          <p:nvPr>
            <p:ph type="body" sz="half" idx="2"/>
          </p:nvPr>
        </p:nvSpPr>
        <p:spPr>
          <a:xfrm>
            <a:off x="2095749" y="5918201"/>
            <a:ext cx="6416675" cy="887413"/>
          </a:xfrm>
        </p:spPr>
        <p:txBody>
          <a:bodyPr/>
          <a:lstStyle>
            <a:lvl1pPr marL="0" indent="0">
              <a:buNone/>
              <a:defRPr sz="1400"/>
            </a:lvl1pPr>
            <a:lvl2pPr marL="440298" indent="0">
              <a:buNone/>
              <a:defRPr sz="1300"/>
            </a:lvl2pPr>
            <a:lvl3pPr marL="880657" indent="0">
              <a:buNone/>
              <a:defRPr sz="1000"/>
            </a:lvl3pPr>
            <a:lvl4pPr marL="1320993" indent="0">
              <a:buNone/>
              <a:defRPr sz="900"/>
            </a:lvl4pPr>
            <a:lvl5pPr marL="1761331" indent="0">
              <a:buNone/>
              <a:defRPr sz="900"/>
            </a:lvl5pPr>
            <a:lvl6pPr marL="2201681" indent="0">
              <a:buNone/>
              <a:defRPr sz="900"/>
            </a:lvl6pPr>
            <a:lvl7pPr marL="2642007" indent="0">
              <a:buNone/>
              <a:defRPr sz="900"/>
            </a:lvl7pPr>
            <a:lvl8pPr marL="3082336" indent="0">
              <a:buNone/>
              <a:defRPr sz="900"/>
            </a:lvl8pPr>
            <a:lvl9pPr marL="3522673" indent="0">
              <a:buNone/>
              <a:defRPr sz="900"/>
            </a:lvl9pPr>
          </a:lstStyle>
          <a:p>
            <a:pPr lvl="0"/>
            <a:r>
              <a:rPr lang="en-US"/>
              <a:t>Click to edit Master text styles</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813924" y="368303"/>
            <a:ext cx="2466975" cy="64214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12751" y="368303"/>
            <a:ext cx="7248525" cy="64214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a:t>Click to edit Master title style</a:t>
            </a:r>
          </a:p>
        </p:txBody>
      </p:sp>
      <p:sp>
        <p:nvSpPr>
          <p:cNvPr id="3" name="Text Placeholder 2"/>
          <p:cNvSpPr>
            <a:spLocks noGrp="1"/>
          </p:cNvSpPr>
          <p:nvPr>
            <p:ph type="body" sz="half" idx="1"/>
          </p:nvPr>
        </p:nvSpPr>
        <p:spPr>
          <a:xfrm>
            <a:off x="446337" y="1512888"/>
            <a:ext cx="4821237" cy="5276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19975" y="1512888"/>
            <a:ext cx="4822825" cy="5276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6" descr="Here for good"/>
          <p:cNvPicPr>
            <a:picLocks noChangeAspect="1" noChangeArrowheads="1"/>
          </p:cNvPicPr>
          <p:nvPr userDrawn="1"/>
        </p:nvPicPr>
        <p:blipFill>
          <a:blip r:embed="rId2" cstate="print"/>
          <a:srcRect/>
          <a:stretch>
            <a:fillRect/>
          </a:stretch>
        </p:blipFill>
        <p:spPr bwMode="auto">
          <a:xfrm>
            <a:off x="7967663" y="6615113"/>
            <a:ext cx="2360612" cy="552450"/>
          </a:xfrm>
          <a:prstGeom prst="rect">
            <a:avLst/>
          </a:prstGeom>
          <a:noFill/>
          <a:ln w="9525">
            <a:noFill/>
            <a:miter lim="800000"/>
            <a:headEnd/>
            <a:tailEnd/>
          </a:ln>
        </p:spPr>
      </p:pic>
      <p:pic>
        <p:nvPicPr>
          <p:cNvPr id="5" name="Picture 23"/>
          <p:cNvPicPr>
            <a:picLocks noChangeAspect="1" noChangeArrowheads="1"/>
          </p:cNvPicPr>
          <p:nvPr userDrawn="1"/>
        </p:nvPicPr>
        <p:blipFill>
          <a:blip r:embed="rId3" cstate="print"/>
          <a:srcRect/>
          <a:stretch>
            <a:fillRect/>
          </a:stretch>
        </p:blipFill>
        <p:spPr bwMode="auto">
          <a:xfrm>
            <a:off x="0" y="2438405"/>
            <a:ext cx="10693400" cy="2506663"/>
          </a:xfrm>
          <a:prstGeom prst="rect">
            <a:avLst/>
          </a:prstGeom>
          <a:noFill/>
          <a:ln w="9525">
            <a:noFill/>
            <a:miter lim="800000"/>
            <a:headEnd/>
            <a:tailEnd/>
          </a:ln>
        </p:spPr>
      </p:pic>
      <p:pic>
        <p:nvPicPr>
          <p:cNvPr id="6" name="Picture 19" descr="Visual Identitiy Band"/>
          <p:cNvPicPr preferRelativeResize="0">
            <a:picLocks noChangeArrowheads="1"/>
          </p:cNvPicPr>
          <p:nvPr userDrawn="1"/>
        </p:nvPicPr>
        <p:blipFill>
          <a:blip r:embed="rId4" cstate="print"/>
          <a:srcRect/>
          <a:stretch>
            <a:fillRect/>
          </a:stretch>
        </p:blipFill>
        <p:spPr bwMode="auto">
          <a:xfrm>
            <a:off x="0" y="2381484"/>
            <a:ext cx="10693400" cy="61913"/>
          </a:xfrm>
          <a:prstGeom prst="rect">
            <a:avLst/>
          </a:prstGeom>
          <a:noFill/>
          <a:ln w="9525">
            <a:noFill/>
            <a:miter lim="800000"/>
            <a:headEnd/>
            <a:tailEnd/>
          </a:ln>
        </p:spPr>
      </p:pic>
      <p:pic>
        <p:nvPicPr>
          <p:cNvPr id="7" name="Picture 20" descr="SCB Logo"/>
          <p:cNvPicPr preferRelativeResize="0">
            <a:picLocks noChangeAspect="1" noChangeArrowheads="1"/>
          </p:cNvPicPr>
          <p:nvPr userDrawn="1"/>
        </p:nvPicPr>
        <p:blipFill>
          <a:blip r:embed="rId5" cstate="print"/>
          <a:srcRect/>
          <a:stretch>
            <a:fillRect/>
          </a:stretch>
        </p:blipFill>
        <p:spPr bwMode="auto">
          <a:xfrm>
            <a:off x="8732841" y="1570038"/>
            <a:ext cx="1517650" cy="579437"/>
          </a:xfrm>
          <a:prstGeom prst="rect">
            <a:avLst/>
          </a:prstGeom>
          <a:noFill/>
          <a:ln w="9525">
            <a:noFill/>
            <a:miter lim="800000"/>
            <a:headEnd/>
            <a:tailEnd/>
          </a:ln>
        </p:spPr>
      </p:pic>
      <p:sp>
        <p:nvSpPr>
          <p:cNvPr id="623634" name="Rectangle 18"/>
          <p:cNvSpPr>
            <a:spLocks noGrp="1" noChangeArrowheads="1"/>
          </p:cNvSpPr>
          <p:nvPr>
            <p:ph type="subTitle" idx="1"/>
          </p:nvPr>
        </p:nvSpPr>
        <p:spPr>
          <a:xfrm>
            <a:off x="669925" y="5124450"/>
            <a:ext cx="8108950" cy="2436813"/>
          </a:xfrm>
        </p:spPr>
        <p:txBody>
          <a:bodyPr tIns="50263" rIns="100464" bIns="50263"/>
          <a:lstStyle>
            <a:lvl1pPr>
              <a:spcBef>
                <a:spcPct val="0"/>
              </a:spcBef>
              <a:spcAft>
                <a:spcPct val="0"/>
              </a:spcAft>
              <a:defRPr sz="2900" b="0">
                <a:solidFill>
                  <a:srgbClr val="6C6C6C"/>
                </a:solidFill>
              </a:defRPr>
            </a:lvl1pPr>
          </a:lstStyle>
          <a:p>
            <a:r>
              <a:rPr lang="en-US" dirty="0"/>
              <a:t>Click to edit Master subtitle style</a:t>
            </a:r>
          </a:p>
        </p:txBody>
      </p:sp>
      <p:sp>
        <p:nvSpPr>
          <p:cNvPr id="623633" name="Rectangle 17"/>
          <p:cNvSpPr>
            <a:spLocks noGrp="1" noChangeArrowheads="1"/>
          </p:cNvSpPr>
          <p:nvPr>
            <p:ph type="ctrTitle"/>
          </p:nvPr>
        </p:nvSpPr>
        <p:spPr>
          <a:xfrm>
            <a:off x="669926" y="2522543"/>
            <a:ext cx="8274050" cy="2424112"/>
          </a:xfrm>
        </p:spPr>
        <p:txBody>
          <a:bodyPr/>
          <a:lstStyle>
            <a:lvl1pPr>
              <a:defRPr sz="3700">
                <a:solidFill>
                  <a:schemeClr val="bg1"/>
                </a:solidFill>
              </a:defRPr>
            </a:lvl1pPr>
          </a:lstStyle>
          <a:p>
            <a:r>
              <a:rPr lang="en-US"/>
              <a:t>Click to edit Master title style</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6C6C6C"/>
                </a:solidFill>
              </a:defRPr>
            </a:lvl1pPr>
          </a:lstStyle>
          <a:p>
            <a:r>
              <a:rPr lang="en-US" dirty="0" smtClean="0"/>
              <a:t>Click to edit Master title style</a:t>
            </a:r>
            <a:endParaRPr lang="en-GB" dirty="0"/>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Footer Placeholder 11"/>
          <p:cNvSpPr>
            <a:spLocks noGrp="1"/>
          </p:cNvSpPr>
          <p:nvPr>
            <p:ph type="ftr" sz="quarter" idx="10"/>
          </p:nvPr>
        </p:nvSpPr>
        <p:spPr/>
        <p:txBody>
          <a:bodyPr/>
          <a:lstStyle>
            <a:lvl1pPr>
              <a:defRPr/>
            </a:lvl1pPr>
          </a:lstStyle>
          <a:p>
            <a:pPr>
              <a:defRPr/>
            </a:pPr>
            <a:endParaRPr lang="en-GB"/>
          </a:p>
        </p:txBody>
      </p:sp>
      <p:sp>
        <p:nvSpPr>
          <p:cNvPr id="5" name="Slide Number Placeholder 12"/>
          <p:cNvSpPr>
            <a:spLocks noGrp="1"/>
          </p:cNvSpPr>
          <p:nvPr>
            <p:ph type="sldNum" sz="quarter" idx="11"/>
          </p:nvPr>
        </p:nvSpPr>
        <p:spPr/>
        <p:txBody>
          <a:bodyPr/>
          <a:lstStyle>
            <a:lvl1pPr>
              <a:defRPr/>
            </a:lvl1pPr>
          </a:lstStyle>
          <a:p>
            <a:pPr>
              <a:defRPr/>
            </a:pPr>
            <a:fld id="{5EF72BD3-4626-4AD2-BA8D-72AB6ECD9800}" type="slidenum">
              <a:rPr lang="en-GB"/>
              <a:pPr>
                <a:defRPr/>
              </a:pPr>
              <a:t>‹#›</a:t>
            </a:fld>
            <a:endParaRPr lang="en-GB"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3" name="Picture 2" descr="Visual Identitiy Band"/>
          <p:cNvPicPr preferRelativeResize="0">
            <a:picLocks noChangeArrowheads="1"/>
          </p:cNvPicPr>
          <p:nvPr userDrawn="1"/>
        </p:nvPicPr>
        <p:blipFill>
          <a:blip r:embed="rId2" cstate="print"/>
          <a:srcRect/>
          <a:stretch>
            <a:fillRect/>
          </a:stretch>
        </p:blipFill>
        <p:spPr bwMode="auto">
          <a:xfrm>
            <a:off x="0" y="2381484"/>
            <a:ext cx="10693400" cy="61913"/>
          </a:xfrm>
          <a:prstGeom prst="rect">
            <a:avLst/>
          </a:prstGeom>
          <a:noFill/>
          <a:ln w="9525">
            <a:noFill/>
            <a:miter lim="800000"/>
            <a:headEnd/>
            <a:tailEnd/>
          </a:ln>
        </p:spPr>
      </p:pic>
      <p:pic>
        <p:nvPicPr>
          <p:cNvPr id="4" name="Picture 2"/>
          <p:cNvPicPr>
            <a:picLocks noChangeAspect="1" noChangeArrowheads="1"/>
          </p:cNvPicPr>
          <p:nvPr userDrawn="1"/>
        </p:nvPicPr>
        <p:blipFill>
          <a:blip r:embed="rId3" cstate="print"/>
          <a:srcRect/>
          <a:stretch>
            <a:fillRect/>
          </a:stretch>
        </p:blipFill>
        <p:spPr bwMode="gray">
          <a:xfrm>
            <a:off x="450850" y="7021748"/>
            <a:ext cx="952500" cy="363537"/>
          </a:xfrm>
          <a:prstGeom prst="rect">
            <a:avLst/>
          </a:prstGeom>
          <a:noFill/>
          <a:ln w="9525">
            <a:noFill/>
            <a:miter lim="800000"/>
            <a:headEnd/>
            <a:tailEnd/>
          </a:ln>
        </p:spPr>
      </p:pic>
      <p:sp>
        <p:nvSpPr>
          <p:cNvPr id="2" name="Title 1"/>
          <p:cNvSpPr>
            <a:spLocks noGrp="1"/>
          </p:cNvSpPr>
          <p:nvPr>
            <p:ph type="title"/>
          </p:nvPr>
        </p:nvSpPr>
        <p:spPr>
          <a:xfrm>
            <a:off x="667512" y="2523750"/>
            <a:ext cx="8833104" cy="2423160"/>
          </a:xfrm>
        </p:spPr>
        <p:txBody>
          <a:bodyPr/>
          <a:lstStyle>
            <a:lvl1pPr algn="l">
              <a:defRPr sz="3700" b="0" cap="none" baseline="0">
                <a:solidFill>
                  <a:srgbClr val="6C6C6C"/>
                </a:solidFill>
              </a:defRPr>
            </a:lvl1pPr>
          </a:lstStyle>
          <a:p>
            <a:r>
              <a:rPr lang="en-US" dirty="0" smtClean="0"/>
              <a:t>Click to edit Master title style</a:t>
            </a:r>
            <a:endParaRPr lang="en-GB" dirty="0"/>
          </a:p>
        </p:txBody>
      </p:sp>
      <p:sp>
        <p:nvSpPr>
          <p:cNvPr id="5" name="Footer Placeholder 11"/>
          <p:cNvSpPr>
            <a:spLocks noGrp="1"/>
          </p:cNvSpPr>
          <p:nvPr>
            <p:ph type="ftr" sz="quarter" idx="10"/>
          </p:nvPr>
        </p:nvSpPr>
        <p:spPr/>
        <p:txBody>
          <a:bodyPr/>
          <a:lstStyle>
            <a:lvl1pPr algn="r">
              <a:defRPr sz="900" dirty="0">
                <a:solidFill>
                  <a:srgbClr val="6C6C6C"/>
                </a:solidFill>
              </a:defRPr>
            </a:lvl1pPr>
          </a:lstStyle>
          <a:p>
            <a:pPr>
              <a:defRPr/>
            </a:pPr>
            <a:endParaRPr lang="en-GB"/>
          </a:p>
        </p:txBody>
      </p:sp>
      <p:sp>
        <p:nvSpPr>
          <p:cNvPr id="6" name="Slide Number Placeholder 12"/>
          <p:cNvSpPr>
            <a:spLocks noGrp="1"/>
          </p:cNvSpPr>
          <p:nvPr>
            <p:ph type="sldNum" sz="quarter" idx="11"/>
          </p:nvPr>
        </p:nvSpPr>
        <p:spPr/>
        <p:txBody>
          <a:bodyPr/>
          <a:lstStyle>
            <a:lvl1pPr algn="r">
              <a:defRPr sz="900" smtClean="0">
                <a:solidFill>
                  <a:srgbClr val="6C6C6C"/>
                </a:solidFill>
              </a:defRPr>
            </a:lvl1pPr>
          </a:lstStyle>
          <a:p>
            <a:pPr>
              <a:defRPr/>
            </a:pPr>
            <a:fld id="{006E5D09-FBEA-4CF5-AFDA-9738C41D37E9}" type="slidenum">
              <a:rPr lang="en-GB"/>
              <a:pPr>
                <a:defRPr/>
              </a:pPr>
              <a:t>‹#›</a:t>
            </a:fld>
            <a:endParaRPr lang="en-GB"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GB" dirty="0"/>
          </a:p>
        </p:txBody>
      </p:sp>
      <p:sp>
        <p:nvSpPr>
          <p:cNvPr id="3" name="Content Placeholder 2"/>
          <p:cNvSpPr>
            <a:spLocks noGrp="1"/>
          </p:cNvSpPr>
          <p:nvPr>
            <p:ph sz="half" idx="1"/>
          </p:nvPr>
        </p:nvSpPr>
        <p:spPr>
          <a:xfrm>
            <a:off x="446337" y="1512888"/>
            <a:ext cx="4821237" cy="5276850"/>
          </a:xfrm>
        </p:spPr>
        <p:txBody>
          <a:bodyPr/>
          <a:lstStyle>
            <a:lvl1pPr>
              <a:defRPr sz="1600"/>
            </a:lvl1pPr>
            <a:lvl2pPr>
              <a:defRPr sz="1400"/>
            </a:lvl2pPr>
            <a:lvl3pPr>
              <a:defRPr sz="1400"/>
            </a:lvl3pPr>
            <a:lvl4pPr>
              <a:defRPr sz="14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half" idx="2"/>
          </p:nvPr>
        </p:nvSpPr>
        <p:spPr>
          <a:xfrm>
            <a:off x="5419975" y="1512888"/>
            <a:ext cx="4822825" cy="5276850"/>
          </a:xfrm>
        </p:spPr>
        <p:txBody>
          <a:bodyPr/>
          <a:lstStyle>
            <a:lvl1pPr>
              <a:defRPr sz="1600"/>
            </a:lvl1pPr>
            <a:lvl2pPr>
              <a:defRPr sz="1400"/>
            </a:lvl2pPr>
            <a:lvl3pPr>
              <a:defRPr sz="1400"/>
            </a:lvl3pPr>
            <a:lvl4pPr>
              <a:defRPr sz="14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Footer Placeholder 11"/>
          <p:cNvSpPr>
            <a:spLocks noGrp="1"/>
          </p:cNvSpPr>
          <p:nvPr>
            <p:ph type="ftr" sz="quarter" idx="10"/>
          </p:nvPr>
        </p:nvSpPr>
        <p:spPr/>
        <p:txBody>
          <a:bodyPr/>
          <a:lstStyle>
            <a:lvl1pPr>
              <a:defRPr/>
            </a:lvl1pPr>
          </a:lstStyle>
          <a:p>
            <a:pPr>
              <a:defRPr/>
            </a:pPr>
            <a:endParaRPr lang="en-GB"/>
          </a:p>
        </p:txBody>
      </p:sp>
      <p:sp>
        <p:nvSpPr>
          <p:cNvPr id="6" name="Slide Number Placeholder 12"/>
          <p:cNvSpPr>
            <a:spLocks noGrp="1"/>
          </p:cNvSpPr>
          <p:nvPr>
            <p:ph type="sldNum" sz="quarter" idx="11"/>
          </p:nvPr>
        </p:nvSpPr>
        <p:spPr/>
        <p:txBody>
          <a:bodyPr/>
          <a:lstStyle>
            <a:lvl1pPr>
              <a:defRPr/>
            </a:lvl1pPr>
          </a:lstStyle>
          <a:p>
            <a:pPr>
              <a:defRPr/>
            </a:pPr>
            <a:fld id="{5E6F5FC4-A14F-4691-9CE7-95D4A3B6273C}" type="slidenum">
              <a:rPr lang="en-GB"/>
              <a:pPr>
                <a:defRPr/>
              </a:pPr>
              <a:t>‹#›</a:t>
            </a:fld>
            <a:endParaRPr lang="en-GB"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Footer Placeholder 11"/>
          <p:cNvSpPr>
            <a:spLocks noGrp="1"/>
          </p:cNvSpPr>
          <p:nvPr>
            <p:ph type="ftr" sz="quarter" idx="10"/>
          </p:nvPr>
        </p:nvSpPr>
        <p:spPr/>
        <p:txBody>
          <a:bodyPr/>
          <a:lstStyle>
            <a:lvl1pPr>
              <a:defRPr/>
            </a:lvl1pPr>
          </a:lstStyle>
          <a:p>
            <a:pPr>
              <a:defRPr/>
            </a:pPr>
            <a:endParaRPr lang="en-GB"/>
          </a:p>
        </p:txBody>
      </p:sp>
      <p:sp>
        <p:nvSpPr>
          <p:cNvPr id="4" name="Slide Number Placeholder 12"/>
          <p:cNvSpPr>
            <a:spLocks noGrp="1"/>
          </p:cNvSpPr>
          <p:nvPr>
            <p:ph type="sldNum" sz="quarter" idx="11"/>
          </p:nvPr>
        </p:nvSpPr>
        <p:spPr/>
        <p:txBody>
          <a:bodyPr/>
          <a:lstStyle>
            <a:lvl1pPr>
              <a:defRPr/>
            </a:lvl1pPr>
          </a:lstStyle>
          <a:p>
            <a:pPr>
              <a:defRPr/>
            </a:pPr>
            <a:fld id="{01E8CFF3-9AFF-48E9-B86E-B1990CD083D5}" type="slidenum">
              <a:rPr lang="en-GB"/>
              <a:pPr>
                <a:defRPr/>
              </a:pPr>
              <a:t>‹#›</a:t>
            </a:fld>
            <a:endParaRPr lang="en-GB"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1"/>
          <p:cNvSpPr>
            <a:spLocks noGrp="1"/>
          </p:cNvSpPr>
          <p:nvPr>
            <p:ph type="ftr" sz="quarter" idx="10"/>
          </p:nvPr>
        </p:nvSpPr>
        <p:spPr/>
        <p:txBody>
          <a:bodyPr/>
          <a:lstStyle>
            <a:lvl1pPr>
              <a:defRPr/>
            </a:lvl1pPr>
          </a:lstStyle>
          <a:p>
            <a:pPr>
              <a:defRPr/>
            </a:pPr>
            <a:endParaRPr lang="en-GB"/>
          </a:p>
        </p:txBody>
      </p:sp>
      <p:sp>
        <p:nvSpPr>
          <p:cNvPr id="3" name="Slide Number Placeholder 12"/>
          <p:cNvSpPr>
            <a:spLocks noGrp="1"/>
          </p:cNvSpPr>
          <p:nvPr>
            <p:ph type="sldNum" sz="quarter" idx="11"/>
          </p:nvPr>
        </p:nvSpPr>
        <p:spPr/>
        <p:txBody>
          <a:bodyPr/>
          <a:lstStyle>
            <a:lvl1pPr>
              <a:defRPr/>
            </a:lvl1pPr>
          </a:lstStyle>
          <a:p>
            <a:pPr>
              <a:defRPr/>
            </a:pPr>
            <a:fld id="{B9A8DF7D-D70F-4F51-80B1-A15CE83EE17B}" type="slidenum">
              <a:rPr lang="en-GB"/>
              <a:pPr>
                <a:defRPr/>
              </a:pPr>
              <a:t>‹#›</a:t>
            </a:fld>
            <a:endParaRPr lang="en-GB"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Footer Placeholder 11"/>
          <p:cNvSpPr>
            <a:spLocks noGrp="1"/>
          </p:cNvSpPr>
          <p:nvPr>
            <p:ph type="ftr" sz="quarter" idx="10"/>
          </p:nvPr>
        </p:nvSpPr>
        <p:spPr/>
        <p:txBody>
          <a:bodyPr/>
          <a:lstStyle>
            <a:lvl1pPr>
              <a:defRPr/>
            </a:lvl1pPr>
          </a:lstStyle>
          <a:p>
            <a:pPr>
              <a:defRPr/>
            </a:pPr>
            <a:endParaRPr lang="en-GB"/>
          </a:p>
        </p:txBody>
      </p:sp>
      <p:sp>
        <p:nvSpPr>
          <p:cNvPr id="5" name="Slide Number Placeholder 12"/>
          <p:cNvSpPr>
            <a:spLocks noGrp="1"/>
          </p:cNvSpPr>
          <p:nvPr>
            <p:ph type="sldNum" sz="quarter" idx="11"/>
          </p:nvPr>
        </p:nvSpPr>
        <p:spPr/>
        <p:txBody>
          <a:bodyPr/>
          <a:lstStyle>
            <a:lvl1pPr>
              <a:defRPr/>
            </a:lvl1pPr>
          </a:lstStyle>
          <a:p>
            <a:pPr>
              <a:defRPr/>
            </a:pPr>
            <a:fld id="{6B5697B3-E7FE-4D32-8349-64F3338F39A4}" type="slidenum">
              <a:rPr lang="en-GB"/>
              <a:pPr>
                <a:defRPr/>
              </a:pPr>
              <a:t>‹#›</a:t>
            </a:fld>
            <a:endParaRPr lang="en-GB"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smtClean="0"/>
              <a:t>Click to edit Master title style</a:t>
            </a:r>
            <a:endParaRPr lang="en-GB"/>
          </a:p>
        </p:txBody>
      </p:sp>
      <p:sp>
        <p:nvSpPr>
          <p:cNvPr id="3" name="Text Placeholder 2"/>
          <p:cNvSpPr>
            <a:spLocks noGrp="1"/>
          </p:cNvSpPr>
          <p:nvPr>
            <p:ph type="body" sz="half" idx="1"/>
          </p:nvPr>
        </p:nvSpPr>
        <p:spPr>
          <a:xfrm>
            <a:off x="446337" y="1512888"/>
            <a:ext cx="4821237" cy="527685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half" idx="2"/>
          </p:nvPr>
        </p:nvSpPr>
        <p:spPr>
          <a:xfrm>
            <a:off x="5419975" y="1512888"/>
            <a:ext cx="4822825" cy="527685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Footer Placeholder 11"/>
          <p:cNvSpPr>
            <a:spLocks noGrp="1"/>
          </p:cNvSpPr>
          <p:nvPr>
            <p:ph type="ftr" sz="quarter" idx="10"/>
          </p:nvPr>
        </p:nvSpPr>
        <p:spPr/>
        <p:txBody>
          <a:bodyPr/>
          <a:lstStyle>
            <a:lvl1pPr>
              <a:defRPr/>
            </a:lvl1pPr>
          </a:lstStyle>
          <a:p>
            <a:pPr>
              <a:defRPr/>
            </a:pPr>
            <a:endParaRPr lang="en-GB"/>
          </a:p>
        </p:txBody>
      </p:sp>
      <p:sp>
        <p:nvSpPr>
          <p:cNvPr id="6" name="Slide Number Placeholder 12"/>
          <p:cNvSpPr>
            <a:spLocks noGrp="1"/>
          </p:cNvSpPr>
          <p:nvPr>
            <p:ph type="sldNum" sz="quarter" idx="11"/>
          </p:nvPr>
        </p:nvSpPr>
        <p:spPr/>
        <p:txBody>
          <a:bodyPr/>
          <a:lstStyle>
            <a:lvl1pPr>
              <a:defRPr/>
            </a:lvl1pPr>
          </a:lstStyle>
          <a:p>
            <a:pPr>
              <a:defRPr/>
            </a:pPr>
            <a:fld id="{2EFD293A-E1C8-4DDC-9222-ECD335807781}" type="slidenum">
              <a:rPr lang="en-GB"/>
              <a:pPr>
                <a:defRPr/>
              </a:pPr>
              <a:t>‹#›</a:t>
            </a:fld>
            <a:endParaRPr lang="en-GB"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smtClean="0"/>
              <a:t>Click to edit Master title style</a:t>
            </a:r>
            <a:endParaRPr lang="en-GB"/>
          </a:p>
        </p:txBody>
      </p:sp>
      <p:sp>
        <p:nvSpPr>
          <p:cNvPr id="3" name="Text Placeholder 2"/>
          <p:cNvSpPr>
            <a:spLocks noGrp="1"/>
          </p:cNvSpPr>
          <p:nvPr>
            <p:ph type="body" sz="half" idx="1"/>
          </p:nvPr>
        </p:nvSpPr>
        <p:spPr>
          <a:xfrm>
            <a:off x="446088" y="1512891"/>
            <a:ext cx="9796462"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half" idx="2"/>
          </p:nvPr>
        </p:nvSpPr>
        <p:spPr>
          <a:xfrm>
            <a:off x="446088" y="4227513"/>
            <a:ext cx="9796462"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Footer Placeholder 11"/>
          <p:cNvSpPr>
            <a:spLocks noGrp="1"/>
          </p:cNvSpPr>
          <p:nvPr>
            <p:ph type="ftr" sz="quarter" idx="10"/>
          </p:nvPr>
        </p:nvSpPr>
        <p:spPr/>
        <p:txBody>
          <a:bodyPr/>
          <a:lstStyle>
            <a:lvl1pPr>
              <a:defRPr/>
            </a:lvl1pPr>
          </a:lstStyle>
          <a:p>
            <a:pPr>
              <a:defRPr/>
            </a:pPr>
            <a:endParaRPr lang="en-GB"/>
          </a:p>
        </p:txBody>
      </p:sp>
      <p:sp>
        <p:nvSpPr>
          <p:cNvPr id="6" name="Slide Number Placeholder 12"/>
          <p:cNvSpPr>
            <a:spLocks noGrp="1"/>
          </p:cNvSpPr>
          <p:nvPr>
            <p:ph type="sldNum" sz="quarter" idx="11"/>
          </p:nvPr>
        </p:nvSpPr>
        <p:spPr/>
        <p:txBody>
          <a:bodyPr/>
          <a:lstStyle>
            <a:lvl1pPr>
              <a:defRPr/>
            </a:lvl1pPr>
          </a:lstStyle>
          <a:p>
            <a:pPr>
              <a:defRPr/>
            </a:pPr>
            <a:fld id="{6027278A-7A31-4964-B2A2-E9BFDD0BFE0D}" type="slidenum">
              <a:rPr lang="en-GB"/>
              <a:pPr>
                <a:defRPr/>
              </a:pPr>
              <a:t>‹#›</a:t>
            </a:fld>
            <a:endParaRPr lang="en-GB"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smtClean="0"/>
              <a:t>Click to edit Master title style</a:t>
            </a:r>
            <a:endParaRPr lang="en-GB"/>
          </a:p>
        </p:txBody>
      </p:sp>
      <p:sp>
        <p:nvSpPr>
          <p:cNvPr id="3" name="Content Placeholder 2"/>
          <p:cNvSpPr>
            <a:spLocks noGrp="1"/>
          </p:cNvSpPr>
          <p:nvPr>
            <p:ph sz="half" idx="1"/>
          </p:nvPr>
        </p:nvSpPr>
        <p:spPr>
          <a:xfrm>
            <a:off x="446337" y="1512888"/>
            <a:ext cx="4821237" cy="527685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Text Placeholder 3"/>
          <p:cNvSpPr>
            <a:spLocks noGrp="1"/>
          </p:cNvSpPr>
          <p:nvPr>
            <p:ph type="body" sz="half" idx="2"/>
          </p:nvPr>
        </p:nvSpPr>
        <p:spPr>
          <a:xfrm>
            <a:off x="5419975" y="1512888"/>
            <a:ext cx="4822825" cy="527685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Footer Placeholder 11"/>
          <p:cNvSpPr>
            <a:spLocks noGrp="1"/>
          </p:cNvSpPr>
          <p:nvPr>
            <p:ph type="ftr" sz="quarter" idx="10"/>
          </p:nvPr>
        </p:nvSpPr>
        <p:spPr/>
        <p:txBody>
          <a:bodyPr/>
          <a:lstStyle>
            <a:lvl1pPr>
              <a:defRPr/>
            </a:lvl1pPr>
          </a:lstStyle>
          <a:p>
            <a:pPr>
              <a:defRPr/>
            </a:pPr>
            <a:endParaRPr lang="en-GB"/>
          </a:p>
        </p:txBody>
      </p:sp>
      <p:sp>
        <p:nvSpPr>
          <p:cNvPr id="6" name="Slide Number Placeholder 12"/>
          <p:cNvSpPr>
            <a:spLocks noGrp="1"/>
          </p:cNvSpPr>
          <p:nvPr>
            <p:ph type="sldNum" sz="quarter" idx="11"/>
          </p:nvPr>
        </p:nvSpPr>
        <p:spPr/>
        <p:txBody>
          <a:bodyPr/>
          <a:lstStyle>
            <a:lvl1pPr>
              <a:defRPr/>
            </a:lvl1pPr>
          </a:lstStyle>
          <a:p>
            <a:pPr>
              <a:defRPr/>
            </a:pPr>
            <a:fld id="{F7A2EB0C-4418-4B78-A4DA-20A14292D5F0}" type="slidenum">
              <a:rPr lang="en-GB"/>
              <a:pPr>
                <a:defRPr/>
              </a:pPr>
              <a:t>‹#›</a:t>
            </a:fld>
            <a:endParaRPr lang="en-GB"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12751" y="368300"/>
            <a:ext cx="9867900" cy="587375"/>
          </a:xfrm>
        </p:spPr>
        <p:txBody>
          <a:bodyPr/>
          <a:lstStyle/>
          <a:p>
            <a:r>
              <a:rPr lang="en-US" smtClean="0"/>
              <a:t>Click to edit Master title style</a:t>
            </a:r>
            <a:endParaRPr lang="en-GB"/>
          </a:p>
        </p:txBody>
      </p:sp>
      <p:sp>
        <p:nvSpPr>
          <p:cNvPr id="3" name="Content Placeholder 2"/>
          <p:cNvSpPr>
            <a:spLocks noGrp="1"/>
          </p:cNvSpPr>
          <p:nvPr>
            <p:ph sz="quarter" idx="1"/>
          </p:nvPr>
        </p:nvSpPr>
        <p:spPr>
          <a:xfrm>
            <a:off x="446337" y="1512891"/>
            <a:ext cx="4821237"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quarter" idx="2"/>
          </p:nvPr>
        </p:nvSpPr>
        <p:spPr>
          <a:xfrm>
            <a:off x="5419975" y="1512891"/>
            <a:ext cx="4822825"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Content Placeholder 4"/>
          <p:cNvSpPr>
            <a:spLocks noGrp="1"/>
          </p:cNvSpPr>
          <p:nvPr>
            <p:ph sz="quarter" idx="3"/>
          </p:nvPr>
        </p:nvSpPr>
        <p:spPr>
          <a:xfrm>
            <a:off x="446337" y="4227513"/>
            <a:ext cx="4821237"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6" name="Content Placeholder 5"/>
          <p:cNvSpPr>
            <a:spLocks noGrp="1"/>
          </p:cNvSpPr>
          <p:nvPr>
            <p:ph sz="quarter" idx="4"/>
          </p:nvPr>
        </p:nvSpPr>
        <p:spPr>
          <a:xfrm>
            <a:off x="5419975" y="4227513"/>
            <a:ext cx="4822825"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7" name="Footer Placeholder 11"/>
          <p:cNvSpPr>
            <a:spLocks noGrp="1"/>
          </p:cNvSpPr>
          <p:nvPr>
            <p:ph type="ftr" sz="quarter" idx="10"/>
          </p:nvPr>
        </p:nvSpPr>
        <p:spPr/>
        <p:txBody>
          <a:bodyPr/>
          <a:lstStyle>
            <a:lvl1pPr>
              <a:defRPr/>
            </a:lvl1pPr>
          </a:lstStyle>
          <a:p>
            <a:pPr>
              <a:defRPr/>
            </a:pPr>
            <a:endParaRPr lang="en-GB"/>
          </a:p>
        </p:txBody>
      </p:sp>
      <p:sp>
        <p:nvSpPr>
          <p:cNvPr id="8" name="Slide Number Placeholder 12"/>
          <p:cNvSpPr>
            <a:spLocks noGrp="1"/>
          </p:cNvSpPr>
          <p:nvPr>
            <p:ph type="sldNum" sz="quarter" idx="11"/>
          </p:nvPr>
        </p:nvSpPr>
        <p:spPr/>
        <p:txBody>
          <a:bodyPr/>
          <a:lstStyle>
            <a:lvl1pPr>
              <a:defRPr/>
            </a:lvl1pPr>
          </a:lstStyle>
          <a:p>
            <a:pPr>
              <a:defRPr/>
            </a:pPr>
            <a:fld id="{B19B8844-1C3F-480A-A5D2-96E9E578880D}" type="slidenum">
              <a:rPr lang="en-GB"/>
              <a:pPr>
                <a:defRPr/>
              </a:pPr>
              <a:t>‹#›</a:t>
            </a:fld>
            <a:endParaRPr lang="en-GB"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smtClean="0"/>
              <a:t>Click to edit Master title style</a:t>
            </a:r>
            <a:endParaRPr lang="en-GB"/>
          </a:p>
        </p:txBody>
      </p:sp>
      <p:sp>
        <p:nvSpPr>
          <p:cNvPr id="3" name="Text Placeholder 2"/>
          <p:cNvSpPr>
            <a:spLocks noGrp="1"/>
          </p:cNvSpPr>
          <p:nvPr>
            <p:ph type="body" sz="half" idx="1"/>
          </p:nvPr>
        </p:nvSpPr>
        <p:spPr>
          <a:xfrm>
            <a:off x="446337" y="1512888"/>
            <a:ext cx="4821237" cy="527685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quarter" idx="2"/>
          </p:nvPr>
        </p:nvSpPr>
        <p:spPr>
          <a:xfrm>
            <a:off x="5419975" y="1512891"/>
            <a:ext cx="4822825"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Content Placeholder 4"/>
          <p:cNvSpPr>
            <a:spLocks noGrp="1"/>
          </p:cNvSpPr>
          <p:nvPr>
            <p:ph sz="quarter" idx="3"/>
          </p:nvPr>
        </p:nvSpPr>
        <p:spPr>
          <a:xfrm>
            <a:off x="5419975" y="4227513"/>
            <a:ext cx="4822825"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6" name="Footer Placeholder 11"/>
          <p:cNvSpPr>
            <a:spLocks noGrp="1"/>
          </p:cNvSpPr>
          <p:nvPr>
            <p:ph type="ftr" sz="quarter" idx="10"/>
          </p:nvPr>
        </p:nvSpPr>
        <p:spPr/>
        <p:txBody>
          <a:bodyPr/>
          <a:lstStyle>
            <a:lvl1pPr>
              <a:defRPr/>
            </a:lvl1pPr>
          </a:lstStyle>
          <a:p>
            <a:pPr>
              <a:defRPr/>
            </a:pPr>
            <a:endParaRPr lang="en-GB"/>
          </a:p>
        </p:txBody>
      </p:sp>
      <p:sp>
        <p:nvSpPr>
          <p:cNvPr id="7" name="Slide Number Placeholder 12"/>
          <p:cNvSpPr>
            <a:spLocks noGrp="1"/>
          </p:cNvSpPr>
          <p:nvPr>
            <p:ph type="sldNum" sz="quarter" idx="11"/>
          </p:nvPr>
        </p:nvSpPr>
        <p:spPr/>
        <p:txBody>
          <a:bodyPr/>
          <a:lstStyle>
            <a:lvl1pPr>
              <a:defRPr/>
            </a:lvl1pPr>
          </a:lstStyle>
          <a:p>
            <a:pPr>
              <a:defRPr/>
            </a:pPr>
            <a:fld id="{C700711B-C12B-4A0C-BE74-63063515BA0E}" type="slidenum">
              <a:rPr lang="en-GB"/>
              <a:pPr>
                <a:defRPr/>
              </a:pPr>
              <a:t>‹#›</a:t>
            </a:fld>
            <a:endParaRPr lang="en-GB"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AndTx" preserve="1">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smtClean="0"/>
              <a:t>Click to edit Master title style</a:t>
            </a:r>
            <a:endParaRPr lang="en-GB"/>
          </a:p>
        </p:txBody>
      </p:sp>
      <p:sp>
        <p:nvSpPr>
          <p:cNvPr id="3" name="Content Placeholder 2"/>
          <p:cNvSpPr>
            <a:spLocks noGrp="1"/>
          </p:cNvSpPr>
          <p:nvPr>
            <p:ph sz="quarter" idx="1"/>
          </p:nvPr>
        </p:nvSpPr>
        <p:spPr>
          <a:xfrm>
            <a:off x="446337" y="1512891"/>
            <a:ext cx="4821237"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quarter" idx="2"/>
          </p:nvPr>
        </p:nvSpPr>
        <p:spPr>
          <a:xfrm>
            <a:off x="446337" y="4227513"/>
            <a:ext cx="4821237"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Text Placeholder 4"/>
          <p:cNvSpPr>
            <a:spLocks noGrp="1"/>
          </p:cNvSpPr>
          <p:nvPr>
            <p:ph type="body" sz="half" idx="3"/>
          </p:nvPr>
        </p:nvSpPr>
        <p:spPr>
          <a:xfrm>
            <a:off x="5419975" y="1512888"/>
            <a:ext cx="4822825" cy="527685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6" name="Footer Placeholder 11"/>
          <p:cNvSpPr>
            <a:spLocks noGrp="1"/>
          </p:cNvSpPr>
          <p:nvPr>
            <p:ph type="ftr" sz="quarter" idx="10"/>
          </p:nvPr>
        </p:nvSpPr>
        <p:spPr/>
        <p:txBody>
          <a:bodyPr/>
          <a:lstStyle>
            <a:lvl1pPr>
              <a:defRPr/>
            </a:lvl1pPr>
          </a:lstStyle>
          <a:p>
            <a:pPr>
              <a:defRPr/>
            </a:pPr>
            <a:endParaRPr lang="en-GB"/>
          </a:p>
        </p:txBody>
      </p:sp>
      <p:sp>
        <p:nvSpPr>
          <p:cNvPr id="7" name="Slide Number Placeholder 12"/>
          <p:cNvSpPr>
            <a:spLocks noGrp="1"/>
          </p:cNvSpPr>
          <p:nvPr>
            <p:ph type="sldNum" sz="quarter" idx="11"/>
          </p:nvPr>
        </p:nvSpPr>
        <p:spPr/>
        <p:txBody>
          <a:bodyPr/>
          <a:lstStyle>
            <a:lvl1pPr>
              <a:defRPr/>
            </a:lvl1pPr>
          </a:lstStyle>
          <a:p>
            <a:pPr>
              <a:defRPr/>
            </a:pPr>
            <a:fld id="{15D8AF52-697F-4EFD-990B-6C7A9CD0FA77}" type="slidenum">
              <a:rPr lang="en-GB"/>
              <a:pPr>
                <a:defRPr/>
              </a:pPr>
              <a:t>‹#›</a:t>
            </a:fld>
            <a:endParaRPr lang="en-GB" dirty="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OverTx" preserve="1">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smtClean="0"/>
              <a:t>Click to edit Master title style</a:t>
            </a:r>
            <a:endParaRPr lang="en-GB"/>
          </a:p>
        </p:txBody>
      </p:sp>
      <p:sp>
        <p:nvSpPr>
          <p:cNvPr id="3" name="Content Placeholder 2"/>
          <p:cNvSpPr>
            <a:spLocks noGrp="1"/>
          </p:cNvSpPr>
          <p:nvPr>
            <p:ph sz="quarter" idx="1"/>
          </p:nvPr>
        </p:nvSpPr>
        <p:spPr>
          <a:xfrm>
            <a:off x="446337" y="1512891"/>
            <a:ext cx="4821237"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quarter" idx="2"/>
          </p:nvPr>
        </p:nvSpPr>
        <p:spPr>
          <a:xfrm>
            <a:off x="5419975" y="1512891"/>
            <a:ext cx="4822825"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Text Placeholder 4"/>
          <p:cNvSpPr>
            <a:spLocks noGrp="1"/>
          </p:cNvSpPr>
          <p:nvPr>
            <p:ph type="body" sz="half" idx="3"/>
          </p:nvPr>
        </p:nvSpPr>
        <p:spPr>
          <a:xfrm>
            <a:off x="446088" y="4227513"/>
            <a:ext cx="9796462"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6" name="Footer Placeholder 11"/>
          <p:cNvSpPr>
            <a:spLocks noGrp="1"/>
          </p:cNvSpPr>
          <p:nvPr>
            <p:ph type="ftr" sz="quarter" idx="10"/>
          </p:nvPr>
        </p:nvSpPr>
        <p:spPr/>
        <p:txBody>
          <a:bodyPr/>
          <a:lstStyle>
            <a:lvl1pPr>
              <a:defRPr/>
            </a:lvl1pPr>
          </a:lstStyle>
          <a:p>
            <a:pPr>
              <a:defRPr/>
            </a:pPr>
            <a:endParaRPr lang="en-GB"/>
          </a:p>
        </p:txBody>
      </p:sp>
      <p:sp>
        <p:nvSpPr>
          <p:cNvPr id="7" name="Slide Number Placeholder 12"/>
          <p:cNvSpPr>
            <a:spLocks noGrp="1"/>
          </p:cNvSpPr>
          <p:nvPr>
            <p:ph type="sldNum" sz="quarter" idx="11"/>
          </p:nvPr>
        </p:nvSpPr>
        <p:spPr/>
        <p:txBody>
          <a:bodyPr/>
          <a:lstStyle>
            <a:lvl1pPr>
              <a:defRPr/>
            </a:lvl1pPr>
          </a:lstStyle>
          <a:p>
            <a:pPr>
              <a:defRPr/>
            </a:pPr>
            <a:fld id="{1DB06C71-B872-43F9-BFA1-F670B4363180}" type="slidenum">
              <a:rPr lang="en-GB"/>
              <a:pPr>
                <a:defRPr/>
              </a:pPr>
              <a:t>‹#›</a:t>
            </a:fld>
            <a:endParaRPr lang="en-GB"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smtClean="0"/>
              <a:t>Click to edit Master title style</a:t>
            </a:r>
            <a:endParaRPr lang="en-GB"/>
          </a:p>
        </p:txBody>
      </p:sp>
      <p:sp>
        <p:nvSpPr>
          <p:cNvPr id="3" name="Content Placeholder 2"/>
          <p:cNvSpPr>
            <a:spLocks noGrp="1"/>
          </p:cNvSpPr>
          <p:nvPr>
            <p:ph sz="half" idx="1"/>
          </p:nvPr>
        </p:nvSpPr>
        <p:spPr>
          <a:xfrm>
            <a:off x="446337" y="1512888"/>
            <a:ext cx="4821237" cy="527685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quarter" idx="2"/>
          </p:nvPr>
        </p:nvSpPr>
        <p:spPr>
          <a:xfrm>
            <a:off x="5419975" y="1512891"/>
            <a:ext cx="4822825"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Content Placeholder 4"/>
          <p:cNvSpPr>
            <a:spLocks noGrp="1"/>
          </p:cNvSpPr>
          <p:nvPr>
            <p:ph sz="quarter" idx="3"/>
          </p:nvPr>
        </p:nvSpPr>
        <p:spPr>
          <a:xfrm>
            <a:off x="5419975" y="4227513"/>
            <a:ext cx="4822825"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6" name="Footer Placeholder 11"/>
          <p:cNvSpPr>
            <a:spLocks noGrp="1"/>
          </p:cNvSpPr>
          <p:nvPr>
            <p:ph type="ftr" sz="quarter" idx="10"/>
          </p:nvPr>
        </p:nvSpPr>
        <p:spPr/>
        <p:txBody>
          <a:bodyPr/>
          <a:lstStyle>
            <a:lvl1pPr>
              <a:defRPr/>
            </a:lvl1pPr>
          </a:lstStyle>
          <a:p>
            <a:pPr>
              <a:defRPr/>
            </a:pPr>
            <a:endParaRPr lang="en-GB"/>
          </a:p>
        </p:txBody>
      </p:sp>
      <p:sp>
        <p:nvSpPr>
          <p:cNvPr id="7" name="Slide Number Placeholder 12"/>
          <p:cNvSpPr>
            <a:spLocks noGrp="1"/>
          </p:cNvSpPr>
          <p:nvPr>
            <p:ph type="sldNum" sz="quarter" idx="11"/>
          </p:nvPr>
        </p:nvSpPr>
        <p:spPr/>
        <p:txBody>
          <a:bodyPr/>
          <a:lstStyle>
            <a:lvl1pPr>
              <a:defRPr/>
            </a:lvl1pPr>
          </a:lstStyle>
          <a:p>
            <a:pPr>
              <a:defRPr/>
            </a:pPr>
            <a:fld id="{EFCB70E2-A7C0-4793-8610-950BB5A90292}" type="slidenum">
              <a:rPr lang="en-GB"/>
              <a:pPr>
                <a:defRPr/>
              </a:pPr>
              <a:t>‹#›</a:t>
            </a:fld>
            <a:endParaRPr lang="en-GB"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6" descr="Here for good"/>
          <p:cNvPicPr>
            <a:picLocks noChangeAspect="1" noChangeArrowheads="1"/>
          </p:cNvPicPr>
          <p:nvPr userDrawn="1"/>
        </p:nvPicPr>
        <p:blipFill>
          <a:blip r:embed="rId2" cstate="print"/>
          <a:srcRect/>
          <a:stretch>
            <a:fillRect/>
          </a:stretch>
        </p:blipFill>
        <p:spPr bwMode="auto">
          <a:xfrm>
            <a:off x="7967663" y="6615113"/>
            <a:ext cx="2360612" cy="552450"/>
          </a:xfrm>
          <a:prstGeom prst="rect">
            <a:avLst/>
          </a:prstGeom>
          <a:noFill/>
          <a:ln w="9525">
            <a:noFill/>
            <a:miter lim="800000"/>
            <a:headEnd/>
            <a:tailEnd/>
          </a:ln>
        </p:spPr>
      </p:pic>
      <p:pic>
        <p:nvPicPr>
          <p:cNvPr id="5" name="Picture 23"/>
          <p:cNvPicPr>
            <a:picLocks noChangeAspect="1" noChangeArrowheads="1"/>
          </p:cNvPicPr>
          <p:nvPr userDrawn="1"/>
        </p:nvPicPr>
        <p:blipFill>
          <a:blip r:embed="rId3" cstate="print"/>
          <a:srcRect/>
          <a:stretch>
            <a:fillRect/>
          </a:stretch>
        </p:blipFill>
        <p:spPr bwMode="auto">
          <a:xfrm>
            <a:off x="0" y="2438405"/>
            <a:ext cx="10693400" cy="2506663"/>
          </a:xfrm>
          <a:prstGeom prst="rect">
            <a:avLst/>
          </a:prstGeom>
          <a:noFill/>
          <a:ln w="9525">
            <a:noFill/>
            <a:miter lim="800000"/>
            <a:headEnd/>
            <a:tailEnd/>
          </a:ln>
        </p:spPr>
      </p:pic>
      <p:pic>
        <p:nvPicPr>
          <p:cNvPr id="6" name="Picture 19" descr="Visual Identitiy Band"/>
          <p:cNvPicPr preferRelativeResize="0">
            <a:picLocks noChangeArrowheads="1"/>
          </p:cNvPicPr>
          <p:nvPr userDrawn="1"/>
        </p:nvPicPr>
        <p:blipFill>
          <a:blip r:embed="rId4" cstate="print"/>
          <a:srcRect/>
          <a:stretch>
            <a:fillRect/>
          </a:stretch>
        </p:blipFill>
        <p:spPr bwMode="auto">
          <a:xfrm>
            <a:off x="0" y="2381465"/>
            <a:ext cx="10693400" cy="61913"/>
          </a:xfrm>
          <a:prstGeom prst="rect">
            <a:avLst/>
          </a:prstGeom>
          <a:noFill/>
          <a:ln w="9525">
            <a:noFill/>
            <a:miter lim="800000"/>
            <a:headEnd/>
            <a:tailEnd/>
          </a:ln>
        </p:spPr>
      </p:pic>
      <p:pic>
        <p:nvPicPr>
          <p:cNvPr id="7" name="Picture 20" descr="SCB Logo"/>
          <p:cNvPicPr preferRelativeResize="0">
            <a:picLocks noChangeAspect="1" noChangeArrowheads="1"/>
          </p:cNvPicPr>
          <p:nvPr userDrawn="1"/>
        </p:nvPicPr>
        <p:blipFill>
          <a:blip r:embed="rId5" cstate="print"/>
          <a:srcRect/>
          <a:stretch>
            <a:fillRect/>
          </a:stretch>
        </p:blipFill>
        <p:spPr bwMode="auto">
          <a:xfrm>
            <a:off x="8732841" y="1570038"/>
            <a:ext cx="1517650" cy="579437"/>
          </a:xfrm>
          <a:prstGeom prst="rect">
            <a:avLst/>
          </a:prstGeom>
          <a:noFill/>
          <a:ln w="9525">
            <a:noFill/>
            <a:miter lim="800000"/>
            <a:headEnd/>
            <a:tailEnd/>
          </a:ln>
        </p:spPr>
      </p:pic>
      <p:sp>
        <p:nvSpPr>
          <p:cNvPr id="623634" name="Rectangle 18"/>
          <p:cNvSpPr>
            <a:spLocks noGrp="1" noChangeArrowheads="1"/>
          </p:cNvSpPr>
          <p:nvPr>
            <p:ph type="subTitle" idx="1"/>
          </p:nvPr>
        </p:nvSpPr>
        <p:spPr>
          <a:xfrm>
            <a:off x="669925" y="5124450"/>
            <a:ext cx="8108950" cy="2436813"/>
          </a:xfrm>
        </p:spPr>
        <p:txBody>
          <a:bodyPr tIns="50409" rIns="100785" bIns="50409"/>
          <a:lstStyle>
            <a:lvl1pPr>
              <a:spcBef>
                <a:spcPct val="0"/>
              </a:spcBef>
              <a:spcAft>
                <a:spcPct val="0"/>
              </a:spcAft>
              <a:defRPr sz="2900" b="0">
                <a:solidFill>
                  <a:srgbClr val="6C6C6C"/>
                </a:solidFill>
              </a:defRPr>
            </a:lvl1pPr>
          </a:lstStyle>
          <a:p>
            <a:r>
              <a:rPr lang="en-US" dirty="0"/>
              <a:t>Click to edit Master subtitle style</a:t>
            </a:r>
          </a:p>
        </p:txBody>
      </p:sp>
      <p:sp>
        <p:nvSpPr>
          <p:cNvPr id="623633" name="Rectangle 17"/>
          <p:cNvSpPr>
            <a:spLocks noGrp="1" noChangeArrowheads="1"/>
          </p:cNvSpPr>
          <p:nvPr>
            <p:ph type="ctrTitle"/>
          </p:nvPr>
        </p:nvSpPr>
        <p:spPr>
          <a:xfrm>
            <a:off x="669926" y="2522543"/>
            <a:ext cx="8274050" cy="2424112"/>
          </a:xfrm>
        </p:spPr>
        <p:txBody>
          <a:bodyPr/>
          <a:lstStyle>
            <a:lvl1pPr>
              <a:defRPr sz="3700">
                <a:solidFill>
                  <a:schemeClr val="bg1"/>
                </a:solidFill>
              </a:defRPr>
            </a:lvl1pPr>
          </a:lstStyle>
          <a:p>
            <a:r>
              <a:rPr lang="en-US"/>
              <a:t>Click to edit Master title style</a:t>
            </a: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6C6C6C"/>
                </a:solidFill>
              </a:defRPr>
            </a:lvl1pPr>
          </a:lstStyle>
          <a:p>
            <a:r>
              <a:rPr lang="en-US" dirty="0" smtClean="0"/>
              <a:t>Click to edit Master title style</a:t>
            </a:r>
            <a:endParaRPr lang="en-GB" dirty="0"/>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Footer Placeholder 11"/>
          <p:cNvSpPr>
            <a:spLocks noGrp="1"/>
          </p:cNvSpPr>
          <p:nvPr>
            <p:ph type="ftr" sz="quarter" idx="10"/>
          </p:nvPr>
        </p:nvSpPr>
        <p:spPr/>
        <p:txBody>
          <a:bodyPr/>
          <a:lstStyle>
            <a:lvl1pPr>
              <a:defRPr/>
            </a:lvl1pPr>
          </a:lstStyle>
          <a:p>
            <a:pPr>
              <a:defRPr/>
            </a:pPr>
            <a:endParaRPr lang="en-GB"/>
          </a:p>
        </p:txBody>
      </p:sp>
      <p:sp>
        <p:nvSpPr>
          <p:cNvPr id="5" name="Slide Number Placeholder 12"/>
          <p:cNvSpPr>
            <a:spLocks noGrp="1"/>
          </p:cNvSpPr>
          <p:nvPr>
            <p:ph type="sldNum" sz="quarter" idx="11"/>
          </p:nvPr>
        </p:nvSpPr>
        <p:spPr/>
        <p:txBody>
          <a:bodyPr/>
          <a:lstStyle>
            <a:lvl1pPr>
              <a:defRPr/>
            </a:lvl1pPr>
          </a:lstStyle>
          <a:p>
            <a:pPr>
              <a:defRPr/>
            </a:pPr>
            <a:fld id="{5EF72BD3-4626-4AD2-BA8D-72AB6ECD9800}" type="slidenum">
              <a:rPr lang="en-GB"/>
              <a:pPr>
                <a:defRPr/>
              </a:pPr>
              <a:t>‹#›</a:t>
            </a:fld>
            <a:endParaRPr lang="en-GB"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3" name="Picture 2" descr="Visual Identitiy Band"/>
          <p:cNvPicPr preferRelativeResize="0">
            <a:picLocks noChangeArrowheads="1"/>
          </p:cNvPicPr>
          <p:nvPr userDrawn="1"/>
        </p:nvPicPr>
        <p:blipFill>
          <a:blip r:embed="rId2" cstate="print"/>
          <a:srcRect/>
          <a:stretch>
            <a:fillRect/>
          </a:stretch>
        </p:blipFill>
        <p:spPr bwMode="auto">
          <a:xfrm>
            <a:off x="0" y="2381465"/>
            <a:ext cx="10693400" cy="61913"/>
          </a:xfrm>
          <a:prstGeom prst="rect">
            <a:avLst/>
          </a:prstGeom>
          <a:noFill/>
          <a:ln w="9525">
            <a:noFill/>
            <a:miter lim="800000"/>
            <a:headEnd/>
            <a:tailEnd/>
          </a:ln>
        </p:spPr>
      </p:pic>
      <p:pic>
        <p:nvPicPr>
          <p:cNvPr id="4" name="Picture 2"/>
          <p:cNvPicPr>
            <a:picLocks noChangeAspect="1" noChangeArrowheads="1"/>
          </p:cNvPicPr>
          <p:nvPr userDrawn="1"/>
        </p:nvPicPr>
        <p:blipFill>
          <a:blip r:embed="rId3" cstate="print"/>
          <a:srcRect/>
          <a:stretch>
            <a:fillRect/>
          </a:stretch>
        </p:blipFill>
        <p:spPr bwMode="gray">
          <a:xfrm>
            <a:off x="450850" y="7021728"/>
            <a:ext cx="952500" cy="363537"/>
          </a:xfrm>
          <a:prstGeom prst="rect">
            <a:avLst/>
          </a:prstGeom>
          <a:noFill/>
          <a:ln w="9525">
            <a:noFill/>
            <a:miter lim="800000"/>
            <a:headEnd/>
            <a:tailEnd/>
          </a:ln>
        </p:spPr>
      </p:pic>
      <p:sp>
        <p:nvSpPr>
          <p:cNvPr id="2" name="Title 1"/>
          <p:cNvSpPr>
            <a:spLocks noGrp="1"/>
          </p:cNvSpPr>
          <p:nvPr>
            <p:ph type="title"/>
          </p:nvPr>
        </p:nvSpPr>
        <p:spPr>
          <a:xfrm>
            <a:off x="667512" y="2523750"/>
            <a:ext cx="8833104" cy="2423160"/>
          </a:xfrm>
        </p:spPr>
        <p:txBody>
          <a:bodyPr/>
          <a:lstStyle>
            <a:lvl1pPr algn="l">
              <a:defRPr sz="3700" b="0" cap="none" baseline="0">
                <a:solidFill>
                  <a:srgbClr val="6C6C6C"/>
                </a:solidFill>
              </a:defRPr>
            </a:lvl1pPr>
          </a:lstStyle>
          <a:p>
            <a:r>
              <a:rPr lang="en-US" dirty="0" smtClean="0"/>
              <a:t>Click to edit Master title style</a:t>
            </a:r>
            <a:endParaRPr lang="en-GB" dirty="0"/>
          </a:p>
        </p:txBody>
      </p:sp>
      <p:sp>
        <p:nvSpPr>
          <p:cNvPr id="5" name="Footer Placeholder 11"/>
          <p:cNvSpPr>
            <a:spLocks noGrp="1"/>
          </p:cNvSpPr>
          <p:nvPr>
            <p:ph type="ftr" sz="quarter" idx="10"/>
          </p:nvPr>
        </p:nvSpPr>
        <p:spPr/>
        <p:txBody>
          <a:bodyPr/>
          <a:lstStyle>
            <a:lvl1pPr algn="r">
              <a:defRPr sz="900" dirty="0">
                <a:solidFill>
                  <a:srgbClr val="6C6C6C"/>
                </a:solidFill>
              </a:defRPr>
            </a:lvl1pPr>
          </a:lstStyle>
          <a:p>
            <a:pPr>
              <a:defRPr/>
            </a:pPr>
            <a:endParaRPr lang="en-GB"/>
          </a:p>
        </p:txBody>
      </p:sp>
      <p:sp>
        <p:nvSpPr>
          <p:cNvPr id="6" name="Slide Number Placeholder 12"/>
          <p:cNvSpPr>
            <a:spLocks noGrp="1"/>
          </p:cNvSpPr>
          <p:nvPr>
            <p:ph type="sldNum" sz="quarter" idx="11"/>
          </p:nvPr>
        </p:nvSpPr>
        <p:spPr/>
        <p:txBody>
          <a:bodyPr/>
          <a:lstStyle>
            <a:lvl1pPr algn="r">
              <a:defRPr sz="900" smtClean="0">
                <a:solidFill>
                  <a:srgbClr val="6C6C6C"/>
                </a:solidFill>
              </a:defRPr>
            </a:lvl1pPr>
          </a:lstStyle>
          <a:p>
            <a:pPr>
              <a:defRPr/>
            </a:pPr>
            <a:fld id="{006E5D09-FBEA-4CF5-AFDA-9738C41D37E9}" type="slidenum">
              <a:rPr lang="en-GB"/>
              <a:pPr>
                <a:defRPr/>
              </a:pPr>
              <a:t>‹#›</a:t>
            </a:fld>
            <a:endParaRPr lang="en-GB"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GB" dirty="0"/>
          </a:p>
        </p:txBody>
      </p:sp>
      <p:sp>
        <p:nvSpPr>
          <p:cNvPr id="3" name="Content Placeholder 2"/>
          <p:cNvSpPr>
            <a:spLocks noGrp="1"/>
          </p:cNvSpPr>
          <p:nvPr>
            <p:ph sz="half" idx="1"/>
          </p:nvPr>
        </p:nvSpPr>
        <p:spPr>
          <a:xfrm>
            <a:off x="446316" y="1512888"/>
            <a:ext cx="4821237" cy="5276850"/>
          </a:xfrm>
        </p:spPr>
        <p:txBody>
          <a:bodyPr/>
          <a:lstStyle>
            <a:lvl1pPr>
              <a:defRPr sz="1600"/>
            </a:lvl1pPr>
            <a:lvl2pPr>
              <a:defRPr sz="1400"/>
            </a:lvl2pPr>
            <a:lvl3pPr>
              <a:defRPr sz="1400"/>
            </a:lvl3pPr>
            <a:lvl4pPr>
              <a:defRPr sz="14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half" idx="2"/>
          </p:nvPr>
        </p:nvSpPr>
        <p:spPr>
          <a:xfrm>
            <a:off x="5419953" y="1512888"/>
            <a:ext cx="4822825" cy="5276850"/>
          </a:xfrm>
        </p:spPr>
        <p:txBody>
          <a:bodyPr/>
          <a:lstStyle>
            <a:lvl1pPr>
              <a:defRPr sz="1600"/>
            </a:lvl1pPr>
            <a:lvl2pPr>
              <a:defRPr sz="1400"/>
            </a:lvl2pPr>
            <a:lvl3pPr>
              <a:defRPr sz="1400"/>
            </a:lvl3pPr>
            <a:lvl4pPr>
              <a:defRPr sz="14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Footer Placeholder 11"/>
          <p:cNvSpPr>
            <a:spLocks noGrp="1"/>
          </p:cNvSpPr>
          <p:nvPr>
            <p:ph type="ftr" sz="quarter" idx="10"/>
          </p:nvPr>
        </p:nvSpPr>
        <p:spPr/>
        <p:txBody>
          <a:bodyPr/>
          <a:lstStyle>
            <a:lvl1pPr>
              <a:defRPr/>
            </a:lvl1pPr>
          </a:lstStyle>
          <a:p>
            <a:pPr>
              <a:defRPr/>
            </a:pPr>
            <a:endParaRPr lang="en-GB"/>
          </a:p>
        </p:txBody>
      </p:sp>
      <p:sp>
        <p:nvSpPr>
          <p:cNvPr id="6" name="Slide Number Placeholder 12"/>
          <p:cNvSpPr>
            <a:spLocks noGrp="1"/>
          </p:cNvSpPr>
          <p:nvPr>
            <p:ph type="sldNum" sz="quarter" idx="11"/>
          </p:nvPr>
        </p:nvSpPr>
        <p:spPr/>
        <p:txBody>
          <a:bodyPr/>
          <a:lstStyle>
            <a:lvl1pPr>
              <a:defRPr/>
            </a:lvl1pPr>
          </a:lstStyle>
          <a:p>
            <a:pPr>
              <a:defRPr/>
            </a:pPr>
            <a:fld id="{5E6F5FC4-A14F-4691-9CE7-95D4A3B6273C}" type="slidenum">
              <a:rPr lang="en-GB"/>
              <a:pPr>
                <a:defRPr/>
              </a:pPr>
              <a:t>‹#›</a:t>
            </a:fld>
            <a:endParaRPr lang="en-GB"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Footer Placeholder 11"/>
          <p:cNvSpPr>
            <a:spLocks noGrp="1"/>
          </p:cNvSpPr>
          <p:nvPr>
            <p:ph type="ftr" sz="quarter" idx="10"/>
          </p:nvPr>
        </p:nvSpPr>
        <p:spPr/>
        <p:txBody>
          <a:bodyPr/>
          <a:lstStyle>
            <a:lvl1pPr>
              <a:defRPr/>
            </a:lvl1pPr>
          </a:lstStyle>
          <a:p>
            <a:pPr>
              <a:defRPr/>
            </a:pPr>
            <a:endParaRPr lang="en-GB"/>
          </a:p>
        </p:txBody>
      </p:sp>
      <p:sp>
        <p:nvSpPr>
          <p:cNvPr id="4" name="Slide Number Placeholder 12"/>
          <p:cNvSpPr>
            <a:spLocks noGrp="1"/>
          </p:cNvSpPr>
          <p:nvPr>
            <p:ph type="sldNum" sz="quarter" idx="11"/>
          </p:nvPr>
        </p:nvSpPr>
        <p:spPr/>
        <p:txBody>
          <a:bodyPr/>
          <a:lstStyle>
            <a:lvl1pPr>
              <a:defRPr/>
            </a:lvl1pPr>
          </a:lstStyle>
          <a:p>
            <a:pPr>
              <a:defRPr/>
            </a:pPr>
            <a:fld id="{01E8CFF3-9AFF-48E9-B86E-B1990CD083D5}" type="slidenum">
              <a:rPr lang="en-GB"/>
              <a:pPr>
                <a:defRPr/>
              </a:pPr>
              <a:t>‹#›</a:t>
            </a:fld>
            <a:endParaRPr lang="en-GB"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1"/>
          <p:cNvSpPr>
            <a:spLocks noGrp="1"/>
          </p:cNvSpPr>
          <p:nvPr>
            <p:ph type="ftr" sz="quarter" idx="10"/>
          </p:nvPr>
        </p:nvSpPr>
        <p:spPr/>
        <p:txBody>
          <a:bodyPr/>
          <a:lstStyle>
            <a:lvl1pPr>
              <a:defRPr/>
            </a:lvl1pPr>
          </a:lstStyle>
          <a:p>
            <a:pPr>
              <a:defRPr/>
            </a:pPr>
            <a:endParaRPr lang="en-GB"/>
          </a:p>
        </p:txBody>
      </p:sp>
      <p:sp>
        <p:nvSpPr>
          <p:cNvPr id="3" name="Slide Number Placeholder 12"/>
          <p:cNvSpPr>
            <a:spLocks noGrp="1"/>
          </p:cNvSpPr>
          <p:nvPr>
            <p:ph type="sldNum" sz="quarter" idx="11"/>
          </p:nvPr>
        </p:nvSpPr>
        <p:spPr/>
        <p:txBody>
          <a:bodyPr/>
          <a:lstStyle>
            <a:lvl1pPr>
              <a:defRPr/>
            </a:lvl1pPr>
          </a:lstStyle>
          <a:p>
            <a:pPr>
              <a:defRPr/>
            </a:pPr>
            <a:fld id="{B9A8DF7D-D70F-4F51-80B1-A15CE83EE17B}" type="slidenum">
              <a:rPr lang="en-GB"/>
              <a:pPr>
                <a:defRPr/>
              </a:pPr>
              <a:t>‹#›</a:t>
            </a:fld>
            <a:endParaRPr lang="en-GB" dirty="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Footer Placeholder 11"/>
          <p:cNvSpPr>
            <a:spLocks noGrp="1"/>
          </p:cNvSpPr>
          <p:nvPr>
            <p:ph type="ftr" sz="quarter" idx="10"/>
          </p:nvPr>
        </p:nvSpPr>
        <p:spPr/>
        <p:txBody>
          <a:bodyPr/>
          <a:lstStyle>
            <a:lvl1pPr>
              <a:defRPr/>
            </a:lvl1pPr>
          </a:lstStyle>
          <a:p>
            <a:pPr>
              <a:defRPr/>
            </a:pPr>
            <a:endParaRPr lang="en-GB"/>
          </a:p>
        </p:txBody>
      </p:sp>
      <p:sp>
        <p:nvSpPr>
          <p:cNvPr id="5" name="Slide Number Placeholder 12"/>
          <p:cNvSpPr>
            <a:spLocks noGrp="1"/>
          </p:cNvSpPr>
          <p:nvPr>
            <p:ph type="sldNum" sz="quarter" idx="11"/>
          </p:nvPr>
        </p:nvSpPr>
        <p:spPr/>
        <p:txBody>
          <a:bodyPr/>
          <a:lstStyle>
            <a:lvl1pPr>
              <a:defRPr/>
            </a:lvl1pPr>
          </a:lstStyle>
          <a:p>
            <a:pPr>
              <a:defRPr/>
            </a:pPr>
            <a:fld id="{6B5697B3-E7FE-4D32-8349-64F3338F39A4}" type="slidenum">
              <a:rPr lang="en-GB"/>
              <a:pPr>
                <a:defRPr/>
              </a:pPr>
              <a:t>‹#›</a:t>
            </a:fld>
            <a:endParaRPr lang="en-GB" dirty="0"/>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smtClean="0"/>
              <a:t>Click to edit Master title style</a:t>
            </a:r>
            <a:endParaRPr lang="en-GB"/>
          </a:p>
        </p:txBody>
      </p:sp>
      <p:sp>
        <p:nvSpPr>
          <p:cNvPr id="3" name="Text Placeholder 2"/>
          <p:cNvSpPr>
            <a:spLocks noGrp="1"/>
          </p:cNvSpPr>
          <p:nvPr>
            <p:ph type="body" sz="half" idx="1"/>
          </p:nvPr>
        </p:nvSpPr>
        <p:spPr>
          <a:xfrm>
            <a:off x="446316" y="1512888"/>
            <a:ext cx="4821237" cy="527685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half" idx="2"/>
          </p:nvPr>
        </p:nvSpPr>
        <p:spPr>
          <a:xfrm>
            <a:off x="5419953" y="1512888"/>
            <a:ext cx="4822825" cy="527685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Footer Placeholder 11"/>
          <p:cNvSpPr>
            <a:spLocks noGrp="1"/>
          </p:cNvSpPr>
          <p:nvPr>
            <p:ph type="ftr" sz="quarter" idx="10"/>
          </p:nvPr>
        </p:nvSpPr>
        <p:spPr/>
        <p:txBody>
          <a:bodyPr/>
          <a:lstStyle>
            <a:lvl1pPr>
              <a:defRPr/>
            </a:lvl1pPr>
          </a:lstStyle>
          <a:p>
            <a:pPr>
              <a:defRPr/>
            </a:pPr>
            <a:endParaRPr lang="en-GB"/>
          </a:p>
        </p:txBody>
      </p:sp>
      <p:sp>
        <p:nvSpPr>
          <p:cNvPr id="6" name="Slide Number Placeholder 12"/>
          <p:cNvSpPr>
            <a:spLocks noGrp="1"/>
          </p:cNvSpPr>
          <p:nvPr>
            <p:ph type="sldNum" sz="quarter" idx="11"/>
          </p:nvPr>
        </p:nvSpPr>
        <p:spPr/>
        <p:txBody>
          <a:bodyPr/>
          <a:lstStyle>
            <a:lvl1pPr>
              <a:defRPr/>
            </a:lvl1pPr>
          </a:lstStyle>
          <a:p>
            <a:pPr>
              <a:defRPr/>
            </a:pPr>
            <a:fld id="{2EFD293A-E1C8-4DDC-9222-ECD335807781}" type="slidenum">
              <a:rPr lang="en-GB"/>
              <a:pPr>
                <a:defRPr/>
              </a:pPr>
              <a:t>‹#›</a:t>
            </a:fld>
            <a:endParaRPr lang="en-GB" dirty="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smtClean="0"/>
              <a:t>Click to edit Master title style</a:t>
            </a:r>
            <a:endParaRPr lang="en-GB"/>
          </a:p>
        </p:txBody>
      </p:sp>
      <p:sp>
        <p:nvSpPr>
          <p:cNvPr id="3" name="Text Placeholder 2"/>
          <p:cNvSpPr>
            <a:spLocks noGrp="1"/>
          </p:cNvSpPr>
          <p:nvPr>
            <p:ph type="body" sz="half" idx="1"/>
          </p:nvPr>
        </p:nvSpPr>
        <p:spPr>
          <a:xfrm>
            <a:off x="446088" y="1512891"/>
            <a:ext cx="9796462"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half" idx="2"/>
          </p:nvPr>
        </p:nvSpPr>
        <p:spPr>
          <a:xfrm>
            <a:off x="446088" y="4227513"/>
            <a:ext cx="9796462"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Footer Placeholder 11"/>
          <p:cNvSpPr>
            <a:spLocks noGrp="1"/>
          </p:cNvSpPr>
          <p:nvPr>
            <p:ph type="ftr" sz="quarter" idx="10"/>
          </p:nvPr>
        </p:nvSpPr>
        <p:spPr/>
        <p:txBody>
          <a:bodyPr/>
          <a:lstStyle>
            <a:lvl1pPr>
              <a:defRPr/>
            </a:lvl1pPr>
          </a:lstStyle>
          <a:p>
            <a:pPr>
              <a:defRPr/>
            </a:pPr>
            <a:endParaRPr lang="en-GB"/>
          </a:p>
        </p:txBody>
      </p:sp>
      <p:sp>
        <p:nvSpPr>
          <p:cNvPr id="6" name="Slide Number Placeholder 12"/>
          <p:cNvSpPr>
            <a:spLocks noGrp="1"/>
          </p:cNvSpPr>
          <p:nvPr>
            <p:ph type="sldNum" sz="quarter" idx="11"/>
          </p:nvPr>
        </p:nvSpPr>
        <p:spPr/>
        <p:txBody>
          <a:bodyPr/>
          <a:lstStyle>
            <a:lvl1pPr>
              <a:defRPr/>
            </a:lvl1pPr>
          </a:lstStyle>
          <a:p>
            <a:pPr>
              <a:defRPr/>
            </a:pPr>
            <a:fld id="{6027278A-7A31-4964-B2A2-E9BFDD0BFE0D}" type="slidenum">
              <a:rPr lang="en-GB"/>
              <a:pPr>
                <a:defRPr/>
              </a:pPr>
              <a:t>‹#›</a:t>
            </a:fld>
            <a:endParaRPr lang="en-GB" dirty="0"/>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smtClean="0"/>
              <a:t>Click to edit Master title style</a:t>
            </a:r>
            <a:endParaRPr lang="en-GB"/>
          </a:p>
        </p:txBody>
      </p:sp>
      <p:sp>
        <p:nvSpPr>
          <p:cNvPr id="3" name="Content Placeholder 2"/>
          <p:cNvSpPr>
            <a:spLocks noGrp="1"/>
          </p:cNvSpPr>
          <p:nvPr>
            <p:ph sz="half" idx="1"/>
          </p:nvPr>
        </p:nvSpPr>
        <p:spPr>
          <a:xfrm>
            <a:off x="446316" y="1512888"/>
            <a:ext cx="4821237" cy="527685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Text Placeholder 3"/>
          <p:cNvSpPr>
            <a:spLocks noGrp="1"/>
          </p:cNvSpPr>
          <p:nvPr>
            <p:ph type="body" sz="half" idx="2"/>
          </p:nvPr>
        </p:nvSpPr>
        <p:spPr>
          <a:xfrm>
            <a:off x="5419953" y="1512888"/>
            <a:ext cx="4822825" cy="527685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Footer Placeholder 11"/>
          <p:cNvSpPr>
            <a:spLocks noGrp="1"/>
          </p:cNvSpPr>
          <p:nvPr>
            <p:ph type="ftr" sz="quarter" idx="10"/>
          </p:nvPr>
        </p:nvSpPr>
        <p:spPr/>
        <p:txBody>
          <a:bodyPr/>
          <a:lstStyle>
            <a:lvl1pPr>
              <a:defRPr/>
            </a:lvl1pPr>
          </a:lstStyle>
          <a:p>
            <a:pPr>
              <a:defRPr/>
            </a:pPr>
            <a:endParaRPr lang="en-GB"/>
          </a:p>
        </p:txBody>
      </p:sp>
      <p:sp>
        <p:nvSpPr>
          <p:cNvPr id="6" name="Slide Number Placeholder 12"/>
          <p:cNvSpPr>
            <a:spLocks noGrp="1"/>
          </p:cNvSpPr>
          <p:nvPr>
            <p:ph type="sldNum" sz="quarter" idx="11"/>
          </p:nvPr>
        </p:nvSpPr>
        <p:spPr/>
        <p:txBody>
          <a:bodyPr/>
          <a:lstStyle>
            <a:lvl1pPr>
              <a:defRPr/>
            </a:lvl1pPr>
          </a:lstStyle>
          <a:p>
            <a:pPr>
              <a:defRPr/>
            </a:pPr>
            <a:fld id="{F7A2EB0C-4418-4B78-A4DA-20A14292D5F0}" type="slidenum">
              <a:rPr lang="en-GB"/>
              <a:pPr>
                <a:defRPr/>
              </a:pPr>
              <a:t>‹#›</a:t>
            </a:fld>
            <a:endParaRPr lang="en-GB" dirty="0"/>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12751" y="368300"/>
            <a:ext cx="9867900" cy="587375"/>
          </a:xfrm>
        </p:spPr>
        <p:txBody>
          <a:bodyPr/>
          <a:lstStyle/>
          <a:p>
            <a:r>
              <a:rPr lang="en-US" smtClean="0"/>
              <a:t>Click to edit Master title style</a:t>
            </a:r>
            <a:endParaRPr lang="en-GB"/>
          </a:p>
        </p:txBody>
      </p:sp>
      <p:sp>
        <p:nvSpPr>
          <p:cNvPr id="3" name="Content Placeholder 2"/>
          <p:cNvSpPr>
            <a:spLocks noGrp="1"/>
          </p:cNvSpPr>
          <p:nvPr>
            <p:ph sz="quarter" idx="1"/>
          </p:nvPr>
        </p:nvSpPr>
        <p:spPr>
          <a:xfrm>
            <a:off x="446316" y="1512891"/>
            <a:ext cx="4821237"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quarter" idx="2"/>
          </p:nvPr>
        </p:nvSpPr>
        <p:spPr>
          <a:xfrm>
            <a:off x="5419953" y="1512891"/>
            <a:ext cx="4822825"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Content Placeholder 4"/>
          <p:cNvSpPr>
            <a:spLocks noGrp="1"/>
          </p:cNvSpPr>
          <p:nvPr>
            <p:ph sz="quarter" idx="3"/>
          </p:nvPr>
        </p:nvSpPr>
        <p:spPr>
          <a:xfrm>
            <a:off x="446316" y="4227513"/>
            <a:ext cx="4821237"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6" name="Content Placeholder 5"/>
          <p:cNvSpPr>
            <a:spLocks noGrp="1"/>
          </p:cNvSpPr>
          <p:nvPr>
            <p:ph sz="quarter" idx="4"/>
          </p:nvPr>
        </p:nvSpPr>
        <p:spPr>
          <a:xfrm>
            <a:off x="5419953" y="4227513"/>
            <a:ext cx="4822825"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7" name="Footer Placeholder 11"/>
          <p:cNvSpPr>
            <a:spLocks noGrp="1"/>
          </p:cNvSpPr>
          <p:nvPr>
            <p:ph type="ftr" sz="quarter" idx="10"/>
          </p:nvPr>
        </p:nvSpPr>
        <p:spPr/>
        <p:txBody>
          <a:bodyPr/>
          <a:lstStyle>
            <a:lvl1pPr>
              <a:defRPr/>
            </a:lvl1pPr>
          </a:lstStyle>
          <a:p>
            <a:pPr>
              <a:defRPr/>
            </a:pPr>
            <a:endParaRPr lang="en-GB"/>
          </a:p>
        </p:txBody>
      </p:sp>
      <p:sp>
        <p:nvSpPr>
          <p:cNvPr id="8" name="Slide Number Placeholder 12"/>
          <p:cNvSpPr>
            <a:spLocks noGrp="1"/>
          </p:cNvSpPr>
          <p:nvPr>
            <p:ph type="sldNum" sz="quarter" idx="11"/>
          </p:nvPr>
        </p:nvSpPr>
        <p:spPr/>
        <p:txBody>
          <a:bodyPr/>
          <a:lstStyle>
            <a:lvl1pPr>
              <a:defRPr/>
            </a:lvl1pPr>
          </a:lstStyle>
          <a:p>
            <a:pPr>
              <a:defRPr/>
            </a:pPr>
            <a:fld id="{B19B8844-1C3F-480A-A5D2-96E9E578880D}" type="slidenum">
              <a:rPr lang="en-GB"/>
              <a:pPr>
                <a:defRPr/>
              </a:pPr>
              <a:t>‹#›</a:t>
            </a:fld>
            <a:endParaRPr lang="en-GB" dirty="0"/>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smtClean="0"/>
              <a:t>Click to edit Master title style</a:t>
            </a:r>
            <a:endParaRPr lang="en-GB"/>
          </a:p>
        </p:txBody>
      </p:sp>
      <p:sp>
        <p:nvSpPr>
          <p:cNvPr id="3" name="Text Placeholder 2"/>
          <p:cNvSpPr>
            <a:spLocks noGrp="1"/>
          </p:cNvSpPr>
          <p:nvPr>
            <p:ph type="body" sz="half" idx="1"/>
          </p:nvPr>
        </p:nvSpPr>
        <p:spPr>
          <a:xfrm>
            <a:off x="446316" y="1512888"/>
            <a:ext cx="4821237" cy="527685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quarter" idx="2"/>
          </p:nvPr>
        </p:nvSpPr>
        <p:spPr>
          <a:xfrm>
            <a:off x="5419953" y="1512891"/>
            <a:ext cx="4822825"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Content Placeholder 4"/>
          <p:cNvSpPr>
            <a:spLocks noGrp="1"/>
          </p:cNvSpPr>
          <p:nvPr>
            <p:ph sz="quarter" idx="3"/>
          </p:nvPr>
        </p:nvSpPr>
        <p:spPr>
          <a:xfrm>
            <a:off x="5419953" y="4227513"/>
            <a:ext cx="4822825"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6" name="Footer Placeholder 11"/>
          <p:cNvSpPr>
            <a:spLocks noGrp="1"/>
          </p:cNvSpPr>
          <p:nvPr>
            <p:ph type="ftr" sz="quarter" idx="10"/>
          </p:nvPr>
        </p:nvSpPr>
        <p:spPr/>
        <p:txBody>
          <a:bodyPr/>
          <a:lstStyle>
            <a:lvl1pPr>
              <a:defRPr/>
            </a:lvl1pPr>
          </a:lstStyle>
          <a:p>
            <a:pPr>
              <a:defRPr/>
            </a:pPr>
            <a:endParaRPr lang="en-GB"/>
          </a:p>
        </p:txBody>
      </p:sp>
      <p:sp>
        <p:nvSpPr>
          <p:cNvPr id="7" name="Slide Number Placeholder 12"/>
          <p:cNvSpPr>
            <a:spLocks noGrp="1"/>
          </p:cNvSpPr>
          <p:nvPr>
            <p:ph type="sldNum" sz="quarter" idx="11"/>
          </p:nvPr>
        </p:nvSpPr>
        <p:spPr/>
        <p:txBody>
          <a:bodyPr/>
          <a:lstStyle>
            <a:lvl1pPr>
              <a:defRPr/>
            </a:lvl1pPr>
          </a:lstStyle>
          <a:p>
            <a:pPr>
              <a:defRPr/>
            </a:pPr>
            <a:fld id="{C700711B-C12B-4A0C-BE74-63063515BA0E}" type="slidenum">
              <a:rPr lang="en-GB"/>
              <a:pPr>
                <a:defRPr/>
              </a:pPr>
              <a:t>‹#›</a:t>
            </a:fld>
            <a:endParaRPr lang="en-GB" dirty="0"/>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AndTx" preserve="1">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smtClean="0"/>
              <a:t>Click to edit Master title style</a:t>
            </a:r>
            <a:endParaRPr lang="en-GB"/>
          </a:p>
        </p:txBody>
      </p:sp>
      <p:sp>
        <p:nvSpPr>
          <p:cNvPr id="3" name="Content Placeholder 2"/>
          <p:cNvSpPr>
            <a:spLocks noGrp="1"/>
          </p:cNvSpPr>
          <p:nvPr>
            <p:ph sz="quarter" idx="1"/>
          </p:nvPr>
        </p:nvSpPr>
        <p:spPr>
          <a:xfrm>
            <a:off x="446316" y="1512891"/>
            <a:ext cx="4821237"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quarter" idx="2"/>
          </p:nvPr>
        </p:nvSpPr>
        <p:spPr>
          <a:xfrm>
            <a:off x="446316" y="4227513"/>
            <a:ext cx="4821237"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Text Placeholder 4"/>
          <p:cNvSpPr>
            <a:spLocks noGrp="1"/>
          </p:cNvSpPr>
          <p:nvPr>
            <p:ph type="body" sz="half" idx="3"/>
          </p:nvPr>
        </p:nvSpPr>
        <p:spPr>
          <a:xfrm>
            <a:off x="5419953" y="1512888"/>
            <a:ext cx="4822825" cy="527685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6" name="Footer Placeholder 11"/>
          <p:cNvSpPr>
            <a:spLocks noGrp="1"/>
          </p:cNvSpPr>
          <p:nvPr>
            <p:ph type="ftr" sz="quarter" idx="10"/>
          </p:nvPr>
        </p:nvSpPr>
        <p:spPr/>
        <p:txBody>
          <a:bodyPr/>
          <a:lstStyle>
            <a:lvl1pPr>
              <a:defRPr/>
            </a:lvl1pPr>
          </a:lstStyle>
          <a:p>
            <a:pPr>
              <a:defRPr/>
            </a:pPr>
            <a:endParaRPr lang="en-GB"/>
          </a:p>
        </p:txBody>
      </p:sp>
      <p:sp>
        <p:nvSpPr>
          <p:cNvPr id="7" name="Slide Number Placeholder 12"/>
          <p:cNvSpPr>
            <a:spLocks noGrp="1"/>
          </p:cNvSpPr>
          <p:nvPr>
            <p:ph type="sldNum" sz="quarter" idx="11"/>
          </p:nvPr>
        </p:nvSpPr>
        <p:spPr/>
        <p:txBody>
          <a:bodyPr/>
          <a:lstStyle>
            <a:lvl1pPr>
              <a:defRPr/>
            </a:lvl1pPr>
          </a:lstStyle>
          <a:p>
            <a:pPr>
              <a:defRPr/>
            </a:pPr>
            <a:fld id="{15D8AF52-697F-4EFD-990B-6C7A9CD0FA77}" type="slidenum">
              <a:rPr lang="en-GB"/>
              <a:pPr>
                <a:defRPr/>
              </a:pPr>
              <a:t>‹#›</a:t>
            </a:fld>
            <a:endParaRPr lang="en-GB" dirty="0"/>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OverTx" preserve="1">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smtClean="0"/>
              <a:t>Click to edit Master title style</a:t>
            </a:r>
            <a:endParaRPr lang="en-GB"/>
          </a:p>
        </p:txBody>
      </p:sp>
      <p:sp>
        <p:nvSpPr>
          <p:cNvPr id="3" name="Content Placeholder 2"/>
          <p:cNvSpPr>
            <a:spLocks noGrp="1"/>
          </p:cNvSpPr>
          <p:nvPr>
            <p:ph sz="quarter" idx="1"/>
          </p:nvPr>
        </p:nvSpPr>
        <p:spPr>
          <a:xfrm>
            <a:off x="446316" y="1512891"/>
            <a:ext cx="4821237"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quarter" idx="2"/>
          </p:nvPr>
        </p:nvSpPr>
        <p:spPr>
          <a:xfrm>
            <a:off x="5419953" y="1512891"/>
            <a:ext cx="4822825"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Text Placeholder 4"/>
          <p:cNvSpPr>
            <a:spLocks noGrp="1"/>
          </p:cNvSpPr>
          <p:nvPr>
            <p:ph type="body" sz="half" idx="3"/>
          </p:nvPr>
        </p:nvSpPr>
        <p:spPr>
          <a:xfrm>
            <a:off x="446088" y="4227513"/>
            <a:ext cx="9796462"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6" name="Footer Placeholder 11"/>
          <p:cNvSpPr>
            <a:spLocks noGrp="1"/>
          </p:cNvSpPr>
          <p:nvPr>
            <p:ph type="ftr" sz="quarter" idx="10"/>
          </p:nvPr>
        </p:nvSpPr>
        <p:spPr/>
        <p:txBody>
          <a:bodyPr/>
          <a:lstStyle>
            <a:lvl1pPr>
              <a:defRPr/>
            </a:lvl1pPr>
          </a:lstStyle>
          <a:p>
            <a:pPr>
              <a:defRPr/>
            </a:pPr>
            <a:endParaRPr lang="en-GB"/>
          </a:p>
        </p:txBody>
      </p:sp>
      <p:sp>
        <p:nvSpPr>
          <p:cNvPr id="7" name="Slide Number Placeholder 12"/>
          <p:cNvSpPr>
            <a:spLocks noGrp="1"/>
          </p:cNvSpPr>
          <p:nvPr>
            <p:ph type="sldNum" sz="quarter" idx="11"/>
          </p:nvPr>
        </p:nvSpPr>
        <p:spPr/>
        <p:txBody>
          <a:bodyPr/>
          <a:lstStyle>
            <a:lvl1pPr>
              <a:defRPr/>
            </a:lvl1pPr>
          </a:lstStyle>
          <a:p>
            <a:pPr>
              <a:defRPr/>
            </a:pPr>
            <a:fld id="{1DB06C71-B872-43F9-BFA1-F670B4363180}" type="slidenum">
              <a:rPr lang="en-GB"/>
              <a:pPr>
                <a:defRPr/>
              </a:pPr>
              <a:t>‹#›</a:t>
            </a:fld>
            <a:endParaRPr lang="en-GB" dirty="0"/>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smtClean="0"/>
              <a:t>Click to edit Master title style</a:t>
            </a:r>
            <a:endParaRPr lang="en-GB"/>
          </a:p>
        </p:txBody>
      </p:sp>
      <p:sp>
        <p:nvSpPr>
          <p:cNvPr id="3" name="Content Placeholder 2"/>
          <p:cNvSpPr>
            <a:spLocks noGrp="1"/>
          </p:cNvSpPr>
          <p:nvPr>
            <p:ph sz="half" idx="1"/>
          </p:nvPr>
        </p:nvSpPr>
        <p:spPr>
          <a:xfrm>
            <a:off x="446316" y="1512888"/>
            <a:ext cx="4821237" cy="527685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quarter" idx="2"/>
          </p:nvPr>
        </p:nvSpPr>
        <p:spPr>
          <a:xfrm>
            <a:off x="5419953" y="1512891"/>
            <a:ext cx="4822825"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Content Placeholder 4"/>
          <p:cNvSpPr>
            <a:spLocks noGrp="1"/>
          </p:cNvSpPr>
          <p:nvPr>
            <p:ph sz="quarter" idx="3"/>
          </p:nvPr>
        </p:nvSpPr>
        <p:spPr>
          <a:xfrm>
            <a:off x="5419953" y="4227513"/>
            <a:ext cx="4822825"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6" name="Footer Placeholder 11"/>
          <p:cNvSpPr>
            <a:spLocks noGrp="1"/>
          </p:cNvSpPr>
          <p:nvPr>
            <p:ph type="ftr" sz="quarter" idx="10"/>
          </p:nvPr>
        </p:nvSpPr>
        <p:spPr/>
        <p:txBody>
          <a:bodyPr/>
          <a:lstStyle>
            <a:lvl1pPr>
              <a:defRPr/>
            </a:lvl1pPr>
          </a:lstStyle>
          <a:p>
            <a:pPr>
              <a:defRPr/>
            </a:pPr>
            <a:endParaRPr lang="en-GB"/>
          </a:p>
        </p:txBody>
      </p:sp>
      <p:sp>
        <p:nvSpPr>
          <p:cNvPr id="7" name="Slide Number Placeholder 12"/>
          <p:cNvSpPr>
            <a:spLocks noGrp="1"/>
          </p:cNvSpPr>
          <p:nvPr>
            <p:ph type="sldNum" sz="quarter" idx="11"/>
          </p:nvPr>
        </p:nvSpPr>
        <p:spPr/>
        <p:txBody>
          <a:bodyPr/>
          <a:lstStyle>
            <a:lvl1pPr>
              <a:defRPr/>
            </a:lvl1pPr>
          </a:lstStyle>
          <a:p>
            <a:pPr>
              <a:defRPr/>
            </a:pPr>
            <a:fld id="{EFCB70E2-A7C0-4793-8610-950BB5A90292}" type="slidenum">
              <a:rPr lang="en-GB"/>
              <a:pPr>
                <a:defRPr/>
              </a:pPr>
              <a:t>‹#›</a:t>
            </a:fld>
            <a:endParaRPr lang="en-GB" dirty="0"/>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9" descr="Here for good"/>
          <p:cNvPicPr>
            <a:picLocks noChangeAspect="1" noChangeArrowheads="1"/>
          </p:cNvPicPr>
          <p:nvPr/>
        </p:nvPicPr>
        <p:blipFill>
          <a:blip r:embed="rId2" cstate="print"/>
          <a:srcRect/>
          <a:stretch>
            <a:fillRect/>
          </a:stretch>
        </p:blipFill>
        <p:spPr bwMode="auto">
          <a:xfrm>
            <a:off x="7967663" y="6615113"/>
            <a:ext cx="2360612" cy="552450"/>
          </a:xfrm>
          <a:prstGeom prst="rect">
            <a:avLst/>
          </a:prstGeom>
          <a:noFill/>
          <a:ln w="9525">
            <a:noFill/>
            <a:miter lim="800000"/>
            <a:headEnd/>
            <a:tailEnd/>
          </a:ln>
        </p:spPr>
      </p:pic>
      <p:pic>
        <p:nvPicPr>
          <p:cNvPr id="5" name="Picture 10"/>
          <p:cNvPicPr>
            <a:picLocks noChangeAspect="1" noChangeArrowheads="1"/>
          </p:cNvPicPr>
          <p:nvPr/>
        </p:nvPicPr>
        <p:blipFill>
          <a:blip r:embed="rId3" cstate="print"/>
          <a:srcRect/>
          <a:stretch>
            <a:fillRect/>
          </a:stretch>
        </p:blipFill>
        <p:spPr bwMode="auto">
          <a:xfrm>
            <a:off x="0" y="2438405"/>
            <a:ext cx="10693400" cy="2506663"/>
          </a:xfrm>
          <a:prstGeom prst="rect">
            <a:avLst/>
          </a:prstGeom>
          <a:noFill/>
          <a:ln w="9525">
            <a:noFill/>
            <a:miter lim="800000"/>
            <a:headEnd/>
            <a:tailEnd/>
          </a:ln>
        </p:spPr>
      </p:pic>
      <p:pic>
        <p:nvPicPr>
          <p:cNvPr id="6" name="Picture 11" descr="Visual Identitiy Band"/>
          <p:cNvPicPr preferRelativeResize="0">
            <a:picLocks noChangeArrowheads="1"/>
          </p:cNvPicPr>
          <p:nvPr/>
        </p:nvPicPr>
        <p:blipFill>
          <a:blip r:embed="rId4" cstate="print"/>
          <a:srcRect/>
          <a:stretch>
            <a:fillRect/>
          </a:stretch>
        </p:blipFill>
        <p:spPr bwMode="auto">
          <a:xfrm>
            <a:off x="0" y="2379663"/>
            <a:ext cx="10693400" cy="63500"/>
          </a:xfrm>
          <a:prstGeom prst="rect">
            <a:avLst/>
          </a:prstGeom>
          <a:noFill/>
          <a:ln w="9525">
            <a:noFill/>
            <a:miter lim="800000"/>
            <a:headEnd/>
            <a:tailEnd/>
          </a:ln>
        </p:spPr>
      </p:pic>
      <p:pic>
        <p:nvPicPr>
          <p:cNvPr id="7" name="Picture 12" descr="SCB Logo"/>
          <p:cNvPicPr preferRelativeResize="0">
            <a:picLocks noChangeAspect="1" noChangeArrowheads="1"/>
          </p:cNvPicPr>
          <p:nvPr/>
        </p:nvPicPr>
        <p:blipFill>
          <a:blip r:embed="rId5" cstate="print"/>
          <a:srcRect/>
          <a:stretch>
            <a:fillRect/>
          </a:stretch>
        </p:blipFill>
        <p:spPr bwMode="auto">
          <a:xfrm>
            <a:off x="8732841" y="1570038"/>
            <a:ext cx="1517650" cy="579437"/>
          </a:xfrm>
          <a:prstGeom prst="rect">
            <a:avLst/>
          </a:prstGeom>
          <a:noFill/>
          <a:ln w="9525">
            <a:noFill/>
            <a:miter lim="800000"/>
            <a:headEnd/>
            <a:tailEnd/>
          </a:ln>
        </p:spPr>
      </p:pic>
      <p:sp>
        <p:nvSpPr>
          <p:cNvPr id="8" name="Text Box 19"/>
          <p:cNvSpPr txBox="1">
            <a:spLocks noChangeArrowheads="1"/>
          </p:cNvSpPr>
          <p:nvPr/>
        </p:nvSpPr>
        <p:spPr bwMode="auto">
          <a:xfrm>
            <a:off x="412751" y="671513"/>
            <a:ext cx="9867900" cy="515937"/>
          </a:xfrm>
          <a:prstGeom prst="rect">
            <a:avLst/>
          </a:prstGeom>
          <a:noFill/>
          <a:ln w="9525">
            <a:noFill/>
            <a:miter lim="800000"/>
            <a:headEnd/>
            <a:tailEnd/>
          </a:ln>
        </p:spPr>
        <p:txBody>
          <a:bodyPr lIns="100625" tIns="50336" rIns="100625" bIns="50336">
            <a:spAutoFit/>
          </a:bodyPr>
          <a:lstStyle/>
          <a:p>
            <a:pPr defTabSz="1006654">
              <a:spcBef>
                <a:spcPct val="50000"/>
              </a:spcBef>
              <a:defRPr/>
            </a:pPr>
            <a:endParaRPr lang="en-GB" sz="2700" b="1" baseline="0" dirty="0">
              <a:latin typeface="Arial"/>
            </a:endParaRPr>
          </a:p>
        </p:txBody>
      </p:sp>
      <p:sp>
        <p:nvSpPr>
          <p:cNvPr id="2727940" name="Rectangle 18"/>
          <p:cNvSpPr>
            <a:spLocks noGrp="1" noChangeArrowheads="1"/>
          </p:cNvSpPr>
          <p:nvPr>
            <p:ph type="subTitle" idx="1"/>
          </p:nvPr>
        </p:nvSpPr>
        <p:spPr>
          <a:xfrm>
            <a:off x="668338" y="5124450"/>
            <a:ext cx="8108950" cy="2436813"/>
          </a:xfrm>
        </p:spPr>
        <p:txBody>
          <a:bodyPr/>
          <a:lstStyle>
            <a:lvl1pPr marL="0" indent="0">
              <a:defRPr sz="2900" b="0" smtClean="0">
                <a:solidFill>
                  <a:schemeClr val="hlink"/>
                </a:solidFill>
              </a:defRPr>
            </a:lvl1pPr>
          </a:lstStyle>
          <a:p>
            <a:r>
              <a:rPr lang="en-AU" smtClean="0"/>
              <a:t>Click to edit Master subtitle style</a:t>
            </a:r>
          </a:p>
        </p:txBody>
      </p:sp>
      <p:sp>
        <p:nvSpPr>
          <p:cNvPr id="2727942" name="Rectangle 20"/>
          <p:cNvSpPr>
            <a:spLocks noGrp="1" noChangeArrowheads="1"/>
          </p:cNvSpPr>
          <p:nvPr>
            <p:ph type="ctrTitle"/>
          </p:nvPr>
        </p:nvSpPr>
        <p:spPr>
          <a:xfrm>
            <a:off x="668339" y="2349500"/>
            <a:ext cx="8274050" cy="2425700"/>
          </a:xfrm>
        </p:spPr>
        <p:txBody>
          <a:bodyPr/>
          <a:lstStyle>
            <a:lvl1pPr>
              <a:defRPr sz="3700" smtClean="0">
                <a:solidFill>
                  <a:schemeClr val="bg1"/>
                </a:solidFill>
              </a:defRPr>
            </a:lvl1pPr>
          </a:lstStyle>
          <a:p>
            <a:r>
              <a:rPr lang="en-AU" smtClean="0"/>
              <a:t>Click to edit Master title style</a:t>
            </a: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785" y="4859560"/>
            <a:ext cx="9090025" cy="15017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844785" y="3205166"/>
            <a:ext cx="9090025" cy="1654175"/>
          </a:xfrm>
        </p:spPr>
        <p:txBody>
          <a:bodyPr anchor="b"/>
          <a:lstStyle>
            <a:lvl1pPr marL="0" indent="0">
              <a:buNone/>
              <a:defRPr sz="2100"/>
            </a:lvl1pPr>
            <a:lvl2pPr marL="441231" indent="0">
              <a:buNone/>
              <a:defRPr sz="1800"/>
            </a:lvl2pPr>
            <a:lvl3pPr marL="882522" indent="0">
              <a:buNone/>
              <a:defRPr sz="1600"/>
            </a:lvl3pPr>
            <a:lvl4pPr marL="1323795" indent="0">
              <a:buNone/>
              <a:defRPr sz="1400"/>
            </a:lvl4pPr>
            <a:lvl5pPr marL="1765066" indent="0">
              <a:buNone/>
              <a:defRPr sz="1400"/>
            </a:lvl5pPr>
            <a:lvl6pPr marL="2206349" indent="0">
              <a:buNone/>
              <a:defRPr sz="1400"/>
            </a:lvl6pPr>
            <a:lvl7pPr marL="2647608" indent="0">
              <a:buNone/>
              <a:defRPr sz="1400"/>
            </a:lvl7pPr>
            <a:lvl8pPr marL="3088871" indent="0">
              <a:buNone/>
              <a:defRPr sz="1400"/>
            </a:lvl8pPr>
            <a:lvl9pPr marL="3530143" indent="0">
              <a:buNone/>
              <a:defRPr sz="1400"/>
            </a:lvl9pPr>
          </a:lstStyle>
          <a:p>
            <a:pPr lvl="0"/>
            <a:r>
              <a:rPr lang="en-US"/>
              <a:t>Click to edit Master text styles</a:t>
            </a: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46323" y="1512888"/>
            <a:ext cx="4821237" cy="5276850"/>
          </a:xfrm>
        </p:spPr>
        <p:txBody>
          <a:bodyPr/>
          <a:lstStyle>
            <a:lvl1pPr>
              <a:defRPr sz="29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19961" y="1512888"/>
            <a:ext cx="4822825" cy="5276850"/>
          </a:xfrm>
        </p:spPr>
        <p:txBody>
          <a:bodyPr/>
          <a:lstStyle>
            <a:lvl1pPr>
              <a:defRPr sz="29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223" y="303219"/>
            <a:ext cx="9623425" cy="1260475"/>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34991" y="1692277"/>
            <a:ext cx="4724400" cy="704850"/>
          </a:xfrm>
        </p:spPr>
        <p:txBody>
          <a:bodyPr anchor="b"/>
          <a:lstStyle>
            <a:lvl1pPr marL="0" indent="0">
              <a:buNone/>
              <a:defRPr sz="2400" b="1"/>
            </a:lvl1pPr>
            <a:lvl2pPr marL="441231" indent="0">
              <a:buNone/>
              <a:defRPr sz="2100" b="1"/>
            </a:lvl2pPr>
            <a:lvl3pPr marL="882522" indent="0">
              <a:buNone/>
              <a:defRPr sz="1800" b="1"/>
            </a:lvl3pPr>
            <a:lvl4pPr marL="1323795" indent="0">
              <a:buNone/>
              <a:defRPr sz="1600" b="1"/>
            </a:lvl4pPr>
            <a:lvl5pPr marL="1765066" indent="0">
              <a:buNone/>
              <a:defRPr sz="1600" b="1"/>
            </a:lvl5pPr>
            <a:lvl6pPr marL="2206349" indent="0">
              <a:buNone/>
              <a:defRPr sz="1600" b="1"/>
            </a:lvl6pPr>
            <a:lvl7pPr marL="2647608" indent="0">
              <a:buNone/>
              <a:defRPr sz="1600" b="1"/>
            </a:lvl7pPr>
            <a:lvl8pPr marL="3088871" indent="0">
              <a:buNone/>
              <a:defRPr sz="1600" b="1"/>
            </a:lvl8pPr>
            <a:lvl9pPr marL="3530143" indent="0">
              <a:buNone/>
              <a:defRPr sz="1600" b="1"/>
            </a:lvl9pPr>
          </a:lstStyle>
          <a:p>
            <a:pPr lvl="0"/>
            <a:r>
              <a:rPr lang="en-US"/>
              <a:t>Click to edit Master text styles</a:t>
            </a:r>
          </a:p>
        </p:txBody>
      </p:sp>
      <p:sp>
        <p:nvSpPr>
          <p:cNvPr id="4" name="Content Placeholder 3"/>
          <p:cNvSpPr>
            <a:spLocks noGrp="1"/>
          </p:cNvSpPr>
          <p:nvPr>
            <p:ph sz="half" idx="2"/>
          </p:nvPr>
        </p:nvSpPr>
        <p:spPr>
          <a:xfrm>
            <a:off x="534991" y="2397128"/>
            <a:ext cx="4724400" cy="4357688"/>
          </a:xfrm>
        </p:spPr>
        <p:txBody>
          <a:bodyPr/>
          <a:lstStyle>
            <a:lvl1pPr>
              <a:defRPr sz="24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432429" y="1692277"/>
            <a:ext cx="4725988" cy="704850"/>
          </a:xfrm>
        </p:spPr>
        <p:txBody>
          <a:bodyPr anchor="b"/>
          <a:lstStyle>
            <a:lvl1pPr marL="0" indent="0">
              <a:buNone/>
              <a:defRPr sz="2400" b="1"/>
            </a:lvl1pPr>
            <a:lvl2pPr marL="441231" indent="0">
              <a:buNone/>
              <a:defRPr sz="2100" b="1"/>
            </a:lvl2pPr>
            <a:lvl3pPr marL="882522" indent="0">
              <a:buNone/>
              <a:defRPr sz="1800" b="1"/>
            </a:lvl3pPr>
            <a:lvl4pPr marL="1323795" indent="0">
              <a:buNone/>
              <a:defRPr sz="1600" b="1"/>
            </a:lvl4pPr>
            <a:lvl5pPr marL="1765066" indent="0">
              <a:buNone/>
              <a:defRPr sz="1600" b="1"/>
            </a:lvl5pPr>
            <a:lvl6pPr marL="2206349" indent="0">
              <a:buNone/>
              <a:defRPr sz="1600" b="1"/>
            </a:lvl6pPr>
            <a:lvl7pPr marL="2647608" indent="0">
              <a:buNone/>
              <a:defRPr sz="1600" b="1"/>
            </a:lvl7pPr>
            <a:lvl8pPr marL="3088871" indent="0">
              <a:buNone/>
              <a:defRPr sz="1600" b="1"/>
            </a:lvl8pPr>
            <a:lvl9pPr marL="353014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32429" y="2397128"/>
            <a:ext cx="4725988" cy="4357688"/>
          </a:xfrm>
        </p:spPr>
        <p:txBody>
          <a:bodyPr/>
          <a:lstStyle>
            <a:lvl1pPr>
              <a:defRPr sz="24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222" y="301630"/>
            <a:ext cx="3517901" cy="1281113"/>
          </a:xfrm>
        </p:spPr>
        <p:txBody>
          <a:bodyPr anchor="b"/>
          <a:lstStyle>
            <a:lvl1pPr algn="l">
              <a:defRPr sz="2100" b="1"/>
            </a:lvl1pPr>
          </a:lstStyle>
          <a:p>
            <a:r>
              <a:rPr lang="en-US"/>
              <a:t>Click to edit Master title style</a:t>
            </a:r>
          </a:p>
        </p:txBody>
      </p:sp>
      <p:sp>
        <p:nvSpPr>
          <p:cNvPr id="3" name="Content Placeholder 2"/>
          <p:cNvSpPr>
            <a:spLocks noGrp="1"/>
          </p:cNvSpPr>
          <p:nvPr>
            <p:ph idx="1"/>
          </p:nvPr>
        </p:nvSpPr>
        <p:spPr>
          <a:xfrm>
            <a:off x="4181479" y="301625"/>
            <a:ext cx="5976938" cy="6453188"/>
          </a:xfrm>
        </p:spPr>
        <p:txBody>
          <a:bodyPr/>
          <a:lstStyle>
            <a:lvl1pPr>
              <a:defRPr sz="3200"/>
            </a:lvl1pPr>
            <a:lvl2pPr>
              <a:defRPr sz="29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5222" y="1582959"/>
            <a:ext cx="3517901" cy="5172075"/>
          </a:xfrm>
        </p:spPr>
        <p:txBody>
          <a:bodyPr/>
          <a:lstStyle>
            <a:lvl1pPr marL="0" indent="0">
              <a:buNone/>
              <a:defRPr sz="1400"/>
            </a:lvl1pPr>
            <a:lvl2pPr marL="441231" indent="0">
              <a:buNone/>
              <a:defRPr sz="1300"/>
            </a:lvl2pPr>
            <a:lvl3pPr marL="882522" indent="0">
              <a:buNone/>
              <a:defRPr sz="1000"/>
            </a:lvl3pPr>
            <a:lvl4pPr marL="1323795" indent="0">
              <a:buNone/>
              <a:defRPr sz="900"/>
            </a:lvl4pPr>
            <a:lvl5pPr marL="1765066" indent="0">
              <a:buNone/>
              <a:defRPr sz="900"/>
            </a:lvl5pPr>
            <a:lvl6pPr marL="2206349" indent="0">
              <a:buNone/>
              <a:defRPr sz="900"/>
            </a:lvl6pPr>
            <a:lvl7pPr marL="2647608" indent="0">
              <a:buNone/>
              <a:defRPr sz="900"/>
            </a:lvl7pPr>
            <a:lvl8pPr marL="3088871" indent="0">
              <a:buNone/>
              <a:defRPr sz="900"/>
            </a:lvl8pPr>
            <a:lvl9pPr marL="3530143" indent="0">
              <a:buNone/>
              <a:defRPr sz="900"/>
            </a:lvl9pPr>
          </a:lstStyle>
          <a:p>
            <a:pPr lvl="0"/>
            <a:r>
              <a:rPr lang="en-US"/>
              <a:t>Click to edit Master text styles</a:t>
            </a: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95735" y="5292725"/>
            <a:ext cx="6416675" cy="625475"/>
          </a:xfrm>
        </p:spPr>
        <p:txBody>
          <a:bodyPr anchor="b"/>
          <a:lstStyle>
            <a:lvl1pPr algn="l">
              <a:defRPr sz="2100" b="1"/>
            </a:lvl1pPr>
          </a:lstStyle>
          <a:p>
            <a:r>
              <a:rPr lang="en-US"/>
              <a:t>Click to edit Master title style</a:t>
            </a:r>
          </a:p>
        </p:txBody>
      </p:sp>
      <p:sp>
        <p:nvSpPr>
          <p:cNvPr id="3" name="Picture Placeholder 2"/>
          <p:cNvSpPr>
            <a:spLocks noGrp="1"/>
          </p:cNvSpPr>
          <p:nvPr>
            <p:ph type="pic" idx="1"/>
          </p:nvPr>
        </p:nvSpPr>
        <p:spPr>
          <a:xfrm>
            <a:off x="2095735" y="676275"/>
            <a:ext cx="6416675" cy="4535488"/>
          </a:xfrm>
        </p:spPr>
        <p:txBody>
          <a:bodyPr/>
          <a:lstStyle>
            <a:lvl1pPr marL="0" indent="0">
              <a:buNone/>
              <a:defRPr sz="3200"/>
            </a:lvl1pPr>
            <a:lvl2pPr marL="441231" indent="0">
              <a:buNone/>
              <a:defRPr sz="2900"/>
            </a:lvl2pPr>
            <a:lvl3pPr marL="882522" indent="0">
              <a:buNone/>
              <a:defRPr sz="2400"/>
            </a:lvl3pPr>
            <a:lvl4pPr marL="1323795" indent="0">
              <a:buNone/>
              <a:defRPr sz="2100"/>
            </a:lvl4pPr>
            <a:lvl5pPr marL="1765066" indent="0">
              <a:buNone/>
              <a:defRPr sz="2100"/>
            </a:lvl5pPr>
            <a:lvl6pPr marL="2206349" indent="0">
              <a:buNone/>
              <a:defRPr sz="2100"/>
            </a:lvl6pPr>
            <a:lvl7pPr marL="2647608" indent="0">
              <a:buNone/>
              <a:defRPr sz="2100"/>
            </a:lvl7pPr>
            <a:lvl8pPr marL="3088871" indent="0">
              <a:buNone/>
              <a:defRPr sz="2100"/>
            </a:lvl8pPr>
            <a:lvl9pPr marL="3530143" indent="0">
              <a:buNone/>
              <a:defRPr sz="2100"/>
            </a:lvl9pPr>
          </a:lstStyle>
          <a:p>
            <a:pPr lvl="0"/>
            <a:endParaRPr lang="en-US" noProof="0"/>
          </a:p>
        </p:txBody>
      </p:sp>
      <p:sp>
        <p:nvSpPr>
          <p:cNvPr id="4" name="Text Placeholder 3"/>
          <p:cNvSpPr>
            <a:spLocks noGrp="1"/>
          </p:cNvSpPr>
          <p:nvPr>
            <p:ph type="body" sz="half" idx="2"/>
          </p:nvPr>
        </p:nvSpPr>
        <p:spPr>
          <a:xfrm>
            <a:off x="2095735" y="5918201"/>
            <a:ext cx="6416675" cy="887413"/>
          </a:xfrm>
        </p:spPr>
        <p:txBody>
          <a:bodyPr/>
          <a:lstStyle>
            <a:lvl1pPr marL="0" indent="0">
              <a:buNone/>
              <a:defRPr sz="1400"/>
            </a:lvl1pPr>
            <a:lvl2pPr marL="441231" indent="0">
              <a:buNone/>
              <a:defRPr sz="1300"/>
            </a:lvl2pPr>
            <a:lvl3pPr marL="882522" indent="0">
              <a:buNone/>
              <a:defRPr sz="1000"/>
            </a:lvl3pPr>
            <a:lvl4pPr marL="1323795" indent="0">
              <a:buNone/>
              <a:defRPr sz="900"/>
            </a:lvl4pPr>
            <a:lvl5pPr marL="1765066" indent="0">
              <a:buNone/>
              <a:defRPr sz="900"/>
            </a:lvl5pPr>
            <a:lvl6pPr marL="2206349" indent="0">
              <a:buNone/>
              <a:defRPr sz="900"/>
            </a:lvl6pPr>
            <a:lvl7pPr marL="2647608" indent="0">
              <a:buNone/>
              <a:defRPr sz="900"/>
            </a:lvl7pPr>
            <a:lvl8pPr marL="3088871" indent="0">
              <a:buNone/>
              <a:defRPr sz="900"/>
            </a:lvl8pPr>
            <a:lvl9pPr marL="3530143" indent="0">
              <a:buNone/>
              <a:defRPr sz="900"/>
            </a:lvl9pPr>
          </a:lstStyle>
          <a:p>
            <a:pPr lvl="0"/>
            <a:r>
              <a:rPr lang="en-US"/>
              <a:t>Click to edit Master text styles</a:t>
            </a: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813910" y="368303"/>
            <a:ext cx="2466975" cy="64214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12751" y="368303"/>
            <a:ext cx="7248525" cy="64214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a:t>Click to edit Master title style</a:t>
            </a:r>
          </a:p>
        </p:txBody>
      </p:sp>
      <p:sp>
        <p:nvSpPr>
          <p:cNvPr id="3" name="Text Placeholder 2"/>
          <p:cNvSpPr>
            <a:spLocks noGrp="1"/>
          </p:cNvSpPr>
          <p:nvPr>
            <p:ph type="body" sz="half" idx="1"/>
          </p:nvPr>
        </p:nvSpPr>
        <p:spPr>
          <a:xfrm>
            <a:off x="446323" y="1512888"/>
            <a:ext cx="4821237" cy="5276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19961" y="1512888"/>
            <a:ext cx="4822825" cy="5276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9" descr="Here for good"/>
          <p:cNvPicPr>
            <a:picLocks noChangeAspect="1" noChangeArrowheads="1"/>
          </p:cNvPicPr>
          <p:nvPr/>
        </p:nvPicPr>
        <p:blipFill>
          <a:blip r:embed="rId2" cstate="print"/>
          <a:srcRect/>
          <a:stretch>
            <a:fillRect/>
          </a:stretch>
        </p:blipFill>
        <p:spPr bwMode="auto">
          <a:xfrm>
            <a:off x="7967663" y="6615113"/>
            <a:ext cx="2360612" cy="552450"/>
          </a:xfrm>
          <a:prstGeom prst="rect">
            <a:avLst/>
          </a:prstGeom>
          <a:noFill/>
          <a:ln w="9525">
            <a:noFill/>
            <a:miter lim="800000"/>
            <a:headEnd/>
            <a:tailEnd/>
          </a:ln>
        </p:spPr>
      </p:pic>
      <p:pic>
        <p:nvPicPr>
          <p:cNvPr id="5" name="Picture 10"/>
          <p:cNvPicPr>
            <a:picLocks noChangeAspect="1" noChangeArrowheads="1"/>
          </p:cNvPicPr>
          <p:nvPr/>
        </p:nvPicPr>
        <p:blipFill>
          <a:blip r:embed="rId3" cstate="print"/>
          <a:srcRect/>
          <a:stretch>
            <a:fillRect/>
          </a:stretch>
        </p:blipFill>
        <p:spPr bwMode="auto">
          <a:xfrm>
            <a:off x="0" y="2438405"/>
            <a:ext cx="10693400" cy="2506663"/>
          </a:xfrm>
          <a:prstGeom prst="rect">
            <a:avLst/>
          </a:prstGeom>
          <a:noFill/>
          <a:ln w="9525">
            <a:noFill/>
            <a:miter lim="800000"/>
            <a:headEnd/>
            <a:tailEnd/>
          </a:ln>
        </p:spPr>
      </p:pic>
      <p:pic>
        <p:nvPicPr>
          <p:cNvPr id="6" name="Picture 11" descr="Visual Identitiy Band"/>
          <p:cNvPicPr preferRelativeResize="0">
            <a:picLocks noChangeArrowheads="1"/>
          </p:cNvPicPr>
          <p:nvPr/>
        </p:nvPicPr>
        <p:blipFill>
          <a:blip r:embed="rId4" cstate="print"/>
          <a:srcRect/>
          <a:stretch>
            <a:fillRect/>
          </a:stretch>
        </p:blipFill>
        <p:spPr bwMode="auto">
          <a:xfrm>
            <a:off x="0" y="2379663"/>
            <a:ext cx="10693400" cy="63500"/>
          </a:xfrm>
          <a:prstGeom prst="rect">
            <a:avLst/>
          </a:prstGeom>
          <a:noFill/>
          <a:ln w="9525">
            <a:noFill/>
            <a:miter lim="800000"/>
            <a:headEnd/>
            <a:tailEnd/>
          </a:ln>
        </p:spPr>
      </p:pic>
      <p:pic>
        <p:nvPicPr>
          <p:cNvPr id="7" name="Picture 12" descr="SCB Logo"/>
          <p:cNvPicPr preferRelativeResize="0">
            <a:picLocks noChangeAspect="1" noChangeArrowheads="1"/>
          </p:cNvPicPr>
          <p:nvPr/>
        </p:nvPicPr>
        <p:blipFill>
          <a:blip r:embed="rId5" cstate="print"/>
          <a:srcRect/>
          <a:stretch>
            <a:fillRect/>
          </a:stretch>
        </p:blipFill>
        <p:spPr bwMode="auto">
          <a:xfrm>
            <a:off x="8732841" y="1570038"/>
            <a:ext cx="1517650" cy="579437"/>
          </a:xfrm>
          <a:prstGeom prst="rect">
            <a:avLst/>
          </a:prstGeom>
          <a:noFill/>
          <a:ln w="9525">
            <a:noFill/>
            <a:miter lim="800000"/>
            <a:headEnd/>
            <a:tailEnd/>
          </a:ln>
        </p:spPr>
      </p:pic>
      <p:sp>
        <p:nvSpPr>
          <p:cNvPr id="8" name="Text Box 19"/>
          <p:cNvSpPr txBox="1">
            <a:spLocks noChangeArrowheads="1"/>
          </p:cNvSpPr>
          <p:nvPr/>
        </p:nvSpPr>
        <p:spPr bwMode="auto">
          <a:xfrm>
            <a:off x="412751" y="671513"/>
            <a:ext cx="9867900" cy="515937"/>
          </a:xfrm>
          <a:prstGeom prst="rect">
            <a:avLst/>
          </a:prstGeom>
          <a:noFill/>
          <a:ln w="9525">
            <a:noFill/>
            <a:miter lim="800000"/>
            <a:headEnd/>
            <a:tailEnd/>
          </a:ln>
        </p:spPr>
        <p:txBody>
          <a:bodyPr lIns="100660" tIns="50352" rIns="100660" bIns="50352">
            <a:spAutoFit/>
          </a:bodyPr>
          <a:lstStyle/>
          <a:p>
            <a:pPr defTabSz="1006832">
              <a:spcBef>
                <a:spcPct val="50000"/>
              </a:spcBef>
              <a:defRPr/>
            </a:pPr>
            <a:endParaRPr lang="en-GB" sz="2700" b="1" baseline="0" dirty="0">
              <a:latin typeface="Arial"/>
            </a:endParaRPr>
          </a:p>
        </p:txBody>
      </p:sp>
      <p:sp>
        <p:nvSpPr>
          <p:cNvPr id="2727940" name="Rectangle 18"/>
          <p:cNvSpPr>
            <a:spLocks noGrp="1" noChangeArrowheads="1"/>
          </p:cNvSpPr>
          <p:nvPr>
            <p:ph type="subTitle" idx="1"/>
          </p:nvPr>
        </p:nvSpPr>
        <p:spPr>
          <a:xfrm>
            <a:off x="668338" y="5124450"/>
            <a:ext cx="8108950" cy="2436813"/>
          </a:xfrm>
        </p:spPr>
        <p:txBody>
          <a:bodyPr/>
          <a:lstStyle>
            <a:lvl1pPr marL="0" indent="0">
              <a:defRPr sz="2900" b="0" smtClean="0">
                <a:solidFill>
                  <a:schemeClr val="hlink"/>
                </a:solidFill>
              </a:defRPr>
            </a:lvl1pPr>
          </a:lstStyle>
          <a:p>
            <a:r>
              <a:rPr lang="en-AU" smtClean="0"/>
              <a:t>Click to edit Master subtitle style</a:t>
            </a:r>
          </a:p>
        </p:txBody>
      </p:sp>
      <p:sp>
        <p:nvSpPr>
          <p:cNvPr id="2727942" name="Rectangle 20"/>
          <p:cNvSpPr>
            <a:spLocks noGrp="1" noChangeArrowheads="1"/>
          </p:cNvSpPr>
          <p:nvPr>
            <p:ph type="ctrTitle"/>
          </p:nvPr>
        </p:nvSpPr>
        <p:spPr>
          <a:xfrm>
            <a:off x="668339" y="2349500"/>
            <a:ext cx="8274050" cy="2425700"/>
          </a:xfrm>
        </p:spPr>
        <p:txBody>
          <a:bodyPr/>
          <a:lstStyle>
            <a:lvl1pPr>
              <a:defRPr sz="3700" smtClean="0">
                <a:solidFill>
                  <a:schemeClr val="bg1"/>
                </a:solidFill>
              </a:defRPr>
            </a:lvl1pPr>
          </a:lstStyle>
          <a:p>
            <a:r>
              <a:rPr lang="en-AU" smtClean="0"/>
              <a:t>Click to edit Master title style</a:t>
            </a: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784" y="4859559"/>
            <a:ext cx="9090025" cy="15017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844784" y="3205166"/>
            <a:ext cx="9090025" cy="1654175"/>
          </a:xfrm>
        </p:spPr>
        <p:txBody>
          <a:bodyPr anchor="b"/>
          <a:lstStyle>
            <a:lvl1pPr marL="0" indent="0">
              <a:buNone/>
              <a:defRPr sz="2100"/>
            </a:lvl1pPr>
            <a:lvl2pPr marL="441309" indent="0">
              <a:buNone/>
              <a:defRPr sz="1800"/>
            </a:lvl2pPr>
            <a:lvl3pPr marL="882678" indent="0">
              <a:buNone/>
              <a:defRPr sz="1600"/>
            </a:lvl3pPr>
            <a:lvl4pPr marL="1324028" indent="0">
              <a:buNone/>
              <a:defRPr sz="1400"/>
            </a:lvl4pPr>
            <a:lvl5pPr marL="1765377" indent="0">
              <a:buNone/>
              <a:defRPr sz="1400"/>
            </a:lvl5pPr>
            <a:lvl6pPr marL="2206738" indent="0">
              <a:buNone/>
              <a:defRPr sz="1400"/>
            </a:lvl6pPr>
            <a:lvl7pPr marL="2648075" indent="0">
              <a:buNone/>
              <a:defRPr sz="1400"/>
            </a:lvl7pPr>
            <a:lvl8pPr marL="3089416" indent="0">
              <a:buNone/>
              <a:defRPr sz="1400"/>
            </a:lvl8pPr>
            <a:lvl9pPr marL="3530765" indent="0">
              <a:buNone/>
              <a:defRPr sz="1400"/>
            </a:lvl9pPr>
          </a:lstStyle>
          <a:p>
            <a:pPr lvl="0"/>
            <a:r>
              <a:rPr lang="en-US"/>
              <a:t>Click to edit Master text styles</a:t>
            </a: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46321" y="1512888"/>
            <a:ext cx="4821237" cy="5276850"/>
          </a:xfrm>
        </p:spPr>
        <p:txBody>
          <a:bodyPr/>
          <a:lstStyle>
            <a:lvl1pPr>
              <a:defRPr sz="29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19959" y="1512888"/>
            <a:ext cx="4822825" cy="5276850"/>
          </a:xfrm>
        </p:spPr>
        <p:txBody>
          <a:bodyPr/>
          <a:lstStyle>
            <a:lvl1pPr>
              <a:defRPr sz="29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221" y="303219"/>
            <a:ext cx="9623425" cy="1260475"/>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34991" y="1692277"/>
            <a:ext cx="4724400" cy="704850"/>
          </a:xfrm>
        </p:spPr>
        <p:txBody>
          <a:bodyPr anchor="b"/>
          <a:lstStyle>
            <a:lvl1pPr marL="0" indent="0">
              <a:buNone/>
              <a:defRPr sz="2400" b="1"/>
            </a:lvl1pPr>
            <a:lvl2pPr marL="441309" indent="0">
              <a:buNone/>
              <a:defRPr sz="2100" b="1"/>
            </a:lvl2pPr>
            <a:lvl3pPr marL="882678" indent="0">
              <a:buNone/>
              <a:defRPr sz="1800" b="1"/>
            </a:lvl3pPr>
            <a:lvl4pPr marL="1324028" indent="0">
              <a:buNone/>
              <a:defRPr sz="1600" b="1"/>
            </a:lvl4pPr>
            <a:lvl5pPr marL="1765377" indent="0">
              <a:buNone/>
              <a:defRPr sz="1600" b="1"/>
            </a:lvl5pPr>
            <a:lvl6pPr marL="2206738" indent="0">
              <a:buNone/>
              <a:defRPr sz="1600" b="1"/>
            </a:lvl6pPr>
            <a:lvl7pPr marL="2648075" indent="0">
              <a:buNone/>
              <a:defRPr sz="1600" b="1"/>
            </a:lvl7pPr>
            <a:lvl8pPr marL="3089416" indent="0">
              <a:buNone/>
              <a:defRPr sz="1600" b="1"/>
            </a:lvl8pPr>
            <a:lvl9pPr marL="3530765" indent="0">
              <a:buNone/>
              <a:defRPr sz="1600" b="1"/>
            </a:lvl9pPr>
          </a:lstStyle>
          <a:p>
            <a:pPr lvl="0"/>
            <a:r>
              <a:rPr lang="en-US"/>
              <a:t>Click to edit Master text styles</a:t>
            </a:r>
          </a:p>
        </p:txBody>
      </p:sp>
      <p:sp>
        <p:nvSpPr>
          <p:cNvPr id="4" name="Content Placeholder 3"/>
          <p:cNvSpPr>
            <a:spLocks noGrp="1"/>
          </p:cNvSpPr>
          <p:nvPr>
            <p:ph sz="half" idx="2"/>
          </p:nvPr>
        </p:nvSpPr>
        <p:spPr>
          <a:xfrm>
            <a:off x="534991" y="2397128"/>
            <a:ext cx="4724400" cy="4357688"/>
          </a:xfrm>
        </p:spPr>
        <p:txBody>
          <a:bodyPr/>
          <a:lstStyle>
            <a:lvl1pPr>
              <a:defRPr sz="24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432429" y="1692277"/>
            <a:ext cx="4725988" cy="704850"/>
          </a:xfrm>
        </p:spPr>
        <p:txBody>
          <a:bodyPr anchor="b"/>
          <a:lstStyle>
            <a:lvl1pPr marL="0" indent="0">
              <a:buNone/>
              <a:defRPr sz="2400" b="1"/>
            </a:lvl1pPr>
            <a:lvl2pPr marL="441309" indent="0">
              <a:buNone/>
              <a:defRPr sz="2100" b="1"/>
            </a:lvl2pPr>
            <a:lvl3pPr marL="882678" indent="0">
              <a:buNone/>
              <a:defRPr sz="1800" b="1"/>
            </a:lvl3pPr>
            <a:lvl4pPr marL="1324028" indent="0">
              <a:buNone/>
              <a:defRPr sz="1600" b="1"/>
            </a:lvl4pPr>
            <a:lvl5pPr marL="1765377" indent="0">
              <a:buNone/>
              <a:defRPr sz="1600" b="1"/>
            </a:lvl5pPr>
            <a:lvl6pPr marL="2206738" indent="0">
              <a:buNone/>
              <a:defRPr sz="1600" b="1"/>
            </a:lvl6pPr>
            <a:lvl7pPr marL="2648075" indent="0">
              <a:buNone/>
              <a:defRPr sz="1600" b="1"/>
            </a:lvl7pPr>
            <a:lvl8pPr marL="3089416" indent="0">
              <a:buNone/>
              <a:defRPr sz="1600" b="1"/>
            </a:lvl8pPr>
            <a:lvl9pPr marL="3530765"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32429" y="2397128"/>
            <a:ext cx="4725988" cy="4357688"/>
          </a:xfrm>
        </p:spPr>
        <p:txBody>
          <a:bodyPr/>
          <a:lstStyle>
            <a:lvl1pPr>
              <a:defRPr sz="24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221" y="301630"/>
            <a:ext cx="3517901" cy="1281113"/>
          </a:xfrm>
        </p:spPr>
        <p:txBody>
          <a:bodyPr anchor="b"/>
          <a:lstStyle>
            <a:lvl1pPr algn="l">
              <a:defRPr sz="2100" b="1"/>
            </a:lvl1pPr>
          </a:lstStyle>
          <a:p>
            <a:r>
              <a:rPr lang="en-US"/>
              <a:t>Click to edit Master title style</a:t>
            </a:r>
          </a:p>
        </p:txBody>
      </p:sp>
      <p:sp>
        <p:nvSpPr>
          <p:cNvPr id="3" name="Content Placeholder 2"/>
          <p:cNvSpPr>
            <a:spLocks noGrp="1"/>
          </p:cNvSpPr>
          <p:nvPr>
            <p:ph idx="1"/>
          </p:nvPr>
        </p:nvSpPr>
        <p:spPr>
          <a:xfrm>
            <a:off x="4181479" y="301625"/>
            <a:ext cx="5976938" cy="6453188"/>
          </a:xfrm>
        </p:spPr>
        <p:txBody>
          <a:bodyPr/>
          <a:lstStyle>
            <a:lvl1pPr>
              <a:defRPr sz="3200"/>
            </a:lvl1pPr>
            <a:lvl2pPr>
              <a:defRPr sz="29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5221" y="1582958"/>
            <a:ext cx="3517901" cy="5172075"/>
          </a:xfrm>
        </p:spPr>
        <p:txBody>
          <a:bodyPr/>
          <a:lstStyle>
            <a:lvl1pPr marL="0" indent="0">
              <a:buNone/>
              <a:defRPr sz="1400"/>
            </a:lvl1pPr>
            <a:lvl2pPr marL="441309" indent="0">
              <a:buNone/>
              <a:defRPr sz="1300"/>
            </a:lvl2pPr>
            <a:lvl3pPr marL="882678" indent="0">
              <a:buNone/>
              <a:defRPr sz="1000"/>
            </a:lvl3pPr>
            <a:lvl4pPr marL="1324028" indent="0">
              <a:buNone/>
              <a:defRPr sz="900"/>
            </a:lvl4pPr>
            <a:lvl5pPr marL="1765377" indent="0">
              <a:buNone/>
              <a:defRPr sz="900"/>
            </a:lvl5pPr>
            <a:lvl6pPr marL="2206738" indent="0">
              <a:buNone/>
              <a:defRPr sz="900"/>
            </a:lvl6pPr>
            <a:lvl7pPr marL="2648075" indent="0">
              <a:buNone/>
              <a:defRPr sz="900"/>
            </a:lvl7pPr>
            <a:lvl8pPr marL="3089416" indent="0">
              <a:buNone/>
              <a:defRPr sz="900"/>
            </a:lvl8pPr>
            <a:lvl9pPr marL="3530765" indent="0">
              <a:buNone/>
              <a:defRPr sz="900"/>
            </a:lvl9pPr>
          </a:lstStyle>
          <a:p>
            <a:pPr lvl="0"/>
            <a:r>
              <a:rPr lang="en-US"/>
              <a:t>Click to edit Master text styles</a:t>
            </a: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95734" y="5292725"/>
            <a:ext cx="6416675" cy="625475"/>
          </a:xfrm>
        </p:spPr>
        <p:txBody>
          <a:bodyPr anchor="b"/>
          <a:lstStyle>
            <a:lvl1pPr algn="l">
              <a:defRPr sz="2100" b="1"/>
            </a:lvl1pPr>
          </a:lstStyle>
          <a:p>
            <a:r>
              <a:rPr lang="en-US"/>
              <a:t>Click to edit Master title style</a:t>
            </a:r>
          </a:p>
        </p:txBody>
      </p:sp>
      <p:sp>
        <p:nvSpPr>
          <p:cNvPr id="3" name="Picture Placeholder 2"/>
          <p:cNvSpPr>
            <a:spLocks noGrp="1"/>
          </p:cNvSpPr>
          <p:nvPr>
            <p:ph type="pic" idx="1"/>
          </p:nvPr>
        </p:nvSpPr>
        <p:spPr>
          <a:xfrm>
            <a:off x="2095734" y="676275"/>
            <a:ext cx="6416675" cy="4535488"/>
          </a:xfrm>
        </p:spPr>
        <p:txBody>
          <a:bodyPr/>
          <a:lstStyle>
            <a:lvl1pPr marL="0" indent="0">
              <a:buNone/>
              <a:defRPr sz="3200"/>
            </a:lvl1pPr>
            <a:lvl2pPr marL="441309" indent="0">
              <a:buNone/>
              <a:defRPr sz="2900"/>
            </a:lvl2pPr>
            <a:lvl3pPr marL="882678" indent="0">
              <a:buNone/>
              <a:defRPr sz="2400"/>
            </a:lvl3pPr>
            <a:lvl4pPr marL="1324028" indent="0">
              <a:buNone/>
              <a:defRPr sz="2100"/>
            </a:lvl4pPr>
            <a:lvl5pPr marL="1765377" indent="0">
              <a:buNone/>
              <a:defRPr sz="2100"/>
            </a:lvl5pPr>
            <a:lvl6pPr marL="2206738" indent="0">
              <a:buNone/>
              <a:defRPr sz="2100"/>
            </a:lvl6pPr>
            <a:lvl7pPr marL="2648075" indent="0">
              <a:buNone/>
              <a:defRPr sz="2100"/>
            </a:lvl7pPr>
            <a:lvl8pPr marL="3089416" indent="0">
              <a:buNone/>
              <a:defRPr sz="2100"/>
            </a:lvl8pPr>
            <a:lvl9pPr marL="3530765" indent="0">
              <a:buNone/>
              <a:defRPr sz="2100"/>
            </a:lvl9pPr>
          </a:lstStyle>
          <a:p>
            <a:pPr lvl="0"/>
            <a:endParaRPr lang="en-US" noProof="0"/>
          </a:p>
        </p:txBody>
      </p:sp>
      <p:sp>
        <p:nvSpPr>
          <p:cNvPr id="4" name="Text Placeholder 3"/>
          <p:cNvSpPr>
            <a:spLocks noGrp="1"/>
          </p:cNvSpPr>
          <p:nvPr>
            <p:ph type="body" sz="half" idx="2"/>
          </p:nvPr>
        </p:nvSpPr>
        <p:spPr>
          <a:xfrm>
            <a:off x="2095734" y="5918201"/>
            <a:ext cx="6416675" cy="887413"/>
          </a:xfrm>
        </p:spPr>
        <p:txBody>
          <a:bodyPr/>
          <a:lstStyle>
            <a:lvl1pPr marL="0" indent="0">
              <a:buNone/>
              <a:defRPr sz="1400"/>
            </a:lvl1pPr>
            <a:lvl2pPr marL="441309" indent="0">
              <a:buNone/>
              <a:defRPr sz="1300"/>
            </a:lvl2pPr>
            <a:lvl3pPr marL="882678" indent="0">
              <a:buNone/>
              <a:defRPr sz="1000"/>
            </a:lvl3pPr>
            <a:lvl4pPr marL="1324028" indent="0">
              <a:buNone/>
              <a:defRPr sz="900"/>
            </a:lvl4pPr>
            <a:lvl5pPr marL="1765377" indent="0">
              <a:buNone/>
              <a:defRPr sz="900"/>
            </a:lvl5pPr>
            <a:lvl6pPr marL="2206738" indent="0">
              <a:buNone/>
              <a:defRPr sz="900"/>
            </a:lvl6pPr>
            <a:lvl7pPr marL="2648075" indent="0">
              <a:buNone/>
              <a:defRPr sz="900"/>
            </a:lvl7pPr>
            <a:lvl8pPr marL="3089416" indent="0">
              <a:buNone/>
              <a:defRPr sz="900"/>
            </a:lvl8pPr>
            <a:lvl9pPr marL="3530765" indent="0">
              <a:buNone/>
              <a:defRPr sz="900"/>
            </a:lvl9pPr>
          </a:lstStyle>
          <a:p>
            <a:pPr lvl="0"/>
            <a:r>
              <a:rPr lang="en-US"/>
              <a:t>Click to edit Master text styles</a:t>
            </a: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813909" y="368303"/>
            <a:ext cx="2466975" cy="64214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12751" y="368303"/>
            <a:ext cx="7248525" cy="64214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a:t>Click to edit Master title style</a:t>
            </a:r>
          </a:p>
        </p:txBody>
      </p:sp>
      <p:sp>
        <p:nvSpPr>
          <p:cNvPr id="3" name="Text Placeholder 2"/>
          <p:cNvSpPr>
            <a:spLocks noGrp="1"/>
          </p:cNvSpPr>
          <p:nvPr>
            <p:ph type="body" sz="half" idx="1"/>
          </p:nvPr>
        </p:nvSpPr>
        <p:spPr>
          <a:xfrm>
            <a:off x="446321" y="1512888"/>
            <a:ext cx="4821237" cy="5276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19959" y="1512888"/>
            <a:ext cx="4822825" cy="5276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9" descr="Here for good"/>
          <p:cNvPicPr>
            <a:picLocks noChangeAspect="1" noChangeArrowheads="1"/>
          </p:cNvPicPr>
          <p:nvPr/>
        </p:nvPicPr>
        <p:blipFill>
          <a:blip r:embed="rId2" cstate="print"/>
          <a:srcRect/>
          <a:stretch>
            <a:fillRect/>
          </a:stretch>
        </p:blipFill>
        <p:spPr bwMode="auto">
          <a:xfrm>
            <a:off x="7967663" y="6615113"/>
            <a:ext cx="2360612" cy="552450"/>
          </a:xfrm>
          <a:prstGeom prst="rect">
            <a:avLst/>
          </a:prstGeom>
          <a:noFill/>
          <a:ln w="9525">
            <a:noFill/>
            <a:miter lim="800000"/>
            <a:headEnd/>
            <a:tailEnd/>
          </a:ln>
        </p:spPr>
      </p:pic>
      <p:pic>
        <p:nvPicPr>
          <p:cNvPr id="5" name="Picture 10"/>
          <p:cNvPicPr>
            <a:picLocks noChangeAspect="1" noChangeArrowheads="1"/>
          </p:cNvPicPr>
          <p:nvPr/>
        </p:nvPicPr>
        <p:blipFill>
          <a:blip r:embed="rId3" cstate="print"/>
          <a:srcRect/>
          <a:stretch>
            <a:fillRect/>
          </a:stretch>
        </p:blipFill>
        <p:spPr bwMode="auto">
          <a:xfrm>
            <a:off x="0" y="2438405"/>
            <a:ext cx="10693400" cy="2506663"/>
          </a:xfrm>
          <a:prstGeom prst="rect">
            <a:avLst/>
          </a:prstGeom>
          <a:noFill/>
          <a:ln w="9525">
            <a:noFill/>
            <a:miter lim="800000"/>
            <a:headEnd/>
            <a:tailEnd/>
          </a:ln>
        </p:spPr>
      </p:pic>
      <p:pic>
        <p:nvPicPr>
          <p:cNvPr id="6" name="Picture 11" descr="Visual Identitiy Band"/>
          <p:cNvPicPr preferRelativeResize="0">
            <a:picLocks noChangeArrowheads="1"/>
          </p:cNvPicPr>
          <p:nvPr/>
        </p:nvPicPr>
        <p:blipFill>
          <a:blip r:embed="rId4" cstate="print"/>
          <a:srcRect/>
          <a:stretch>
            <a:fillRect/>
          </a:stretch>
        </p:blipFill>
        <p:spPr bwMode="auto">
          <a:xfrm>
            <a:off x="0" y="2379663"/>
            <a:ext cx="10693400" cy="63500"/>
          </a:xfrm>
          <a:prstGeom prst="rect">
            <a:avLst/>
          </a:prstGeom>
          <a:noFill/>
          <a:ln w="9525">
            <a:noFill/>
            <a:miter lim="800000"/>
            <a:headEnd/>
            <a:tailEnd/>
          </a:ln>
        </p:spPr>
      </p:pic>
      <p:pic>
        <p:nvPicPr>
          <p:cNvPr id="7" name="Picture 12" descr="SCB Logo"/>
          <p:cNvPicPr preferRelativeResize="0">
            <a:picLocks noChangeAspect="1" noChangeArrowheads="1"/>
          </p:cNvPicPr>
          <p:nvPr/>
        </p:nvPicPr>
        <p:blipFill>
          <a:blip r:embed="rId5" cstate="print"/>
          <a:srcRect/>
          <a:stretch>
            <a:fillRect/>
          </a:stretch>
        </p:blipFill>
        <p:spPr bwMode="auto">
          <a:xfrm>
            <a:off x="8732841" y="1570038"/>
            <a:ext cx="1517650" cy="579437"/>
          </a:xfrm>
          <a:prstGeom prst="rect">
            <a:avLst/>
          </a:prstGeom>
          <a:noFill/>
          <a:ln w="9525">
            <a:noFill/>
            <a:miter lim="800000"/>
            <a:headEnd/>
            <a:tailEnd/>
          </a:ln>
        </p:spPr>
      </p:pic>
      <p:sp>
        <p:nvSpPr>
          <p:cNvPr id="8" name="Text Box 19"/>
          <p:cNvSpPr txBox="1">
            <a:spLocks noChangeArrowheads="1"/>
          </p:cNvSpPr>
          <p:nvPr/>
        </p:nvSpPr>
        <p:spPr bwMode="auto">
          <a:xfrm>
            <a:off x="412751" y="671513"/>
            <a:ext cx="9867900" cy="515937"/>
          </a:xfrm>
          <a:prstGeom prst="rect">
            <a:avLst/>
          </a:prstGeom>
          <a:noFill/>
          <a:ln w="9525">
            <a:noFill/>
            <a:miter lim="800000"/>
            <a:headEnd/>
            <a:tailEnd/>
          </a:ln>
        </p:spPr>
        <p:txBody>
          <a:bodyPr lIns="102014" tIns="51003" rIns="102014" bIns="51003">
            <a:spAutoFit/>
          </a:bodyPr>
          <a:lstStyle/>
          <a:p>
            <a:pPr defTabSz="1020595">
              <a:spcBef>
                <a:spcPct val="50000"/>
              </a:spcBef>
              <a:defRPr/>
            </a:pPr>
            <a:endParaRPr lang="en-GB" sz="2700" b="1" baseline="0" dirty="0">
              <a:latin typeface="Arial"/>
            </a:endParaRPr>
          </a:p>
        </p:txBody>
      </p:sp>
      <p:sp>
        <p:nvSpPr>
          <p:cNvPr id="2727940" name="Rectangle 18"/>
          <p:cNvSpPr>
            <a:spLocks noGrp="1" noChangeArrowheads="1"/>
          </p:cNvSpPr>
          <p:nvPr>
            <p:ph type="subTitle" idx="1"/>
          </p:nvPr>
        </p:nvSpPr>
        <p:spPr>
          <a:xfrm>
            <a:off x="668338" y="5124450"/>
            <a:ext cx="8108950" cy="2436813"/>
          </a:xfrm>
        </p:spPr>
        <p:txBody>
          <a:bodyPr/>
          <a:lstStyle>
            <a:lvl1pPr marL="0" indent="0">
              <a:defRPr sz="2900" b="0" smtClean="0">
                <a:solidFill>
                  <a:schemeClr val="hlink"/>
                </a:solidFill>
              </a:defRPr>
            </a:lvl1pPr>
          </a:lstStyle>
          <a:p>
            <a:r>
              <a:rPr lang="en-AU" smtClean="0"/>
              <a:t>Click to edit Master subtitle style</a:t>
            </a:r>
          </a:p>
        </p:txBody>
      </p:sp>
      <p:sp>
        <p:nvSpPr>
          <p:cNvPr id="2727942" name="Rectangle 20"/>
          <p:cNvSpPr>
            <a:spLocks noGrp="1" noChangeArrowheads="1"/>
          </p:cNvSpPr>
          <p:nvPr>
            <p:ph type="ctrTitle"/>
          </p:nvPr>
        </p:nvSpPr>
        <p:spPr>
          <a:xfrm>
            <a:off x="668339" y="2349500"/>
            <a:ext cx="8274050" cy="2425700"/>
          </a:xfrm>
        </p:spPr>
        <p:txBody>
          <a:bodyPr/>
          <a:lstStyle>
            <a:lvl1pPr>
              <a:defRPr sz="3700" smtClean="0">
                <a:solidFill>
                  <a:schemeClr val="bg1"/>
                </a:solidFill>
              </a:defRPr>
            </a:lvl1pPr>
          </a:lstStyle>
          <a:p>
            <a:r>
              <a:rPr lang="en-AU" smtClean="0"/>
              <a:t>Click to edit Master title style</a:t>
            </a: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694" y="4859474"/>
            <a:ext cx="9090025" cy="15017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844694" y="3205166"/>
            <a:ext cx="9090025" cy="1654175"/>
          </a:xfrm>
        </p:spPr>
        <p:txBody>
          <a:bodyPr anchor="b"/>
          <a:lstStyle>
            <a:lvl1pPr marL="0" indent="0">
              <a:buNone/>
              <a:defRPr sz="2100"/>
            </a:lvl1pPr>
            <a:lvl2pPr marL="447349" indent="0">
              <a:buNone/>
              <a:defRPr sz="1800"/>
            </a:lvl2pPr>
            <a:lvl3pPr marL="894755" indent="0">
              <a:buNone/>
              <a:defRPr sz="1600"/>
            </a:lvl3pPr>
            <a:lvl4pPr marL="1342146" indent="0">
              <a:buNone/>
              <a:defRPr sz="1400"/>
            </a:lvl4pPr>
            <a:lvl5pPr marL="1789538" indent="0">
              <a:buNone/>
              <a:defRPr sz="1400"/>
            </a:lvl5pPr>
            <a:lvl6pPr marL="2236920" indent="0">
              <a:buNone/>
              <a:defRPr sz="1400"/>
            </a:lvl6pPr>
            <a:lvl7pPr marL="2684304" indent="0">
              <a:buNone/>
              <a:defRPr sz="1400"/>
            </a:lvl7pPr>
            <a:lvl8pPr marL="3131686" indent="0">
              <a:buNone/>
              <a:defRPr sz="1400"/>
            </a:lvl8pPr>
            <a:lvl9pPr marL="3579069" indent="0">
              <a:buNone/>
              <a:defRPr sz="1400"/>
            </a:lvl9pPr>
          </a:lstStyle>
          <a:p>
            <a:pPr lvl="0"/>
            <a:r>
              <a:rPr lang="en-US"/>
              <a:t>Click to edit Master text styles</a:t>
            </a: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46231" y="1512888"/>
            <a:ext cx="4821237" cy="5276850"/>
          </a:xfrm>
        </p:spPr>
        <p:txBody>
          <a:bodyPr/>
          <a:lstStyle>
            <a:lvl1pPr>
              <a:defRPr sz="29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19869" y="1512888"/>
            <a:ext cx="4822825" cy="5276850"/>
          </a:xfrm>
        </p:spPr>
        <p:txBody>
          <a:bodyPr/>
          <a:lstStyle>
            <a:lvl1pPr>
              <a:defRPr sz="29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131" y="303219"/>
            <a:ext cx="9623425" cy="1260475"/>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34991" y="1692277"/>
            <a:ext cx="4724400" cy="704850"/>
          </a:xfrm>
        </p:spPr>
        <p:txBody>
          <a:bodyPr anchor="b"/>
          <a:lstStyle>
            <a:lvl1pPr marL="0" indent="0">
              <a:buNone/>
              <a:defRPr sz="2400" b="1"/>
            </a:lvl1pPr>
            <a:lvl2pPr marL="447349" indent="0">
              <a:buNone/>
              <a:defRPr sz="2100" b="1"/>
            </a:lvl2pPr>
            <a:lvl3pPr marL="894755" indent="0">
              <a:buNone/>
              <a:defRPr sz="1800" b="1"/>
            </a:lvl3pPr>
            <a:lvl4pPr marL="1342146" indent="0">
              <a:buNone/>
              <a:defRPr sz="1600" b="1"/>
            </a:lvl4pPr>
            <a:lvl5pPr marL="1789538" indent="0">
              <a:buNone/>
              <a:defRPr sz="1600" b="1"/>
            </a:lvl5pPr>
            <a:lvl6pPr marL="2236920" indent="0">
              <a:buNone/>
              <a:defRPr sz="1600" b="1"/>
            </a:lvl6pPr>
            <a:lvl7pPr marL="2684304" indent="0">
              <a:buNone/>
              <a:defRPr sz="1600" b="1"/>
            </a:lvl7pPr>
            <a:lvl8pPr marL="3131686" indent="0">
              <a:buNone/>
              <a:defRPr sz="1600" b="1"/>
            </a:lvl8pPr>
            <a:lvl9pPr marL="3579069" indent="0">
              <a:buNone/>
              <a:defRPr sz="1600" b="1"/>
            </a:lvl9pPr>
          </a:lstStyle>
          <a:p>
            <a:pPr lvl="0"/>
            <a:r>
              <a:rPr lang="en-US"/>
              <a:t>Click to edit Master text styles</a:t>
            </a:r>
          </a:p>
        </p:txBody>
      </p:sp>
      <p:sp>
        <p:nvSpPr>
          <p:cNvPr id="4" name="Content Placeholder 3"/>
          <p:cNvSpPr>
            <a:spLocks noGrp="1"/>
          </p:cNvSpPr>
          <p:nvPr>
            <p:ph sz="half" idx="2"/>
          </p:nvPr>
        </p:nvSpPr>
        <p:spPr>
          <a:xfrm>
            <a:off x="534991" y="2397128"/>
            <a:ext cx="4724400" cy="4357688"/>
          </a:xfrm>
        </p:spPr>
        <p:txBody>
          <a:bodyPr/>
          <a:lstStyle>
            <a:lvl1pPr>
              <a:defRPr sz="24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432429" y="1692277"/>
            <a:ext cx="4725988" cy="704850"/>
          </a:xfrm>
        </p:spPr>
        <p:txBody>
          <a:bodyPr anchor="b"/>
          <a:lstStyle>
            <a:lvl1pPr marL="0" indent="0">
              <a:buNone/>
              <a:defRPr sz="2400" b="1"/>
            </a:lvl1pPr>
            <a:lvl2pPr marL="447349" indent="0">
              <a:buNone/>
              <a:defRPr sz="2100" b="1"/>
            </a:lvl2pPr>
            <a:lvl3pPr marL="894755" indent="0">
              <a:buNone/>
              <a:defRPr sz="1800" b="1"/>
            </a:lvl3pPr>
            <a:lvl4pPr marL="1342146" indent="0">
              <a:buNone/>
              <a:defRPr sz="1600" b="1"/>
            </a:lvl4pPr>
            <a:lvl5pPr marL="1789538" indent="0">
              <a:buNone/>
              <a:defRPr sz="1600" b="1"/>
            </a:lvl5pPr>
            <a:lvl6pPr marL="2236920" indent="0">
              <a:buNone/>
              <a:defRPr sz="1600" b="1"/>
            </a:lvl6pPr>
            <a:lvl7pPr marL="2684304" indent="0">
              <a:buNone/>
              <a:defRPr sz="1600" b="1"/>
            </a:lvl7pPr>
            <a:lvl8pPr marL="3131686" indent="0">
              <a:buNone/>
              <a:defRPr sz="1600" b="1"/>
            </a:lvl8pPr>
            <a:lvl9pPr marL="357906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32429" y="2397128"/>
            <a:ext cx="4725988" cy="4357688"/>
          </a:xfrm>
        </p:spPr>
        <p:txBody>
          <a:bodyPr/>
          <a:lstStyle>
            <a:lvl1pPr>
              <a:defRPr sz="24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131" y="301630"/>
            <a:ext cx="3517901" cy="1281113"/>
          </a:xfrm>
        </p:spPr>
        <p:txBody>
          <a:bodyPr anchor="b"/>
          <a:lstStyle>
            <a:lvl1pPr algn="l">
              <a:defRPr sz="2100" b="1"/>
            </a:lvl1pPr>
          </a:lstStyle>
          <a:p>
            <a:r>
              <a:rPr lang="en-US"/>
              <a:t>Click to edit Master title style</a:t>
            </a:r>
          </a:p>
        </p:txBody>
      </p:sp>
      <p:sp>
        <p:nvSpPr>
          <p:cNvPr id="3" name="Content Placeholder 2"/>
          <p:cNvSpPr>
            <a:spLocks noGrp="1"/>
          </p:cNvSpPr>
          <p:nvPr>
            <p:ph idx="1"/>
          </p:nvPr>
        </p:nvSpPr>
        <p:spPr>
          <a:xfrm>
            <a:off x="4181479" y="301625"/>
            <a:ext cx="5976938" cy="6453188"/>
          </a:xfrm>
        </p:spPr>
        <p:txBody>
          <a:bodyPr/>
          <a:lstStyle>
            <a:lvl1pPr>
              <a:defRPr sz="3200"/>
            </a:lvl1pPr>
            <a:lvl2pPr>
              <a:defRPr sz="29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5131" y="1582873"/>
            <a:ext cx="3517901" cy="5172075"/>
          </a:xfrm>
        </p:spPr>
        <p:txBody>
          <a:bodyPr/>
          <a:lstStyle>
            <a:lvl1pPr marL="0" indent="0">
              <a:buNone/>
              <a:defRPr sz="1400"/>
            </a:lvl1pPr>
            <a:lvl2pPr marL="447349" indent="0">
              <a:buNone/>
              <a:defRPr sz="1300"/>
            </a:lvl2pPr>
            <a:lvl3pPr marL="894755" indent="0">
              <a:buNone/>
              <a:defRPr sz="1000"/>
            </a:lvl3pPr>
            <a:lvl4pPr marL="1342146" indent="0">
              <a:buNone/>
              <a:defRPr sz="900"/>
            </a:lvl4pPr>
            <a:lvl5pPr marL="1789538" indent="0">
              <a:buNone/>
              <a:defRPr sz="900"/>
            </a:lvl5pPr>
            <a:lvl6pPr marL="2236920" indent="0">
              <a:buNone/>
              <a:defRPr sz="900"/>
            </a:lvl6pPr>
            <a:lvl7pPr marL="2684304" indent="0">
              <a:buNone/>
              <a:defRPr sz="900"/>
            </a:lvl7pPr>
            <a:lvl8pPr marL="3131686" indent="0">
              <a:buNone/>
              <a:defRPr sz="900"/>
            </a:lvl8pPr>
            <a:lvl9pPr marL="3579069" indent="0">
              <a:buNone/>
              <a:defRPr sz="900"/>
            </a:lvl9pPr>
          </a:lstStyle>
          <a:p>
            <a:pPr lvl="0"/>
            <a:r>
              <a:rPr lang="en-US"/>
              <a:t>Click to edit Master text styles</a:t>
            </a: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95644" y="5292725"/>
            <a:ext cx="6416675" cy="625475"/>
          </a:xfrm>
        </p:spPr>
        <p:txBody>
          <a:bodyPr anchor="b"/>
          <a:lstStyle>
            <a:lvl1pPr algn="l">
              <a:defRPr sz="2100" b="1"/>
            </a:lvl1pPr>
          </a:lstStyle>
          <a:p>
            <a:r>
              <a:rPr lang="en-US"/>
              <a:t>Click to edit Master title style</a:t>
            </a:r>
          </a:p>
        </p:txBody>
      </p:sp>
      <p:sp>
        <p:nvSpPr>
          <p:cNvPr id="3" name="Picture Placeholder 2"/>
          <p:cNvSpPr>
            <a:spLocks noGrp="1"/>
          </p:cNvSpPr>
          <p:nvPr>
            <p:ph type="pic" idx="1"/>
          </p:nvPr>
        </p:nvSpPr>
        <p:spPr>
          <a:xfrm>
            <a:off x="2095644" y="676275"/>
            <a:ext cx="6416675" cy="4535488"/>
          </a:xfrm>
        </p:spPr>
        <p:txBody>
          <a:bodyPr/>
          <a:lstStyle>
            <a:lvl1pPr marL="0" indent="0">
              <a:buNone/>
              <a:defRPr sz="3200"/>
            </a:lvl1pPr>
            <a:lvl2pPr marL="447349" indent="0">
              <a:buNone/>
              <a:defRPr sz="2900"/>
            </a:lvl2pPr>
            <a:lvl3pPr marL="894755" indent="0">
              <a:buNone/>
              <a:defRPr sz="2400"/>
            </a:lvl3pPr>
            <a:lvl4pPr marL="1342146" indent="0">
              <a:buNone/>
              <a:defRPr sz="2100"/>
            </a:lvl4pPr>
            <a:lvl5pPr marL="1789538" indent="0">
              <a:buNone/>
              <a:defRPr sz="2100"/>
            </a:lvl5pPr>
            <a:lvl6pPr marL="2236920" indent="0">
              <a:buNone/>
              <a:defRPr sz="2100"/>
            </a:lvl6pPr>
            <a:lvl7pPr marL="2684304" indent="0">
              <a:buNone/>
              <a:defRPr sz="2100"/>
            </a:lvl7pPr>
            <a:lvl8pPr marL="3131686" indent="0">
              <a:buNone/>
              <a:defRPr sz="2100"/>
            </a:lvl8pPr>
            <a:lvl9pPr marL="3579069" indent="0">
              <a:buNone/>
              <a:defRPr sz="2100"/>
            </a:lvl9pPr>
          </a:lstStyle>
          <a:p>
            <a:pPr lvl="0"/>
            <a:endParaRPr lang="en-US" noProof="0"/>
          </a:p>
        </p:txBody>
      </p:sp>
      <p:sp>
        <p:nvSpPr>
          <p:cNvPr id="4" name="Text Placeholder 3"/>
          <p:cNvSpPr>
            <a:spLocks noGrp="1"/>
          </p:cNvSpPr>
          <p:nvPr>
            <p:ph type="body" sz="half" idx="2"/>
          </p:nvPr>
        </p:nvSpPr>
        <p:spPr>
          <a:xfrm>
            <a:off x="2095644" y="5918201"/>
            <a:ext cx="6416675" cy="887413"/>
          </a:xfrm>
        </p:spPr>
        <p:txBody>
          <a:bodyPr/>
          <a:lstStyle>
            <a:lvl1pPr marL="0" indent="0">
              <a:buNone/>
              <a:defRPr sz="1400"/>
            </a:lvl1pPr>
            <a:lvl2pPr marL="447349" indent="0">
              <a:buNone/>
              <a:defRPr sz="1300"/>
            </a:lvl2pPr>
            <a:lvl3pPr marL="894755" indent="0">
              <a:buNone/>
              <a:defRPr sz="1000"/>
            </a:lvl3pPr>
            <a:lvl4pPr marL="1342146" indent="0">
              <a:buNone/>
              <a:defRPr sz="900"/>
            </a:lvl4pPr>
            <a:lvl5pPr marL="1789538" indent="0">
              <a:buNone/>
              <a:defRPr sz="900"/>
            </a:lvl5pPr>
            <a:lvl6pPr marL="2236920" indent="0">
              <a:buNone/>
              <a:defRPr sz="900"/>
            </a:lvl6pPr>
            <a:lvl7pPr marL="2684304" indent="0">
              <a:buNone/>
              <a:defRPr sz="900"/>
            </a:lvl7pPr>
            <a:lvl8pPr marL="3131686" indent="0">
              <a:buNone/>
              <a:defRPr sz="900"/>
            </a:lvl8pPr>
            <a:lvl9pPr marL="3579069" indent="0">
              <a:buNone/>
              <a:defRPr sz="900"/>
            </a:lvl9pPr>
          </a:lstStyle>
          <a:p>
            <a:pPr lvl="0"/>
            <a:r>
              <a:rPr lang="en-US"/>
              <a:t>Click to edit Master text styles</a:t>
            </a: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813819" y="368303"/>
            <a:ext cx="2466975" cy="64214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12751" y="368303"/>
            <a:ext cx="7248525" cy="64214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a:t>Click to edit Master title style</a:t>
            </a:r>
          </a:p>
        </p:txBody>
      </p:sp>
      <p:sp>
        <p:nvSpPr>
          <p:cNvPr id="3" name="Text Placeholder 2"/>
          <p:cNvSpPr>
            <a:spLocks noGrp="1"/>
          </p:cNvSpPr>
          <p:nvPr>
            <p:ph type="body" sz="half" idx="1"/>
          </p:nvPr>
        </p:nvSpPr>
        <p:spPr>
          <a:xfrm>
            <a:off x="446231" y="1512888"/>
            <a:ext cx="4821237" cy="5276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19869" y="1512888"/>
            <a:ext cx="4822825" cy="5276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9" descr="Here for good"/>
          <p:cNvPicPr>
            <a:picLocks noChangeAspect="1" noChangeArrowheads="1"/>
          </p:cNvPicPr>
          <p:nvPr/>
        </p:nvPicPr>
        <p:blipFill>
          <a:blip r:embed="rId2" cstate="print"/>
          <a:srcRect/>
          <a:stretch>
            <a:fillRect/>
          </a:stretch>
        </p:blipFill>
        <p:spPr bwMode="auto">
          <a:xfrm>
            <a:off x="7967663" y="6615113"/>
            <a:ext cx="2360612" cy="552450"/>
          </a:xfrm>
          <a:prstGeom prst="rect">
            <a:avLst/>
          </a:prstGeom>
          <a:noFill/>
          <a:ln w="9525">
            <a:noFill/>
            <a:miter lim="800000"/>
            <a:headEnd/>
            <a:tailEnd/>
          </a:ln>
        </p:spPr>
      </p:pic>
      <p:pic>
        <p:nvPicPr>
          <p:cNvPr id="5" name="Picture 10"/>
          <p:cNvPicPr>
            <a:picLocks noChangeAspect="1" noChangeArrowheads="1"/>
          </p:cNvPicPr>
          <p:nvPr/>
        </p:nvPicPr>
        <p:blipFill>
          <a:blip r:embed="rId3" cstate="print"/>
          <a:srcRect/>
          <a:stretch>
            <a:fillRect/>
          </a:stretch>
        </p:blipFill>
        <p:spPr bwMode="auto">
          <a:xfrm>
            <a:off x="0" y="2438405"/>
            <a:ext cx="10693400" cy="2506663"/>
          </a:xfrm>
          <a:prstGeom prst="rect">
            <a:avLst/>
          </a:prstGeom>
          <a:noFill/>
          <a:ln w="9525">
            <a:noFill/>
            <a:miter lim="800000"/>
            <a:headEnd/>
            <a:tailEnd/>
          </a:ln>
        </p:spPr>
      </p:pic>
      <p:pic>
        <p:nvPicPr>
          <p:cNvPr id="6" name="Picture 11" descr="Visual Identitiy Band"/>
          <p:cNvPicPr preferRelativeResize="0">
            <a:picLocks noChangeArrowheads="1"/>
          </p:cNvPicPr>
          <p:nvPr/>
        </p:nvPicPr>
        <p:blipFill>
          <a:blip r:embed="rId4" cstate="print"/>
          <a:srcRect/>
          <a:stretch>
            <a:fillRect/>
          </a:stretch>
        </p:blipFill>
        <p:spPr bwMode="auto">
          <a:xfrm>
            <a:off x="0" y="2379663"/>
            <a:ext cx="10693400" cy="63500"/>
          </a:xfrm>
          <a:prstGeom prst="rect">
            <a:avLst/>
          </a:prstGeom>
          <a:noFill/>
          <a:ln w="9525">
            <a:noFill/>
            <a:miter lim="800000"/>
            <a:headEnd/>
            <a:tailEnd/>
          </a:ln>
        </p:spPr>
      </p:pic>
      <p:pic>
        <p:nvPicPr>
          <p:cNvPr id="7" name="Picture 12" descr="SCB Logo"/>
          <p:cNvPicPr preferRelativeResize="0">
            <a:picLocks noChangeAspect="1" noChangeArrowheads="1"/>
          </p:cNvPicPr>
          <p:nvPr/>
        </p:nvPicPr>
        <p:blipFill>
          <a:blip r:embed="rId5" cstate="print"/>
          <a:srcRect/>
          <a:stretch>
            <a:fillRect/>
          </a:stretch>
        </p:blipFill>
        <p:spPr bwMode="auto">
          <a:xfrm>
            <a:off x="8732841" y="1570038"/>
            <a:ext cx="1517650" cy="579437"/>
          </a:xfrm>
          <a:prstGeom prst="rect">
            <a:avLst/>
          </a:prstGeom>
          <a:noFill/>
          <a:ln w="9525">
            <a:noFill/>
            <a:miter lim="800000"/>
            <a:headEnd/>
            <a:tailEnd/>
          </a:ln>
        </p:spPr>
      </p:pic>
      <p:sp>
        <p:nvSpPr>
          <p:cNvPr id="8" name="Text Box 19"/>
          <p:cNvSpPr txBox="1">
            <a:spLocks noChangeArrowheads="1"/>
          </p:cNvSpPr>
          <p:nvPr/>
        </p:nvSpPr>
        <p:spPr bwMode="auto">
          <a:xfrm>
            <a:off x="412751" y="671513"/>
            <a:ext cx="9867900" cy="515937"/>
          </a:xfrm>
          <a:prstGeom prst="rect">
            <a:avLst/>
          </a:prstGeom>
          <a:noFill/>
          <a:ln w="9525">
            <a:noFill/>
            <a:miter lim="800000"/>
            <a:headEnd/>
            <a:tailEnd/>
          </a:ln>
        </p:spPr>
        <p:txBody>
          <a:bodyPr lIns="101211" tIns="50603" rIns="101211" bIns="50603">
            <a:spAutoFit/>
          </a:bodyPr>
          <a:lstStyle/>
          <a:p>
            <a:pPr defTabSz="1012352">
              <a:spcBef>
                <a:spcPct val="50000"/>
              </a:spcBef>
              <a:defRPr/>
            </a:pPr>
            <a:endParaRPr lang="en-GB" sz="2700" b="1" baseline="0" dirty="0">
              <a:latin typeface="Arial"/>
            </a:endParaRPr>
          </a:p>
        </p:txBody>
      </p:sp>
      <p:sp>
        <p:nvSpPr>
          <p:cNvPr id="2727940" name="Rectangle 18"/>
          <p:cNvSpPr>
            <a:spLocks noGrp="1" noChangeArrowheads="1"/>
          </p:cNvSpPr>
          <p:nvPr>
            <p:ph type="subTitle" idx="1"/>
          </p:nvPr>
        </p:nvSpPr>
        <p:spPr>
          <a:xfrm>
            <a:off x="668338" y="5124450"/>
            <a:ext cx="8108950" cy="2436813"/>
          </a:xfrm>
        </p:spPr>
        <p:txBody>
          <a:bodyPr/>
          <a:lstStyle>
            <a:lvl1pPr marL="0" indent="0">
              <a:defRPr sz="2900" b="0" smtClean="0">
                <a:solidFill>
                  <a:schemeClr val="hlink"/>
                </a:solidFill>
              </a:defRPr>
            </a:lvl1pPr>
          </a:lstStyle>
          <a:p>
            <a:r>
              <a:rPr lang="en-AU" smtClean="0"/>
              <a:t>Click to edit Master subtitle style</a:t>
            </a:r>
          </a:p>
        </p:txBody>
      </p:sp>
      <p:sp>
        <p:nvSpPr>
          <p:cNvPr id="2727942" name="Rectangle 20"/>
          <p:cNvSpPr>
            <a:spLocks noGrp="1" noChangeArrowheads="1"/>
          </p:cNvSpPr>
          <p:nvPr>
            <p:ph type="ctrTitle"/>
          </p:nvPr>
        </p:nvSpPr>
        <p:spPr>
          <a:xfrm>
            <a:off x="668339" y="2349500"/>
            <a:ext cx="8274050" cy="2425700"/>
          </a:xfrm>
        </p:spPr>
        <p:txBody>
          <a:bodyPr/>
          <a:lstStyle>
            <a:lvl1pPr>
              <a:defRPr sz="3700" smtClean="0">
                <a:solidFill>
                  <a:schemeClr val="bg1"/>
                </a:solidFill>
              </a:defRPr>
            </a:lvl1pPr>
          </a:lstStyle>
          <a:p>
            <a:r>
              <a:rPr lang="en-AU" smtClean="0"/>
              <a:t>Click to edit Master title style</a:t>
            </a: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748" y="4859524"/>
            <a:ext cx="9090025" cy="15017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844748" y="3205166"/>
            <a:ext cx="9090025" cy="1654175"/>
          </a:xfrm>
        </p:spPr>
        <p:txBody>
          <a:bodyPr anchor="b"/>
          <a:lstStyle>
            <a:lvl1pPr marL="0" indent="0">
              <a:buNone/>
              <a:defRPr sz="2100"/>
            </a:lvl1pPr>
            <a:lvl2pPr marL="443732" indent="0">
              <a:buNone/>
              <a:defRPr sz="1800"/>
            </a:lvl2pPr>
            <a:lvl3pPr marL="887522" indent="0">
              <a:buNone/>
              <a:defRPr sz="1600"/>
            </a:lvl3pPr>
            <a:lvl4pPr marL="1331303" indent="0">
              <a:buNone/>
              <a:defRPr sz="1400"/>
            </a:lvl4pPr>
            <a:lvl5pPr marL="1775063" indent="0">
              <a:buNone/>
              <a:defRPr sz="1400"/>
            </a:lvl5pPr>
            <a:lvl6pPr marL="2218836" indent="0">
              <a:buNone/>
              <a:defRPr sz="1400"/>
            </a:lvl6pPr>
            <a:lvl7pPr marL="2662607" indent="0">
              <a:buNone/>
              <a:defRPr sz="1400"/>
            </a:lvl7pPr>
            <a:lvl8pPr marL="3106363" indent="0">
              <a:buNone/>
              <a:defRPr sz="1400"/>
            </a:lvl8pPr>
            <a:lvl9pPr marL="3550134" indent="0">
              <a:buNone/>
              <a:defRPr sz="1400"/>
            </a:lvl9pPr>
          </a:lstStyle>
          <a:p>
            <a:pPr lvl="0"/>
            <a:r>
              <a:rPr lang="en-US"/>
              <a:t>Click to edit Master text styles</a:t>
            </a: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46285" y="1512888"/>
            <a:ext cx="4821237" cy="5276850"/>
          </a:xfrm>
        </p:spPr>
        <p:txBody>
          <a:bodyPr/>
          <a:lstStyle>
            <a:lvl1pPr>
              <a:defRPr sz="29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19923" y="1512888"/>
            <a:ext cx="4822825" cy="5276850"/>
          </a:xfrm>
        </p:spPr>
        <p:txBody>
          <a:bodyPr/>
          <a:lstStyle>
            <a:lvl1pPr>
              <a:defRPr sz="29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185" y="303219"/>
            <a:ext cx="9623425" cy="1260475"/>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34991" y="1692277"/>
            <a:ext cx="4724400" cy="704850"/>
          </a:xfrm>
        </p:spPr>
        <p:txBody>
          <a:bodyPr anchor="b"/>
          <a:lstStyle>
            <a:lvl1pPr marL="0" indent="0">
              <a:buNone/>
              <a:defRPr sz="2400" b="1"/>
            </a:lvl1pPr>
            <a:lvl2pPr marL="443732" indent="0">
              <a:buNone/>
              <a:defRPr sz="2100" b="1"/>
            </a:lvl2pPr>
            <a:lvl3pPr marL="887522" indent="0">
              <a:buNone/>
              <a:defRPr sz="1800" b="1"/>
            </a:lvl3pPr>
            <a:lvl4pPr marL="1331303" indent="0">
              <a:buNone/>
              <a:defRPr sz="1600" b="1"/>
            </a:lvl4pPr>
            <a:lvl5pPr marL="1775063" indent="0">
              <a:buNone/>
              <a:defRPr sz="1600" b="1"/>
            </a:lvl5pPr>
            <a:lvl6pPr marL="2218836" indent="0">
              <a:buNone/>
              <a:defRPr sz="1600" b="1"/>
            </a:lvl6pPr>
            <a:lvl7pPr marL="2662607" indent="0">
              <a:buNone/>
              <a:defRPr sz="1600" b="1"/>
            </a:lvl7pPr>
            <a:lvl8pPr marL="3106363" indent="0">
              <a:buNone/>
              <a:defRPr sz="1600" b="1"/>
            </a:lvl8pPr>
            <a:lvl9pPr marL="3550134" indent="0">
              <a:buNone/>
              <a:defRPr sz="1600" b="1"/>
            </a:lvl9pPr>
          </a:lstStyle>
          <a:p>
            <a:pPr lvl="0"/>
            <a:r>
              <a:rPr lang="en-US"/>
              <a:t>Click to edit Master text styles</a:t>
            </a:r>
          </a:p>
        </p:txBody>
      </p:sp>
      <p:sp>
        <p:nvSpPr>
          <p:cNvPr id="4" name="Content Placeholder 3"/>
          <p:cNvSpPr>
            <a:spLocks noGrp="1"/>
          </p:cNvSpPr>
          <p:nvPr>
            <p:ph sz="half" idx="2"/>
          </p:nvPr>
        </p:nvSpPr>
        <p:spPr>
          <a:xfrm>
            <a:off x="534991" y="2397128"/>
            <a:ext cx="4724400" cy="4357688"/>
          </a:xfrm>
        </p:spPr>
        <p:txBody>
          <a:bodyPr/>
          <a:lstStyle>
            <a:lvl1pPr>
              <a:defRPr sz="24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432429" y="1692277"/>
            <a:ext cx="4725988" cy="704850"/>
          </a:xfrm>
        </p:spPr>
        <p:txBody>
          <a:bodyPr anchor="b"/>
          <a:lstStyle>
            <a:lvl1pPr marL="0" indent="0">
              <a:buNone/>
              <a:defRPr sz="2400" b="1"/>
            </a:lvl1pPr>
            <a:lvl2pPr marL="443732" indent="0">
              <a:buNone/>
              <a:defRPr sz="2100" b="1"/>
            </a:lvl2pPr>
            <a:lvl3pPr marL="887522" indent="0">
              <a:buNone/>
              <a:defRPr sz="1800" b="1"/>
            </a:lvl3pPr>
            <a:lvl4pPr marL="1331303" indent="0">
              <a:buNone/>
              <a:defRPr sz="1600" b="1"/>
            </a:lvl4pPr>
            <a:lvl5pPr marL="1775063" indent="0">
              <a:buNone/>
              <a:defRPr sz="1600" b="1"/>
            </a:lvl5pPr>
            <a:lvl6pPr marL="2218836" indent="0">
              <a:buNone/>
              <a:defRPr sz="1600" b="1"/>
            </a:lvl6pPr>
            <a:lvl7pPr marL="2662607" indent="0">
              <a:buNone/>
              <a:defRPr sz="1600" b="1"/>
            </a:lvl7pPr>
            <a:lvl8pPr marL="3106363" indent="0">
              <a:buNone/>
              <a:defRPr sz="1600" b="1"/>
            </a:lvl8pPr>
            <a:lvl9pPr marL="355013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32429" y="2397128"/>
            <a:ext cx="4725988" cy="4357688"/>
          </a:xfrm>
        </p:spPr>
        <p:txBody>
          <a:bodyPr/>
          <a:lstStyle>
            <a:lvl1pPr>
              <a:defRPr sz="24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185" y="301630"/>
            <a:ext cx="3517901" cy="1281113"/>
          </a:xfrm>
        </p:spPr>
        <p:txBody>
          <a:bodyPr anchor="b"/>
          <a:lstStyle>
            <a:lvl1pPr algn="l">
              <a:defRPr sz="2100" b="1"/>
            </a:lvl1pPr>
          </a:lstStyle>
          <a:p>
            <a:r>
              <a:rPr lang="en-US"/>
              <a:t>Click to edit Master title style</a:t>
            </a:r>
          </a:p>
        </p:txBody>
      </p:sp>
      <p:sp>
        <p:nvSpPr>
          <p:cNvPr id="3" name="Content Placeholder 2"/>
          <p:cNvSpPr>
            <a:spLocks noGrp="1"/>
          </p:cNvSpPr>
          <p:nvPr>
            <p:ph idx="1"/>
          </p:nvPr>
        </p:nvSpPr>
        <p:spPr>
          <a:xfrm>
            <a:off x="4181479" y="301625"/>
            <a:ext cx="5976938" cy="6453188"/>
          </a:xfrm>
        </p:spPr>
        <p:txBody>
          <a:bodyPr/>
          <a:lstStyle>
            <a:lvl1pPr>
              <a:defRPr sz="3200"/>
            </a:lvl1pPr>
            <a:lvl2pPr>
              <a:defRPr sz="29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5185" y="1582924"/>
            <a:ext cx="3517901" cy="5172075"/>
          </a:xfrm>
        </p:spPr>
        <p:txBody>
          <a:bodyPr/>
          <a:lstStyle>
            <a:lvl1pPr marL="0" indent="0">
              <a:buNone/>
              <a:defRPr sz="1400"/>
            </a:lvl1pPr>
            <a:lvl2pPr marL="443732" indent="0">
              <a:buNone/>
              <a:defRPr sz="1300"/>
            </a:lvl2pPr>
            <a:lvl3pPr marL="887522" indent="0">
              <a:buNone/>
              <a:defRPr sz="1000"/>
            </a:lvl3pPr>
            <a:lvl4pPr marL="1331303" indent="0">
              <a:buNone/>
              <a:defRPr sz="900"/>
            </a:lvl4pPr>
            <a:lvl5pPr marL="1775063" indent="0">
              <a:buNone/>
              <a:defRPr sz="900"/>
            </a:lvl5pPr>
            <a:lvl6pPr marL="2218836" indent="0">
              <a:buNone/>
              <a:defRPr sz="900"/>
            </a:lvl6pPr>
            <a:lvl7pPr marL="2662607" indent="0">
              <a:buNone/>
              <a:defRPr sz="900"/>
            </a:lvl7pPr>
            <a:lvl8pPr marL="3106363" indent="0">
              <a:buNone/>
              <a:defRPr sz="900"/>
            </a:lvl8pPr>
            <a:lvl9pPr marL="3550134" indent="0">
              <a:buNone/>
              <a:defRPr sz="900"/>
            </a:lvl9pPr>
          </a:lstStyle>
          <a:p>
            <a:pPr lvl="0"/>
            <a:r>
              <a:rPr lang="en-US"/>
              <a:t>Click to edit Master text styles</a:t>
            </a: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95698" y="5292725"/>
            <a:ext cx="6416675" cy="625475"/>
          </a:xfrm>
        </p:spPr>
        <p:txBody>
          <a:bodyPr anchor="b"/>
          <a:lstStyle>
            <a:lvl1pPr algn="l">
              <a:defRPr sz="2100" b="1"/>
            </a:lvl1pPr>
          </a:lstStyle>
          <a:p>
            <a:r>
              <a:rPr lang="en-US"/>
              <a:t>Click to edit Master title style</a:t>
            </a:r>
          </a:p>
        </p:txBody>
      </p:sp>
      <p:sp>
        <p:nvSpPr>
          <p:cNvPr id="3" name="Picture Placeholder 2"/>
          <p:cNvSpPr>
            <a:spLocks noGrp="1"/>
          </p:cNvSpPr>
          <p:nvPr>
            <p:ph type="pic" idx="1"/>
          </p:nvPr>
        </p:nvSpPr>
        <p:spPr>
          <a:xfrm>
            <a:off x="2095698" y="676275"/>
            <a:ext cx="6416675" cy="4535488"/>
          </a:xfrm>
        </p:spPr>
        <p:txBody>
          <a:bodyPr/>
          <a:lstStyle>
            <a:lvl1pPr marL="0" indent="0">
              <a:buNone/>
              <a:defRPr sz="3200"/>
            </a:lvl1pPr>
            <a:lvl2pPr marL="443732" indent="0">
              <a:buNone/>
              <a:defRPr sz="2900"/>
            </a:lvl2pPr>
            <a:lvl3pPr marL="887522" indent="0">
              <a:buNone/>
              <a:defRPr sz="2400"/>
            </a:lvl3pPr>
            <a:lvl4pPr marL="1331303" indent="0">
              <a:buNone/>
              <a:defRPr sz="2100"/>
            </a:lvl4pPr>
            <a:lvl5pPr marL="1775063" indent="0">
              <a:buNone/>
              <a:defRPr sz="2100"/>
            </a:lvl5pPr>
            <a:lvl6pPr marL="2218836" indent="0">
              <a:buNone/>
              <a:defRPr sz="2100"/>
            </a:lvl6pPr>
            <a:lvl7pPr marL="2662607" indent="0">
              <a:buNone/>
              <a:defRPr sz="2100"/>
            </a:lvl7pPr>
            <a:lvl8pPr marL="3106363" indent="0">
              <a:buNone/>
              <a:defRPr sz="2100"/>
            </a:lvl8pPr>
            <a:lvl9pPr marL="3550134" indent="0">
              <a:buNone/>
              <a:defRPr sz="2100"/>
            </a:lvl9pPr>
          </a:lstStyle>
          <a:p>
            <a:pPr lvl="0"/>
            <a:endParaRPr lang="en-US" noProof="0"/>
          </a:p>
        </p:txBody>
      </p:sp>
      <p:sp>
        <p:nvSpPr>
          <p:cNvPr id="4" name="Text Placeholder 3"/>
          <p:cNvSpPr>
            <a:spLocks noGrp="1"/>
          </p:cNvSpPr>
          <p:nvPr>
            <p:ph type="body" sz="half" idx="2"/>
          </p:nvPr>
        </p:nvSpPr>
        <p:spPr>
          <a:xfrm>
            <a:off x="2095698" y="5918201"/>
            <a:ext cx="6416675" cy="887413"/>
          </a:xfrm>
        </p:spPr>
        <p:txBody>
          <a:bodyPr/>
          <a:lstStyle>
            <a:lvl1pPr marL="0" indent="0">
              <a:buNone/>
              <a:defRPr sz="1400"/>
            </a:lvl1pPr>
            <a:lvl2pPr marL="443732" indent="0">
              <a:buNone/>
              <a:defRPr sz="1300"/>
            </a:lvl2pPr>
            <a:lvl3pPr marL="887522" indent="0">
              <a:buNone/>
              <a:defRPr sz="1000"/>
            </a:lvl3pPr>
            <a:lvl4pPr marL="1331303" indent="0">
              <a:buNone/>
              <a:defRPr sz="900"/>
            </a:lvl4pPr>
            <a:lvl5pPr marL="1775063" indent="0">
              <a:buNone/>
              <a:defRPr sz="900"/>
            </a:lvl5pPr>
            <a:lvl6pPr marL="2218836" indent="0">
              <a:buNone/>
              <a:defRPr sz="900"/>
            </a:lvl6pPr>
            <a:lvl7pPr marL="2662607" indent="0">
              <a:buNone/>
              <a:defRPr sz="900"/>
            </a:lvl7pPr>
            <a:lvl8pPr marL="3106363" indent="0">
              <a:buNone/>
              <a:defRPr sz="900"/>
            </a:lvl8pPr>
            <a:lvl9pPr marL="3550134" indent="0">
              <a:buNone/>
              <a:defRPr sz="900"/>
            </a:lvl9pPr>
          </a:lstStyle>
          <a:p>
            <a:pPr lvl="0"/>
            <a:r>
              <a:rPr lang="en-US"/>
              <a:t>Click to edit Master text styles</a:t>
            </a: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813873" y="368303"/>
            <a:ext cx="2466975" cy="64214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12751" y="368303"/>
            <a:ext cx="7248525" cy="64214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a:t>Click to edit Master title style</a:t>
            </a:r>
          </a:p>
        </p:txBody>
      </p:sp>
      <p:sp>
        <p:nvSpPr>
          <p:cNvPr id="3" name="Text Placeholder 2"/>
          <p:cNvSpPr>
            <a:spLocks noGrp="1"/>
          </p:cNvSpPr>
          <p:nvPr>
            <p:ph type="body" sz="half" idx="1"/>
          </p:nvPr>
        </p:nvSpPr>
        <p:spPr>
          <a:xfrm>
            <a:off x="446285" y="1512888"/>
            <a:ext cx="4821237" cy="5276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19923" y="1512888"/>
            <a:ext cx="4822825" cy="5276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6" descr="Here for good"/>
          <p:cNvPicPr>
            <a:picLocks noChangeAspect="1" noChangeArrowheads="1"/>
          </p:cNvPicPr>
          <p:nvPr userDrawn="1"/>
        </p:nvPicPr>
        <p:blipFill>
          <a:blip r:embed="rId2" cstate="print"/>
          <a:srcRect/>
          <a:stretch>
            <a:fillRect/>
          </a:stretch>
        </p:blipFill>
        <p:spPr bwMode="auto">
          <a:xfrm>
            <a:off x="7967663" y="6615113"/>
            <a:ext cx="2360612" cy="552450"/>
          </a:xfrm>
          <a:prstGeom prst="rect">
            <a:avLst/>
          </a:prstGeom>
          <a:noFill/>
          <a:ln w="9525">
            <a:noFill/>
            <a:miter lim="800000"/>
            <a:headEnd/>
            <a:tailEnd/>
          </a:ln>
        </p:spPr>
      </p:pic>
      <p:pic>
        <p:nvPicPr>
          <p:cNvPr id="5" name="Picture 23"/>
          <p:cNvPicPr>
            <a:picLocks noChangeAspect="1" noChangeArrowheads="1"/>
          </p:cNvPicPr>
          <p:nvPr userDrawn="1"/>
        </p:nvPicPr>
        <p:blipFill>
          <a:blip r:embed="rId3" cstate="print"/>
          <a:srcRect/>
          <a:stretch>
            <a:fillRect/>
          </a:stretch>
        </p:blipFill>
        <p:spPr bwMode="auto">
          <a:xfrm>
            <a:off x="0" y="2438405"/>
            <a:ext cx="10693400" cy="2506663"/>
          </a:xfrm>
          <a:prstGeom prst="rect">
            <a:avLst/>
          </a:prstGeom>
          <a:noFill/>
          <a:ln w="9525">
            <a:noFill/>
            <a:miter lim="800000"/>
            <a:headEnd/>
            <a:tailEnd/>
          </a:ln>
        </p:spPr>
      </p:pic>
      <p:pic>
        <p:nvPicPr>
          <p:cNvPr id="6" name="Picture 19" descr="Visual Identitiy Band"/>
          <p:cNvPicPr preferRelativeResize="0">
            <a:picLocks noChangeArrowheads="1"/>
          </p:cNvPicPr>
          <p:nvPr userDrawn="1"/>
        </p:nvPicPr>
        <p:blipFill>
          <a:blip r:embed="rId4" cstate="print"/>
          <a:srcRect/>
          <a:stretch>
            <a:fillRect/>
          </a:stretch>
        </p:blipFill>
        <p:spPr bwMode="auto">
          <a:xfrm>
            <a:off x="0" y="2381461"/>
            <a:ext cx="10693400" cy="61913"/>
          </a:xfrm>
          <a:prstGeom prst="rect">
            <a:avLst/>
          </a:prstGeom>
          <a:noFill/>
          <a:ln w="9525">
            <a:noFill/>
            <a:miter lim="800000"/>
            <a:headEnd/>
            <a:tailEnd/>
          </a:ln>
        </p:spPr>
      </p:pic>
      <p:pic>
        <p:nvPicPr>
          <p:cNvPr id="7" name="Picture 20" descr="SCB Logo"/>
          <p:cNvPicPr preferRelativeResize="0">
            <a:picLocks noChangeAspect="1" noChangeArrowheads="1"/>
          </p:cNvPicPr>
          <p:nvPr userDrawn="1"/>
        </p:nvPicPr>
        <p:blipFill>
          <a:blip r:embed="rId5" cstate="print"/>
          <a:srcRect/>
          <a:stretch>
            <a:fillRect/>
          </a:stretch>
        </p:blipFill>
        <p:spPr bwMode="auto">
          <a:xfrm>
            <a:off x="8732841" y="1570038"/>
            <a:ext cx="1517650" cy="579437"/>
          </a:xfrm>
          <a:prstGeom prst="rect">
            <a:avLst/>
          </a:prstGeom>
          <a:noFill/>
          <a:ln w="9525">
            <a:noFill/>
            <a:miter lim="800000"/>
            <a:headEnd/>
            <a:tailEnd/>
          </a:ln>
        </p:spPr>
      </p:pic>
      <p:sp>
        <p:nvSpPr>
          <p:cNvPr id="623634" name="Rectangle 18"/>
          <p:cNvSpPr>
            <a:spLocks noGrp="1" noChangeArrowheads="1"/>
          </p:cNvSpPr>
          <p:nvPr>
            <p:ph type="subTitle" idx="1"/>
          </p:nvPr>
        </p:nvSpPr>
        <p:spPr>
          <a:xfrm>
            <a:off x="669925" y="5124450"/>
            <a:ext cx="8108950" cy="2436813"/>
          </a:xfrm>
        </p:spPr>
        <p:txBody>
          <a:bodyPr tIns="50433" rIns="100837" bIns="50433"/>
          <a:lstStyle>
            <a:lvl1pPr>
              <a:spcBef>
                <a:spcPct val="0"/>
              </a:spcBef>
              <a:spcAft>
                <a:spcPct val="0"/>
              </a:spcAft>
              <a:defRPr sz="2900" b="0">
                <a:solidFill>
                  <a:srgbClr val="6C6C6C"/>
                </a:solidFill>
              </a:defRPr>
            </a:lvl1pPr>
          </a:lstStyle>
          <a:p>
            <a:r>
              <a:rPr lang="en-US" dirty="0"/>
              <a:t>Click to edit Master subtitle style</a:t>
            </a:r>
          </a:p>
        </p:txBody>
      </p:sp>
      <p:sp>
        <p:nvSpPr>
          <p:cNvPr id="623633" name="Rectangle 17"/>
          <p:cNvSpPr>
            <a:spLocks noGrp="1" noChangeArrowheads="1"/>
          </p:cNvSpPr>
          <p:nvPr>
            <p:ph type="ctrTitle"/>
          </p:nvPr>
        </p:nvSpPr>
        <p:spPr>
          <a:xfrm>
            <a:off x="669926" y="2522543"/>
            <a:ext cx="8274050" cy="2424112"/>
          </a:xfrm>
        </p:spPr>
        <p:txBody>
          <a:bodyPr/>
          <a:lstStyle>
            <a:lvl1pPr>
              <a:defRPr sz="3700">
                <a:solidFill>
                  <a:schemeClr val="bg1"/>
                </a:solidFill>
              </a:defRPr>
            </a:lvl1pPr>
          </a:lstStyle>
          <a:p>
            <a:r>
              <a:rPr lang="en-US"/>
              <a:t>Click to edit Master title style</a:t>
            </a: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6C6C6C"/>
                </a:solidFill>
              </a:defRPr>
            </a:lvl1pPr>
          </a:lstStyle>
          <a:p>
            <a:r>
              <a:rPr lang="en-US" dirty="0" smtClean="0"/>
              <a:t>Click to edit Master title style</a:t>
            </a:r>
            <a:endParaRPr lang="en-GB" dirty="0"/>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Footer Placeholder 11"/>
          <p:cNvSpPr>
            <a:spLocks noGrp="1"/>
          </p:cNvSpPr>
          <p:nvPr>
            <p:ph type="ftr" sz="quarter" idx="10"/>
          </p:nvPr>
        </p:nvSpPr>
        <p:spPr/>
        <p:txBody>
          <a:bodyPr/>
          <a:lstStyle>
            <a:lvl1pPr>
              <a:defRPr/>
            </a:lvl1pPr>
          </a:lstStyle>
          <a:p>
            <a:pPr>
              <a:defRPr/>
            </a:pPr>
            <a:endParaRPr lang="en-GB"/>
          </a:p>
        </p:txBody>
      </p:sp>
      <p:sp>
        <p:nvSpPr>
          <p:cNvPr id="5" name="Slide Number Placeholder 12"/>
          <p:cNvSpPr>
            <a:spLocks noGrp="1"/>
          </p:cNvSpPr>
          <p:nvPr>
            <p:ph type="sldNum" sz="quarter" idx="11"/>
          </p:nvPr>
        </p:nvSpPr>
        <p:spPr/>
        <p:txBody>
          <a:bodyPr/>
          <a:lstStyle>
            <a:lvl1pPr>
              <a:defRPr/>
            </a:lvl1pPr>
          </a:lstStyle>
          <a:p>
            <a:pPr>
              <a:defRPr/>
            </a:pPr>
            <a:fld id="{5EF72BD3-4626-4AD2-BA8D-72AB6ECD9800}" type="slidenum">
              <a:rPr lang="en-GB"/>
              <a:pPr>
                <a:defRPr/>
              </a:pPr>
              <a:t>‹#›</a:t>
            </a:fld>
            <a:endParaRPr lang="en-GB" dirty="0"/>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3" name="Picture 2" descr="Visual Identitiy Band"/>
          <p:cNvPicPr preferRelativeResize="0">
            <a:picLocks noChangeArrowheads="1"/>
          </p:cNvPicPr>
          <p:nvPr userDrawn="1"/>
        </p:nvPicPr>
        <p:blipFill>
          <a:blip r:embed="rId2" cstate="print"/>
          <a:srcRect/>
          <a:stretch>
            <a:fillRect/>
          </a:stretch>
        </p:blipFill>
        <p:spPr bwMode="auto">
          <a:xfrm>
            <a:off x="0" y="2381461"/>
            <a:ext cx="10693400" cy="61913"/>
          </a:xfrm>
          <a:prstGeom prst="rect">
            <a:avLst/>
          </a:prstGeom>
          <a:noFill/>
          <a:ln w="9525">
            <a:noFill/>
            <a:miter lim="800000"/>
            <a:headEnd/>
            <a:tailEnd/>
          </a:ln>
        </p:spPr>
      </p:pic>
      <p:pic>
        <p:nvPicPr>
          <p:cNvPr id="4" name="Picture 2"/>
          <p:cNvPicPr>
            <a:picLocks noChangeAspect="1" noChangeArrowheads="1"/>
          </p:cNvPicPr>
          <p:nvPr userDrawn="1"/>
        </p:nvPicPr>
        <p:blipFill>
          <a:blip r:embed="rId3" cstate="print"/>
          <a:srcRect/>
          <a:stretch>
            <a:fillRect/>
          </a:stretch>
        </p:blipFill>
        <p:spPr bwMode="gray">
          <a:xfrm>
            <a:off x="450850" y="7021725"/>
            <a:ext cx="952500" cy="363537"/>
          </a:xfrm>
          <a:prstGeom prst="rect">
            <a:avLst/>
          </a:prstGeom>
          <a:noFill/>
          <a:ln w="9525">
            <a:noFill/>
            <a:miter lim="800000"/>
            <a:headEnd/>
            <a:tailEnd/>
          </a:ln>
        </p:spPr>
      </p:pic>
      <p:sp>
        <p:nvSpPr>
          <p:cNvPr id="2" name="Title 1"/>
          <p:cNvSpPr>
            <a:spLocks noGrp="1"/>
          </p:cNvSpPr>
          <p:nvPr>
            <p:ph type="title"/>
          </p:nvPr>
        </p:nvSpPr>
        <p:spPr>
          <a:xfrm>
            <a:off x="667512" y="2523750"/>
            <a:ext cx="8833104" cy="2423160"/>
          </a:xfrm>
        </p:spPr>
        <p:txBody>
          <a:bodyPr/>
          <a:lstStyle>
            <a:lvl1pPr algn="l">
              <a:defRPr sz="3700" b="0" cap="none" baseline="0">
                <a:solidFill>
                  <a:srgbClr val="6C6C6C"/>
                </a:solidFill>
              </a:defRPr>
            </a:lvl1pPr>
          </a:lstStyle>
          <a:p>
            <a:r>
              <a:rPr lang="en-US" dirty="0" smtClean="0"/>
              <a:t>Click to edit Master title style</a:t>
            </a:r>
            <a:endParaRPr lang="en-GB" dirty="0"/>
          </a:p>
        </p:txBody>
      </p:sp>
      <p:sp>
        <p:nvSpPr>
          <p:cNvPr id="5" name="Footer Placeholder 11"/>
          <p:cNvSpPr>
            <a:spLocks noGrp="1"/>
          </p:cNvSpPr>
          <p:nvPr>
            <p:ph type="ftr" sz="quarter" idx="10"/>
          </p:nvPr>
        </p:nvSpPr>
        <p:spPr/>
        <p:txBody>
          <a:bodyPr/>
          <a:lstStyle>
            <a:lvl1pPr algn="r">
              <a:defRPr sz="900" dirty="0">
                <a:solidFill>
                  <a:srgbClr val="6C6C6C"/>
                </a:solidFill>
              </a:defRPr>
            </a:lvl1pPr>
          </a:lstStyle>
          <a:p>
            <a:pPr>
              <a:defRPr/>
            </a:pPr>
            <a:endParaRPr lang="en-GB"/>
          </a:p>
        </p:txBody>
      </p:sp>
      <p:sp>
        <p:nvSpPr>
          <p:cNvPr id="6" name="Slide Number Placeholder 12"/>
          <p:cNvSpPr>
            <a:spLocks noGrp="1"/>
          </p:cNvSpPr>
          <p:nvPr>
            <p:ph type="sldNum" sz="quarter" idx="11"/>
          </p:nvPr>
        </p:nvSpPr>
        <p:spPr/>
        <p:txBody>
          <a:bodyPr/>
          <a:lstStyle>
            <a:lvl1pPr algn="r">
              <a:defRPr sz="900" smtClean="0">
                <a:solidFill>
                  <a:srgbClr val="6C6C6C"/>
                </a:solidFill>
              </a:defRPr>
            </a:lvl1pPr>
          </a:lstStyle>
          <a:p>
            <a:pPr>
              <a:defRPr/>
            </a:pPr>
            <a:fld id="{006E5D09-FBEA-4CF5-AFDA-9738C41D37E9}" type="slidenum">
              <a:rPr lang="en-GB"/>
              <a:pPr>
                <a:defRPr/>
              </a:pPr>
              <a:t>‹#›</a:t>
            </a:fld>
            <a:endParaRPr lang="en-GB" dirty="0"/>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GB" dirty="0"/>
          </a:p>
        </p:txBody>
      </p:sp>
      <p:sp>
        <p:nvSpPr>
          <p:cNvPr id="3" name="Content Placeholder 2"/>
          <p:cNvSpPr>
            <a:spLocks noGrp="1"/>
          </p:cNvSpPr>
          <p:nvPr>
            <p:ph sz="half" idx="1"/>
          </p:nvPr>
        </p:nvSpPr>
        <p:spPr>
          <a:xfrm>
            <a:off x="446312" y="1512888"/>
            <a:ext cx="4821237" cy="5276850"/>
          </a:xfrm>
        </p:spPr>
        <p:txBody>
          <a:bodyPr/>
          <a:lstStyle>
            <a:lvl1pPr>
              <a:defRPr sz="1600"/>
            </a:lvl1pPr>
            <a:lvl2pPr>
              <a:defRPr sz="1400"/>
            </a:lvl2pPr>
            <a:lvl3pPr>
              <a:defRPr sz="1400"/>
            </a:lvl3pPr>
            <a:lvl4pPr>
              <a:defRPr sz="14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half" idx="2"/>
          </p:nvPr>
        </p:nvSpPr>
        <p:spPr>
          <a:xfrm>
            <a:off x="5419950" y="1512888"/>
            <a:ext cx="4822825" cy="5276850"/>
          </a:xfrm>
        </p:spPr>
        <p:txBody>
          <a:bodyPr/>
          <a:lstStyle>
            <a:lvl1pPr>
              <a:defRPr sz="1600"/>
            </a:lvl1pPr>
            <a:lvl2pPr>
              <a:defRPr sz="1400"/>
            </a:lvl2pPr>
            <a:lvl3pPr>
              <a:defRPr sz="1400"/>
            </a:lvl3pPr>
            <a:lvl4pPr>
              <a:defRPr sz="14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Footer Placeholder 11"/>
          <p:cNvSpPr>
            <a:spLocks noGrp="1"/>
          </p:cNvSpPr>
          <p:nvPr>
            <p:ph type="ftr" sz="quarter" idx="10"/>
          </p:nvPr>
        </p:nvSpPr>
        <p:spPr/>
        <p:txBody>
          <a:bodyPr/>
          <a:lstStyle>
            <a:lvl1pPr>
              <a:defRPr/>
            </a:lvl1pPr>
          </a:lstStyle>
          <a:p>
            <a:pPr>
              <a:defRPr/>
            </a:pPr>
            <a:endParaRPr lang="en-GB"/>
          </a:p>
        </p:txBody>
      </p:sp>
      <p:sp>
        <p:nvSpPr>
          <p:cNvPr id="6" name="Slide Number Placeholder 12"/>
          <p:cNvSpPr>
            <a:spLocks noGrp="1"/>
          </p:cNvSpPr>
          <p:nvPr>
            <p:ph type="sldNum" sz="quarter" idx="11"/>
          </p:nvPr>
        </p:nvSpPr>
        <p:spPr/>
        <p:txBody>
          <a:bodyPr/>
          <a:lstStyle>
            <a:lvl1pPr>
              <a:defRPr/>
            </a:lvl1pPr>
          </a:lstStyle>
          <a:p>
            <a:pPr>
              <a:defRPr/>
            </a:pPr>
            <a:fld id="{5E6F5FC4-A14F-4691-9CE7-95D4A3B6273C}" type="slidenum">
              <a:rPr lang="en-GB"/>
              <a:pPr>
                <a:defRPr/>
              </a:pPr>
              <a:t>‹#›</a:t>
            </a:fld>
            <a:endParaRPr lang="en-GB" dirty="0"/>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Footer Placeholder 11"/>
          <p:cNvSpPr>
            <a:spLocks noGrp="1"/>
          </p:cNvSpPr>
          <p:nvPr>
            <p:ph type="ftr" sz="quarter" idx="10"/>
          </p:nvPr>
        </p:nvSpPr>
        <p:spPr/>
        <p:txBody>
          <a:bodyPr/>
          <a:lstStyle>
            <a:lvl1pPr>
              <a:defRPr/>
            </a:lvl1pPr>
          </a:lstStyle>
          <a:p>
            <a:pPr>
              <a:defRPr/>
            </a:pPr>
            <a:endParaRPr lang="en-GB"/>
          </a:p>
        </p:txBody>
      </p:sp>
      <p:sp>
        <p:nvSpPr>
          <p:cNvPr id="4" name="Slide Number Placeholder 12"/>
          <p:cNvSpPr>
            <a:spLocks noGrp="1"/>
          </p:cNvSpPr>
          <p:nvPr>
            <p:ph type="sldNum" sz="quarter" idx="11"/>
          </p:nvPr>
        </p:nvSpPr>
        <p:spPr/>
        <p:txBody>
          <a:bodyPr/>
          <a:lstStyle>
            <a:lvl1pPr>
              <a:defRPr/>
            </a:lvl1pPr>
          </a:lstStyle>
          <a:p>
            <a:pPr>
              <a:defRPr/>
            </a:pPr>
            <a:fld id="{01E8CFF3-9AFF-48E9-B86E-B1990CD083D5}" type="slidenum">
              <a:rPr lang="en-GB"/>
              <a:pPr>
                <a:defRPr/>
              </a:pPr>
              <a:t>‹#›</a:t>
            </a:fld>
            <a:endParaRPr lang="en-GB" dirty="0"/>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1"/>
          <p:cNvSpPr>
            <a:spLocks noGrp="1"/>
          </p:cNvSpPr>
          <p:nvPr>
            <p:ph type="ftr" sz="quarter" idx="10"/>
          </p:nvPr>
        </p:nvSpPr>
        <p:spPr/>
        <p:txBody>
          <a:bodyPr/>
          <a:lstStyle>
            <a:lvl1pPr>
              <a:defRPr/>
            </a:lvl1pPr>
          </a:lstStyle>
          <a:p>
            <a:pPr>
              <a:defRPr/>
            </a:pPr>
            <a:endParaRPr lang="en-GB"/>
          </a:p>
        </p:txBody>
      </p:sp>
      <p:sp>
        <p:nvSpPr>
          <p:cNvPr id="3" name="Slide Number Placeholder 12"/>
          <p:cNvSpPr>
            <a:spLocks noGrp="1"/>
          </p:cNvSpPr>
          <p:nvPr>
            <p:ph type="sldNum" sz="quarter" idx="11"/>
          </p:nvPr>
        </p:nvSpPr>
        <p:spPr/>
        <p:txBody>
          <a:bodyPr/>
          <a:lstStyle>
            <a:lvl1pPr>
              <a:defRPr/>
            </a:lvl1pPr>
          </a:lstStyle>
          <a:p>
            <a:pPr>
              <a:defRPr/>
            </a:pPr>
            <a:fld id="{B9A8DF7D-D70F-4F51-80B1-A15CE83EE17B}" type="slidenum">
              <a:rPr lang="en-GB"/>
              <a:pPr>
                <a:defRPr/>
              </a:pPr>
              <a:t>‹#›</a:t>
            </a:fld>
            <a:endParaRPr lang="en-GB" dirty="0"/>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Footer Placeholder 11"/>
          <p:cNvSpPr>
            <a:spLocks noGrp="1"/>
          </p:cNvSpPr>
          <p:nvPr>
            <p:ph type="ftr" sz="quarter" idx="10"/>
          </p:nvPr>
        </p:nvSpPr>
        <p:spPr/>
        <p:txBody>
          <a:bodyPr/>
          <a:lstStyle>
            <a:lvl1pPr>
              <a:defRPr/>
            </a:lvl1pPr>
          </a:lstStyle>
          <a:p>
            <a:pPr>
              <a:defRPr/>
            </a:pPr>
            <a:endParaRPr lang="en-GB"/>
          </a:p>
        </p:txBody>
      </p:sp>
      <p:sp>
        <p:nvSpPr>
          <p:cNvPr id="5" name="Slide Number Placeholder 12"/>
          <p:cNvSpPr>
            <a:spLocks noGrp="1"/>
          </p:cNvSpPr>
          <p:nvPr>
            <p:ph type="sldNum" sz="quarter" idx="11"/>
          </p:nvPr>
        </p:nvSpPr>
        <p:spPr/>
        <p:txBody>
          <a:bodyPr/>
          <a:lstStyle>
            <a:lvl1pPr>
              <a:defRPr/>
            </a:lvl1pPr>
          </a:lstStyle>
          <a:p>
            <a:pPr>
              <a:defRPr/>
            </a:pPr>
            <a:fld id="{6B5697B3-E7FE-4D32-8349-64F3338F39A4}" type="slidenum">
              <a:rPr lang="en-GB"/>
              <a:pPr>
                <a:defRPr/>
              </a:pPr>
              <a:t>‹#›</a:t>
            </a:fld>
            <a:endParaRPr lang="en-GB" dirty="0"/>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smtClean="0"/>
              <a:t>Click to edit Master title style</a:t>
            </a:r>
            <a:endParaRPr lang="en-GB"/>
          </a:p>
        </p:txBody>
      </p:sp>
      <p:sp>
        <p:nvSpPr>
          <p:cNvPr id="3" name="Text Placeholder 2"/>
          <p:cNvSpPr>
            <a:spLocks noGrp="1"/>
          </p:cNvSpPr>
          <p:nvPr>
            <p:ph type="body" sz="half" idx="1"/>
          </p:nvPr>
        </p:nvSpPr>
        <p:spPr>
          <a:xfrm>
            <a:off x="446312" y="1512888"/>
            <a:ext cx="4821237" cy="527685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half" idx="2"/>
          </p:nvPr>
        </p:nvSpPr>
        <p:spPr>
          <a:xfrm>
            <a:off x="5419950" y="1512888"/>
            <a:ext cx="4822825" cy="527685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Footer Placeholder 11"/>
          <p:cNvSpPr>
            <a:spLocks noGrp="1"/>
          </p:cNvSpPr>
          <p:nvPr>
            <p:ph type="ftr" sz="quarter" idx="10"/>
          </p:nvPr>
        </p:nvSpPr>
        <p:spPr/>
        <p:txBody>
          <a:bodyPr/>
          <a:lstStyle>
            <a:lvl1pPr>
              <a:defRPr/>
            </a:lvl1pPr>
          </a:lstStyle>
          <a:p>
            <a:pPr>
              <a:defRPr/>
            </a:pPr>
            <a:endParaRPr lang="en-GB"/>
          </a:p>
        </p:txBody>
      </p:sp>
      <p:sp>
        <p:nvSpPr>
          <p:cNvPr id="6" name="Slide Number Placeholder 12"/>
          <p:cNvSpPr>
            <a:spLocks noGrp="1"/>
          </p:cNvSpPr>
          <p:nvPr>
            <p:ph type="sldNum" sz="quarter" idx="11"/>
          </p:nvPr>
        </p:nvSpPr>
        <p:spPr/>
        <p:txBody>
          <a:bodyPr/>
          <a:lstStyle>
            <a:lvl1pPr>
              <a:defRPr/>
            </a:lvl1pPr>
          </a:lstStyle>
          <a:p>
            <a:pPr>
              <a:defRPr/>
            </a:pPr>
            <a:fld id="{2EFD293A-E1C8-4DDC-9222-ECD335807781}" type="slidenum">
              <a:rPr lang="en-GB"/>
              <a:pPr>
                <a:defRPr/>
              </a:pPr>
              <a:t>‹#›</a:t>
            </a:fld>
            <a:endParaRPr lang="en-GB" dirty="0"/>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smtClean="0"/>
              <a:t>Click to edit Master title style</a:t>
            </a:r>
            <a:endParaRPr lang="en-GB"/>
          </a:p>
        </p:txBody>
      </p:sp>
      <p:sp>
        <p:nvSpPr>
          <p:cNvPr id="3" name="Text Placeholder 2"/>
          <p:cNvSpPr>
            <a:spLocks noGrp="1"/>
          </p:cNvSpPr>
          <p:nvPr>
            <p:ph type="body" sz="half" idx="1"/>
          </p:nvPr>
        </p:nvSpPr>
        <p:spPr>
          <a:xfrm>
            <a:off x="446088" y="1512891"/>
            <a:ext cx="9796462"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half" idx="2"/>
          </p:nvPr>
        </p:nvSpPr>
        <p:spPr>
          <a:xfrm>
            <a:off x="446088" y="4227513"/>
            <a:ext cx="9796462"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Footer Placeholder 11"/>
          <p:cNvSpPr>
            <a:spLocks noGrp="1"/>
          </p:cNvSpPr>
          <p:nvPr>
            <p:ph type="ftr" sz="quarter" idx="10"/>
          </p:nvPr>
        </p:nvSpPr>
        <p:spPr/>
        <p:txBody>
          <a:bodyPr/>
          <a:lstStyle>
            <a:lvl1pPr>
              <a:defRPr/>
            </a:lvl1pPr>
          </a:lstStyle>
          <a:p>
            <a:pPr>
              <a:defRPr/>
            </a:pPr>
            <a:endParaRPr lang="en-GB"/>
          </a:p>
        </p:txBody>
      </p:sp>
      <p:sp>
        <p:nvSpPr>
          <p:cNvPr id="6" name="Slide Number Placeholder 12"/>
          <p:cNvSpPr>
            <a:spLocks noGrp="1"/>
          </p:cNvSpPr>
          <p:nvPr>
            <p:ph type="sldNum" sz="quarter" idx="11"/>
          </p:nvPr>
        </p:nvSpPr>
        <p:spPr/>
        <p:txBody>
          <a:bodyPr/>
          <a:lstStyle>
            <a:lvl1pPr>
              <a:defRPr/>
            </a:lvl1pPr>
          </a:lstStyle>
          <a:p>
            <a:pPr>
              <a:defRPr/>
            </a:pPr>
            <a:fld id="{6027278A-7A31-4964-B2A2-E9BFDD0BFE0D}" type="slidenum">
              <a:rPr lang="en-GB"/>
              <a:pPr>
                <a:defRPr/>
              </a:pPr>
              <a:t>‹#›</a:t>
            </a:fld>
            <a:endParaRPr lang="en-GB" dirty="0"/>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smtClean="0"/>
              <a:t>Click to edit Master title style</a:t>
            </a:r>
            <a:endParaRPr lang="en-GB"/>
          </a:p>
        </p:txBody>
      </p:sp>
      <p:sp>
        <p:nvSpPr>
          <p:cNvPr id="3" name="Content Placeholder 2"/>
          <p:cNvSpPr>
            <a:spLocks noGrp="1"/>
          </p:cNvSpPr>
          <p:nvPr>
            <p:ph sz="half" idx="1"/>
          </p:nvPr>
        </p:nvSpPr>
        <p:spPr>
          <a:xfrm>
            <a:off x="446312" y="1512888"/>
            <a:ext cx="4821237" cy="527685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Text Placeholder 3"/>
          <p:cNvSpPr>
            <a:spLocks noGrp="1"/>
          </p:cNvSpPr>
          <p:nvPr>
            <p:ph type="body" sz="half" idx="2"/>
          </p:nvPr>
        </p:nvSpPr>
        <p:spPr>
          <a:xfrm>
            <a:off x="5419950" y="1512888"/>
            <a:ext cx="4822825" cy="527685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Footer Placeholder 11"/>
          <p:cNvSpPr>
            <a:spLocks noGrp="1"/>
          </p:cNvSpPr>
          <p:nvPr>
            <p:ph type="ftr" sz="quarter" idx="10"/>
          </p:nvPr>
        </p:nvSpPr>
        <p:spPr/>
        <p:txBody>
          <a:bodyPr/>
          <a:lstStyle>
            <a:lvl1pPr>
              <a:defRPr/>
            </a:lvl1pPr>
          </a:lstStyle>
          <a:p>
            <a:pPr>
              <a:defRPr/>
            </a:pPr>
            <a:endParaRPr lang="en-GB"/>
          </a:p>
        </p:txBody>
      </p:sp>
      <p:sp>
        <p:nvSpPr>
          <p:cNvPr id="6" name="Slide Number Placeholder 12"/>
          <p:cNvSpPr>
            <a:spLocks noGrp="1"/>
          </p:cNvSpPr>
          <p:nvPr>
            <p:ph type="sldNum" sz="quarter" idx="11"/>
          </p:nvPr>
        </p:nvSpPr>
        <p:spPr/>
        <p:txBody>
          <a:bodyPr/>
          <a:lstStyle>
            <a:lvl1pPr>
              <a:defRPr/>
            </a:lvl1pPr>
          </a:lstStyle>
          <a:p>
            <a:pPr>
              <a:defRPr/>
            </a:pPr>
            <a:fld id="{F7A2EB0C-4418-4B78-A4DA-20A14292D5F0}" type="slidenum">
              <a:rPr lang="en-GB"/>
              <a:pPr>
                <a:defRPr/>
              </a:pPr>
              <a:t>‹#›</a:t>
            </a:fld>
            <a:endParaRPr lang="en-GB" dirty="0"/>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12751" y="368300"/>
            <a:ext cx="9867900" cy="587375"/>
          </a:xfrm>
        </p:spPr>
        <p:txBody>
          <a:bodyPr/>
          <a:lstStyle/>
          <a:p>
            <a:r>
              <a:rPr lang="en-US" smtClean="0"/>
              <a:t>Click to edit Master title style</a:t>
            </a:r>
            <a:endParaRPr lang="en-GB"/>
          </a:p>
        </p:txBody>
      </p:sp>
      <p:sp>
        <p:nvSpPr>
          <p:cNvPr id="3" name="Content Placeholder 2"/>
          <p:cNvSpPr>
            <a:spLocks noGrp="1"/>
          </p:cNvSpPr>
          <p:nvPr>
            <p:ph sz="quarter" idx="1"/>
          </p:nvPr>
        </p:nvSpPr>
        <p:spPr>
          <a:xfrm>
            <a:off x="446312" y="1512891"/>
            <a:ext cx="4821237"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quarter" idx="2"/>
          </p:nvPr>
        </p:nvSpPr>
        <p:spPr>
          <a:xfrm>
            <a:off x="5419950" y="1512891"/>
            <a:ext cx="4822825"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Content Placeholder 4"/>
          <p:cNvSpPr>
            <a:spLocks noGrp="1"/>
          </p:cNvSpPr>
          <p:nvPr>
            <p:ph sz="quarter" idx="3"/>
          </p:nvPr>
        </p:nvSpPr>
        <p:spPr>
          <a:xfrm>
            <a:off x="446312" y="4227513"/>
            <a:ext cx="4821237"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6" name="Content Placeholder 5"/>
          <p:cNvSpPr>
            <a:spLocks noGrp="1"/>
          </p:cNvSpPr>
          <p:nvPr>
            <p:ph sz="quarter" idx="4"/>
          </p:nvPr>
        </p:nvSpPr>
        <p:spPr>
          <a:xfrm>
            <a:off x="5419950" y="4227513"/>
            <a:ext cx="4822825"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7" name="Footer Placeholder 11"/>
          <p:cNvSpPr>
            <a:spLocks noGrp="1"/>
          </p:cNvSpPr>
          <p:nvPr>
            <p:ph type="ftr" sz="quarter" idx="10"/>
          </p:nvPr>
        </p:nvSpPr>
        <p:spPr/>
        <p:txBody>
          <a:bodyPr/>
          <a:lstStyle>
            <a:lvl1pPr>
              <a:defRPr/>
            </a:lvl1pPr>
          </a:lstStyle>
          <a:p>
            <a:pPr>
              <a:defRPr/>
            </a:pPr>
            <a:endParaRPr lang="en-GB"/>
          </a:p>
        </p:txBody>
      </p:sp>
      <p:sp>
        <p:nvSpPr>
          <p:cNvPr id="8" name="Slide Number Placeholder 12"/>
          <p:cNvSpPr>
            <a:spLocks noGrp="1"/>
          </p:cNvSpPr>
          <p:nvPr>
            <p:ph type="sldNum" sz="quarter" idx="11"/>
          </p:nvPr>
        </p:nvSpPr>
        <p:spPr/>
        <p:txBody>
          <a:bodyPr/>
          <a:lstStyle>
            <a:lvl1pPr>
              <a:defRPr/>
            </a:lvl1pPr>
          </a:lstStyle>
          <a:p>
            <a:pPr>
              <a:defRPr/>
            </a:pPr>
            <a:fld id="{B19B8844-1C3F-480A-A5D2-96E9E578880D}" type="slidenum">
              <a:rPr lang="en-GB"/>
              <a:pPr>
                <a:defRPr/>
              </a:pPr>
              <a:t>‹#›</a:t>
            </a:fld>
            <a:endParaRPr lang="en-GB" dirty="0"/>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smtClean="0"/>
              <a:t>Click to edit Master title style</a:t>
            </a:r>
            <a:endParaRPr lang="en-GB"/>
          </a:p>
        </p:txBody>
      </p:sp>
      <p:sp>
        <p:nvSpPr>
          <p:cNvPr id="3" name="Text Placeholder 2"/>
          <p:cNvSpPr>
            <a:spLocks noGrp="1"/>
          </p:cNvSpPr>
          <p:nvPr>
            <p:ph type="body" sz="half" idx="1"/>
          </p:nvPr>
        </p:nvSpPr>
        <p:spPr>
          <a:xfrm>
            <a:off x="446312" y="1512888"/>
            <a:ext cx="4821237" cy="527685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quarter" idx="2"/>
          </p:nvPr>
        </p:nvSpPr>
        <p:spPr>
          <a:xfrm>
            <a:off x="5419950" y="1512891"/>
            <a:ext cx="4822825"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Content Placeholder 4"/>
          <p:cNvSpPr>
            <a:spLocks noGrp="1"/>
          </p:cNvSpPr>
          <p:nvPr>
            <p:ph sz="quarter" idx="3"/>
          </p:nvPr>
        </p:nvSpPr>
        <p:spPr>
          <a:xfrm>
            <a:off x="5419950" y="4227513"/>
            <a:ext cx="4822825"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6" name="Footer Placeholder 11"/>
          <p:cNvSpPr>
            <a:spLocks noGrp="1"/>
          </p:cNvSpPr>
          <p:nvPr>
            <p:ph type="ftr" sz="quarter" idx="10"/>
          </p:nvPr>
        </p:nvSpPr>
        <p:spPr/>
        <p:txBody>
          <a:bodyPr/>
          <a:lstStyle>
            <a:lvl1pPr>
              <a:defRPr/>
            </a:lvl1pPr>
          </a:lstStyle>
          <a:p>
            <a:pPr>
              <a:defRPr/>
            </a:pPr>
            <a:endParaRPr lang="en-GB"/>
          </a:p>
        </p:txBody>
      </p:sp>
      <p:sp>
        <p:nvSpPr>
          <p:cNvPr id="7" name="Slide Number Placeholder 12"/>
          <p:cNvSpPr>
            <a:spLocks noGrp="1"/>
          </p:cNvSpPr>
          <p:nvPr>
            <p:ph type="sldNum" sz="quarter" idx="11"/>
          </p:nvPr>
        </p:nvSpPr>
        <p:spPr/>
        <p:txBody>
          <a:bodyPr/>
          <a:lstStyle>
            <a:lvl1pPr>
              <a:defRPr/>
            </a:lvl1pPr>
          </a:lstStyle>
          <a:p>
            <a:pPr>
              <a:defRPr/>
            </a:pPr>
            <a:fld id="{C700711B-C12B-4A0C-BE74-63063515BA0E}" type="slidenum">
              <a:rPr lang="en-GB"/>
              <a:pPr>
                <a:defRPr/>
              </a:pPr>
              <a:t>‹#›</a:t>
            </a:fld>
            <a:endParaRPr lang="en-GB" dirty="0"/>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woObjAndTx" preserve="1">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smtClean="0"/>
              <a:t>Click to edit Master title style</a:t>
            </a:r>
            <a:endParaRPr lang="en-GB"/>
          </a:p>
        </p:txBody>
      </p:sp>
      <p:sp>
        <p:nvSpPr>
          <p:cNvPr id="3" name="Content Placeholder 2"/>
          <p:cNvSpPr>
            <a:spLocks noGrp="1"/>
          </p:cNvSpPr>
          <p:nvPr>
            <p:ph sz="quarter" idx="1"/>
          </p:nvPr>
        </p:nvSpPr>
        <p:spPr>
          <a:xfrm>
            <a:off x="446312" y="1512891"/>
            <a:ext cx="4821237"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quarter" idx="2"/>
          </p:nvPr>
        </p:nvSpPr>
        <p:spPr>
          <a:xfrm>
            <a:off x="446312" y="4227513"/>
            <a:ext cx="4821237"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Text Placeholder 4"/>
          <p:cNvSpPr>
            <a:spLocks noGrp="1"/>
          </p:cNvSpPr>
          <p:nvPr>
            <p:ph type="body" sz="half" idx="3"/>
          </p:nvPr>
        </p:nvSpPr>
        <p:spPr>
          <a:xfrm>
            <a:off x="5419950" y="1512888"/>
            <a:ext cx="4822825" cy="527685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6" name="Footer Placeholder 11"/>
          <p:cNvSpPr>
            <a:spLocks noGrp="1"/>
          </p:cNvSpPr>
          <p:nvPr>
            <p:ph type="ftr" sz="quarter" idx="10"/>
          </p:nvPr>
        </p:nvSpPr>
        <p:spPr/>
        <p:txBody>
          <a:bodyPr/>
          <a:lstStyle>
            <a:lvl1pPr>
              <a:defRPr/>
            </a:lvl1pPr>
          </a:lstStyle>
          <a:p>
            <a:pPr>
              <a:defRPr/>
            </a:pPr>
            <a:endParaRPr lang="en-GB"/>
          </a:p>
        </p:txBody>
      </p:sp>
      <p:sp>
        <p:nvSpPr>
          <p:cNvPr id="7" name="Slide Number Placeholder 12"/>
          <p:cNvSpPr>
            <a:spLocks noGrp="1"/>
          </p:cNvSpPr>
          <p:nvPr>
            <p:ph type="sldNum" sz="quarter" idx="11"/>
          </p:nvPr>
        </p:nvSpPr>
        <p:spPr/>
        <p:txBody>
          <a:bodyPr/>
          <a:lstStyle>
            <a:lvl1pPr>
              <a:defRPr/>
            </a:lvl1pPr>
          </a:lstStyle>
          <a:p>
            <a:pPr>
              <a:defRPr/>
            </a:pPr>
            <a:fld id="{15D8AF52-697F-4EFD-990B-6C7A9CD0FA77}" type="slidenum">
              <a:rPr lang="en-GB"/>
              <a:pPr>
                <a:defRPr/>
              </a:pPr>
              <a:t>‹#›</a:t>
            </a:fld>
            <a:endParaRPr lang="en-GB" dirty="0"/>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woObjOverTx" preserve="1">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smtClean="0"/>
              <a:t>Click to edit Master title style</a:t>
            </a:r>
            <a:endParaRPr lang="en-GB"/>
          </a:p>
        </p:txBody>
      </p:sp>
      <p:sp>
        <p:nvSpPr>
          <p:cNvPr id="3" name="Content Placeholder 2"/>
          <p:cNvSpPr>
            <a:spLocks noGrp="1"/>
          </p:cNvSpPr>
          <p:nvPr>
            <p:ph sz="quarter" idx="1"/>
          </p:nvPr>
        </p:nvSpPr>
        <p:spPr>
          <a:xfrm>
            <a:off x="446312" y="1512891"/>
            <a:ext cx="4821237"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quarter" idx="2"/>
          </p:nvPr>
        </p:nvSpPr>
        <p:spPr>
          <a:xfrm>
            <a:off x="5419950" y="1512891"/>
            <a:ext cx="4822825"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Text Placeholder 4"/>
          <p:cNvSpPr>
            <a:spLocks noGrp="1"/>
          </p:cNvSpPr>
          <p:nvPr>
            <p:ph type="body" sz="half" idx="3"/>
          </p:nvPr>
        </p:nvSpPr>
        <p:spPr>
          <a:xfrm>
            <a:off x="446088" y="4227513"/>
            <a:ext cx="9796462"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6" name="Footer Placeholder 11"/>
          <p:cNvSpPr>
            <a:spLocks noGrp="1"/>
          </p:cNvSpPr>
          <p:nvPr>
            <p:ph type="ftr" sz="quarter" idx="10"/>
          </p:nvPr>
        </p:nvSpPr>
        <p:spPr/>
        <p:txBody>
          <a:bodyPr/>
          <a:lstStyle>
            <a:lvl1pPr>
              <a:defRPr/>
            </a:lvl1pPr>
          </a:lstStyle>
          <a:p>
            <a:pPr>
              <a:defRPr/>
            </a:pPr>
            <a:endParaRPr lang="en-GB"/>
          </a:p>
        </p:txBody>
      </p:sp>
      <p:sp>
        <p:nvSpPr>
          <p:cNvPr id="7" name="Slide Number Placeholder 12"/>
          <p:cNvSpPr>
            <a:spLocks noGrp="1"/>
          </p:cNvSpPr>
          <p:nvPr>
            <p:ph type="sldNum" sz="quarter" idx="11"/>
          </p:nvPr>
        </p:nvSpPr>
        <p:spPr/>
        <p:txBody>
          <a:bodyPr/>
          <a:lstStyle>
            <a:lvl1pPr>
              <a:defRPr/>
            </a:lvl1pPr>
          </a:lstStyle>
          <a:p>
            <a:pPr>
              <a:defRPr/>
            </a:pPr>
            <a:fld id="{1DB06C71-B872-43F9-BFA1-F670B4363180}" type="slidenum">
              <a:rPr lang="en-GB"/>
              <a:pPr>
                <a:defRPr/>
              </a:pPr>
              <a:t>‹#›</a:t>
            </a:fld>
            <a:endParaRPr lang="en-GB" dirty="0"/>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smtClean="0"/>
              <a:t>Click to edit Master title style</a:t>
            </a:r>
            <a:endParaRPr lang="en-GB"/>
          </a:p>
        </p:txBody>
      </p:sp>
      <p:sp>
        <p:nvSpPr>
          <p:cNvPr id="3" name="Content Placeholder 2"/>
          <p:cNvSpPr>
            <a:spLocks noGrp="1"/>
          </p:cNvSpPr>
          <p:nvPr>
            <p:ph sz="half" idx="1"/>
          </p:nvPr>
        </p:nvSpPr>
        <p:spPr>
          <a:xfrm>
            <a:off x="446312" y="1512888"/>
            <a:ext cx="4821237" cy="527685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quarter" idx="2"/>
          </p:nvPr>
        </p:nvSpPr>
        <p:spPr>
          <a:xfrm>
            <a:off x="5419950" y="1512891"/>
            <a:ext cx="4822825"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Content Placeholder 4"/>
          <p:cNvSpPr>
            <a:spLocks noGrp="1"/>
          </p:cNvSpPr>
          <p:nvPr>
            <p:ph sz="quarter" idx="3"/>
          </p:nvPr>
        </p:nvSpPr>
        <p:spPr>
          <a:xfrm>
            <a:off x="5419950" y="4227513"/>
            <a:ext cx="4822825"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6" name="Footer Placeholder 11"/>
          <p:cNvSpPr>
            <a:spLocks noGrp="1"/>
          </p:cNvSpPr>
          <p:nvPr>
            <p:ph type="ftr" sz="quarter" idx="10"/>
          </p:nvPr>
        </p:nvSpPr>
        <p:spPr/>
        <p:txBody>
          <a:bodyPr/>
          <a:lstStyle>
            <a:lvl1pPr>
              <a:defRPr/>
            </a:lvl1pPr>
          </a:lstStyle>
          <a:p>
            <a:pPr>
              <a:defRPr/>
            </a:pPr>
            <a:endParaRPr lang="en-GB"/>
          </a:p>
        </p:txBody>
      </p:sp>
      <p:sp>
        <p:nvSpPr>
          <p:cNvPr id="7" name="Slide Number Placeholder 12"/>
          <p:cNvSpPr>
            <a:spLocks noGrp="1"/>
          </p:cNvSpPr>
          <p:nvPr>
            <p:ph type="sldNum" sz="quarter" idx="11"/>
          </p:nvPr>
        </p:nvSpPr>
        <p:spPr/>
        <p:txBody>
          <a:bodyPr/>
          <a:lstStyle>
            <a:lvl1pPr>
              <a:defRPr/>
            </a:lvl1pPr>
          </a:lstStyle>
          <a:p>
            <a:pPr>
              <a:defRPr/>
            </a:pPr>
            <a:fld id="{EFCB70E2-A7C0-4793-8610-950BB5A90292}" type="slidenum">
              <a:rPr lang="en-GB"/>
              <a:pPr>
                <a:defRPr/>
              </a:pPr>
              <a:t>‹#›</a:t>
            </a:fld>
            <a:endParaRPr lang="en-GB" dirty="0"/>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9" descr="Here for good"/>
          <p:cNvPicPr>
            <a:picLocks noChangeAspect="1" noChangeArrowheads="1"/>
          </p:cNvPicPr>
          <p:nvPr/>
        </p:nvPicPr>
        <p:blipFill>
          <a:blip r:embed="rId2" cstate="print"/>
          <a:srcRect/>
          <a:stretch>
            <a:fillRect/>
          </a:stretch>
        </p:blipFill>
        <p:spPr bwMode="auto">
          <a:xfrm>
            <a:off x="7967663" y="6615113"/>
            <a:ext cx="2360612" cy="552450"/>
          </a:xfrm>
          <a:prstGeom prst="rect">
            <a:avLst/>
          </a:prstGeom>
          <a:noFill/>
          <a:ln w="9525">
            <a:noFill/>
            <a:miter lim="800000"/>
            <a:headEnd/>
            <a:tailEnd/>
          </a:ln>
        </p:spPr>
      </p:pic>
      <p:pic>
        <p:nvPicPr>
          <p:cNvPr id="5" name="Picture 10"/>
          <p:cNvPicPr>
            <a:picLocks noChangeAspect="1" noChangeArrowheads="1"/>
          </p:cNvPicPr>
          <p:nvPr/>
        </p:nvPicPr>
        <p:blipFill>
          <a:blip r:embed="rId3" cstate="print"/>
          <a:srcRect/>
          <a:stretch>
            <a:fillRect/>
          </a:stretch>
        </p:blipFill>
        <p:spPr bwMode="auto">
          <a:xfrm>
            <a:off x="0" y="2438405"/>
            <a:ext cx="10693400" cy="2506663"/>
          </a:xfrm>
          <a:prstGeom prst="rect">
            <a:avLst/>
          </a:prstGeom>
          <a:noFill/>
          <a:ln w="9525">
            <a:noFill/>
            <a:miter lim="800000"/>
            <a:headEnd/>
            <a:tailEnd/>
          </a:ln>
        </p:spPr>
      </p:pic>
      <p:pic>
        <p:nvPicPr>
          <p:cNvPr id="6" name="Picture 11" descr="Visual Identitiy Band"/>
          <p:cNvPicPr preferRelativeResize="0">
            <a:picLocks noChangeArrowheads="1"/>
          </p:cNvPicPr>
          <p:nvPr/>
        </p:nvPicPr>
        <p:blipFill>
          <a:blip r:embed="rId4" cstate="print"/>
          <a:srcRect/>
          <a:stretch>
            <a:fillRect/>
          </a:stretch>
        </p:blipFill>
        <p:spPr bwMode="auto">
          <a:xfrm>
            <a:off x="0" y="2381308"/>
            <a:ext cx="10693400" cy="61913"/>
          </a:xfrm>
          <a:prstGeom prst="rect">
            <a:avLst/>
          </a:prstGeom>
          <a:noFill/>
          <a:ln w="9525">
            <a:noFill/>
            <a:miter lim="800000"/>
            <a:headEnd/>
            <a:tailEnd/>
          </a:ln>
        </p:spPr>
      </p:pic>
      <p:pic>
        <p:nvPicPr>
          <p:cNvPr id="7" name="Picture 12" descr="SCB Logo"/>
          <p:cNvPicPr preferRelativeResize="0">
            <a:picLocks noChangeAspect="1" noChangeArrowheads="1"/>
          </p:cNvPicPr>
          <p:nvPr/>
        </p:nvPicPr>
        <p:blipFill>
          <a:blip r:embed="rId5" cstate="print"/>
          <a:srcRect/>
          <a:stretch>
            <a:fillRect/>
          </a:stretch>
        </p:blipFill>
        <p:spPr bwMode="auto">
          <a:xfrm>
            <a:off x="8732841" y="1570038"/>
            <a:ext cx="1517650" cy="579437"/>
          </a:xfrm>
          <a:prstGeom prst="rect">
            <a:avLst/>
          </a:prstGeom>
          <a:noFill/>
          <a:ln w="9525">
            <a:noFill/>
            <a:miter lim="800000"/>
            <a:headEnd/>
            <a:tailEnd/>
          </a:ln>
        </p:spPr>
      </p:pic>
      <p:sp>
        <p:nvSpPr>
          <p:cNvPr id="8" name="Text Box 19"/>
          <p:cNvSpPr txBox="1">
            <a:spLocks noChangeArrowheads="1"/>
          </p:cNvSpPr>
          <p:nvPr/>
        </p:nvSpPr>
        <p:spPr bwMode="auto">
          <a:xfrm>
            <a:off x="412751" y="671513"/>
            <a:ext cx="9867900" cy="515937"/>
          </a:xfrm>
          <a:prstGeom prst="rect">
            <a:avLst/>
          </a:prstGeom>
          <a:noFill/>
          <a:ln w="9525">
            <a:noFill/>
            <a:miter lim="800000"/>
            <a:headEnd/>
            <a:tailEnd/>
          </a:ln>
          <a:effectLst/>
        </p:spPr>
        <p:txBody>
          <a:bodyPr lIns="103338" tIns="51669" rIns="103338" bIns="51669">
            <a:spAutoFit/>
          </a:bodyPr>
          <a:lstStyle/>
          <a:p>
            <a:pPr defTabSz="1033279">
              <a:spcBef>
                <a:spcPct val="50000"/>
              </a:spcBef>
              <a:defRPr/>
            </a:pPr>
            <a:endParaRPr lang="en-GB" sz="2700" b="1" baseline="0" dirty="0"/>
          </a:p>
        </p:txBody>
      </p:sp>
      <p:sp>
        <p:nvSpPr>
          <p:cNvPr id="2727940" name="Rectangle 18"/>
          <p:cNvSpPr>
            <a:spLocks noGrp="1" noChangeArrowheads="1"/>
          </p:cNvSpPr>
          <p:nvPr>
            <p:ph type="subTitle" idx="1"/>
          </p:nvPr>
        </p:nvSpPr>
        <p:spPr>
          <a:xfrm>
            <a:off x="668338" y="5124450"/>
            <a:ext cx="8108950" cy="2436813"/>
          </a:xfrm>
        </p:spPr>
        <p:txBody>
          <a:bodyPr/>
          <a:lstStyle>
            <a:lvl1pPr marL="0" indent="0">
              <a:defRPr sz="2900" b="0" smtClean="0">
                <a:solidFill>
                  <a:schemeClr val="hlink"/>
                </a:solidFill>
              </a:defRPr>
            </a:lvl1pPr>
          </a:lstStyle>
          <a:p>
            <a:r>
              <a:rPr lang="en-AU" smtClean="0"/>
              <a:t>Click to edit Master subtitle style</a:t>
            </a:r>
          </a:p>
        </p:txBody>
      </p:sp>
      <p:sp>
        <p:nvSpPr>
          <p:cNvPr id="2727942" name="Rectangle 20"/>
          <p:cNvSpPr>
            <a:spLocks noGrp="1" noChangeArrowheads="1"/>
          </p:cNvSpPr>
          <p:nvPr>
            <p:ph type="ctrTitle"/>
          </p:nvPr>
        </p:nvSpPr>
        <p:spPr>
          <a:xfrm>
            <a:off x="668339" y="2349500"/>
            <a:ext cx="8274050" cy="2425700"/>
          </a:xfrm>
        </p:spPr>
        <p:txBody>
          <a:bodyPr/>
          <a:lstStyle>
            <a:lvl1pPr>
              <a:defRPr sz="3700" smtClean="0">
                <a:solidFill>
                  <a:schemeClr val="bg1"/>
                </a:solidFill>
              </a:defRPr>
            </a:lvl1pPr>
          </a:lstStyle>
          <a:p>
            <a:r>
              <a:rPr lang="en-AU" smtClean="0"/>
              <a:t>Click to edit Master title style</a:t>
            </a: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612" y="4859397"/>
            <a:ext cx="9090025" cy="15017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844612" y="3205166"/>
            <a:ext cx="9090025" cy="1654175"/>
          </a:xfrm>
        </p:spPr>
        <p:txBody>
          <a:bodyPr anchor="b"/>
          <a:lstStyle>
            <a:lvl1pPr marL="0" indent="0">
              <a:buNone/>
              <a:defRPr sz="2100"/>
            </a:lvl1pPr>
            <a:lvl2pPr marL="452913" indent="0">
              <a:buNone/>
              <a:defRPr sz="1800"/>
            </a:lvl2pPr>
            <a:lvl3pPr marL="905875" indent="0">
              <a:buNone/>
              <a:defRPr sz="1600"/>
            </a:lvl3pPr>
            <a:lvl4pPr marL="1358829" indent="0">
              <a:buNone/>
              <a:defRPr sz="1400"/>
            </a:lvl4pPr>
            <a:lvl5pPr marL="1811775" indent="0">
              <a:buNone/>
              <a:defRPr sz="1400"/>
            </a:lvl5pPr>
            <a:lvl6pPr marL="2264722" indent="0">
              <a:buNone/>
              <a:defRPr sz="1400"/>
            </a:lvl6pPr>
            <a:lvl7pPr marL="2717666" indent="0">
              <a:buNone/>
              <a:defRPr sz="1400"/>
            </a:lvl7pPr>
            <a:lvl8pPr marL="3170610" indent="0">
              <a:buNone/>
              <a:defRPr sz="1400"/>
            </a:lvl8pPr>
            <a:lvl9pPr marL="3623554" indent="0">
              <a:buNone/>
              <a:defRPr sz="1400"/>
            </a:lvl9pPr>
          </a:lstStyle>
          <a:p>
            <a:pPr lvl="0"/>
            <a:r>
              <a:rPr lang="en-US"/>
              <a:t>Click to edit Master text styles</a:t>
            </a: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46150" y="1512888"/>
            <a:ext cx="4821237" cy="5276850"/>
          </a:xfrm>
        </p:spPr>
        <p:txBody>
          <a:bodyPr/>
          <a:lstStyle>
            <a:lvl1pPr>
              <a:defRPr sz="29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19787" y="1512888"/>
            <a:ext cx="4822825" cy="5276850"/>
          </a:xfrm>
        </p:spPr>
        <p:txBody>
          <a:bodyPr/>
          <a:lstStyle>
            <a:lvl1pPr>
              <a:defRPr sz="29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049" y="303219"/>
            <a:ext cx="9623425" cy="1260475"/>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34991" y="1692277"/>
            <a:ext cx="4724400" cy="704850"/>
          </a:xfrm>
        </p:spPr>
        <p:txBody>
          <a:bodyPr anchor="b"/>
          <a:lstStyle>
            <a:lvl1pPr marL="0" indent="0">
              <a:buNone/>
              <a:defRPr sz="2400" b="1"/>
            </a:lvl1pPr>
            <a:lvl2pPr marL="452913" indent="0">
              <a:buNone/>
              <a:defRPr sz="2100" b="1"/>
            </a:lvl2pPr>
            <a:lvl3pPr marL="905875" indent="0">
              <a:buNone/>
              <a:defRPr sz="1800" b="1"/>
            </a:lvl3pPr>
            <a:lvl4pPr marL="1358829" indent="0">
              <a:buNone/>
              <a:defRPr sz="1600" b="1"/>
            </a:lvl4pPr>
            <a:lvl5pPr marL="1811775" indent="0">
              <a:buNone/>
              <a:defRPr sz="1600" b="1"/>
            </a:lvl5pPr>
            <a:lvl6pPr marL="2264722" indent="0">
              <a:buNone/>
              <a:defRPr sz="1600" b="1"/>
            </a:lvl6pPr>
            <a:lvl7pPr marL="2717666" indent="0">
              <a:buNone/>
              <a:defRPr sz="1600" b="1"/>
            </a:lvl7pPr>
            <a:lvl8pPr marL="3170610" indent="0">
              <a:buNone/>
              <a:defRPr sz="1600" b="1"/>
            </a:lvl8pPr>
            <a:lvl9pPr marL="3623554" indent="0">
              <a:buNone/>
              <a:defRPr sz="1600" b="1"/>
            </a:lvl9pPr>
          </a:lstStyle>
          <a:p>
            <a:pPr lvl="0"/>
            <a:r>
              <a:rPr lang="en-US"/>
              <a:t>Click to edit Master text styles</a:t>
            </a:r>
          </a:p>
        </p:txBody>
      </p:sp>
      <p:sp>
        <p:nvSpPr>
          <p:cNvPr id="4" name="Content Placeholder 3"/>
          <p:cNvSpPr>
            <a:spLocks noGrp="1"/>
          </p:cNvSpPr>
          <p:nvPr>
            <p:ph sz="half" idx="2"/>
          </p:nvPr>
        </p:nvSpPr>
        <p:spPr>
          <a:xfrm>
            <a:off x="534991" y="2397128"/>
            <a:ext cx="4724400" cy="4357688"/>
          </a:xfrm>
        </p:spPr>
        <p:txBody>
          <a:bodyPr/>
          <a:lstStyle>
            <a:lvl1pPr>
              <a:defRPr sz="24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432429" y="1692277"/>
            <a:ext cx="4725988" cy="704850"/>
          </a:xfrm>
        </p:spPr>
        <p:txBody>
          <a:bodyPr anchor="b"/>
          <a:lstStyle>
            <a:lvl1pPr marL="0" indent="0">
              <a:buNone/>
              <a:defRPr sz="2400" b="1"/>
            </a:lvl1pPr>
            <a:lvl2pPr marL="452913" indent="0">
              <a:buNone/>
              <a:defRPr sz="2100" b="1"/>
            </a:lvl2pPr>
            <a:lvl3pPr marL="905875" indent="0">
              <a:buNone/>
              <a:defRPr sz="1800" b="1"/>
            </a:lvl3pPr>
            <a:lvl4pPr marL="1358829" indent="0">
              <a:buNone/>
              <a:defRPr sz="1600" b="1"/>
            </a:lvl4pPr>
            <a:lvl5pPr marL="1811775" indent="0">
              <a:buNone/>
              <a:defRPr sz="1600" b="1"/>
            </a:lvl5pPr>
            <a:lvl6pPr marL="2264722" indent="0">
              <a:buNone/>
              <a:defRPr sz="1600" b="1"/>
            </a:lvl6pPr>
            <a:lvl7pPr marL="2717666" indent="0">
              <a:buNone/>
              <a:defRPr sz="1600" b="1"/>
            </a:lvl7pPr>
            <a:lvl8pPr marL="3170610" indent="0">
              <a:buNone/>
              <a:defRPr sz="1600" b="1"/>
            </a:lvl8pPr>
            <a:lvl9pPr marL="36235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32429" y="2397128"/>
            <a:ext cx="4725988" cy="4357688"/>
          </a:xfrm>
        </p:spPr>
        <p:txBody>
          <a:bodyPr/>
          <a:lstStyle>
            <a:lvl1pPr>
              <a:defRPr sz="24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049" y="301630"/>
            <a:ext cx="3517901" cy="1281113"/>
          </a:xfrm>
        </p:spPr>
        <p:txBody>
          <a:bodyPr anchor="b"/>
          <a:lstStyle>
            <a:lvl1pPr algn="l">
              <a:defRPr sz="2100" b="1"/>
            </a:lvl1pPr>
          </a:lstStyle>
          <a:p>
            <a:r>
              <a:rPr lang="en-US"/>
              <a:t>Click to edit Master title style</a:t>
            </a:r>
          </a:p>
        </p:txBody>
      </p:sp>
      <p:sp>
        <p:nvSpPr>
          <p:cNvPr id="3" name="Content Placeholder 2"/>
          <p:cNvSpPr>
            <a:spLocks noGrp="1"/>
          </p:cNvSpPr>
          <p:nvPr>
            <p:ph idx="1"/>
          </p:nvPr>
        </p:nvSpPr>
        <p:spPr>
          <a:xfrm>
            <a:off x="4181479" y="301625"/>
            <a:ext cx="5976938" cy="6453188"/>
          </a:xfrm>
        </p:spPr>
        <p:txBody>
          <a:bodyPr/>
          <a:lstStyle>
            <a:lvl1pPr>
              <a:defRPr sz="3200"/>
            </a:lvl1pPr>
            <a:lvl2pPr>
              <a:defRPr sz="29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5049" y="1582796"/>
            <a:ext cx="3517901" cy="5172075"/>
          </a:xfrm>
        </p:spPr>
        <p:txBody>
          <a:bodyPr/>
          <a:lstStyle>
            <a:lvl1pPr marL="0" indent="0">
              <a:buNone/>
              <a:defRPr sz="1400"/>
            </a:lvl1pPr>
            <a:lvl2pPr marL="452913" indent="0">
              <a:buNone/>
              <a:defRPr sz="1300"/>
            </a:lvl2pPr>
            <a:lvl3pPr marL="905875" indent="0">
              <a:buNone/>
              <a:defRPr sz="1000"/>
            </a:lvl3pPr>
            <a:lvl4pPr marL="1358829" indent="0">
              <a:buNone/>
              <a:defRPr sz="900"/>
            </a:lvl4pPr>
            <a:lvl5pPr marL="1811775" indent="0">
              <a:buNone/>
              <a:defRPr sz="900"/>
            </a:lvl5pPr>
            <a:lvl6pPr marL="2264722" indent="0">
              <a:buNone/>
              <a:defRPr sz="900"/>
            </a:lvl6pPr>
            <a:lvl7pPr marL="2717666" indent="0">
              <a:buNone/>
              <a:defRPr sz="900"/>
            </a:lvl7pPr>
            <a:lvl8pPr marL="3170610" indent="0">
              <a:buNone/>
              <a:defRPr sz="900"/>
            </a:lvl8pPr>
            <a:lvl9pPr marL="3623554" indent="0">
              <a:buNone/>
              <a:defRPr sz="900"/>
            </a:lvl9pPr>
          </a:lstStyle>
          <a:p>
            <a:pPr lvl="0"/>
            <a:r>
              <a:rPr lang="en-US"/>
              <a:t>Click to edit Master text styles</a:t>
            </a: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95562" y="5292725"/>
            <a:ext cx="6416675" cy="625475"/>
          </a:xfrm>
        </p:spPr>
        <p:txBody>
          <a:bodyPr anchor="b"/>
          <a:lstStyle>
            <a:lvl1pPr algn="l">
              <a:defRPr sz="2100" b="1"/>
            </a:lvl1pPr>
          </a:lstStyle>
          <a:p>
            <a:r>
              <a:rPr lang="en-US"/>
              <a:t>Click to edit Master title style</a:t>
            </a:r>
          </a:p>
        </p:txBody>
      </p:sp>
      <p:sp>
        <p:nvSpPr>
          <p:cNvPr id="3" name="Picture Placeholder 2"/>
          <p:cNvSpPr>
            <a:spLocks noGrp="1"/>
          </p:cNvSpPr>
          <p:nvPr>
            <p:ph type="pic" idx="1"/>
          </p:nvPr>
        </p:nvSpPr>
        <p:spPr>
          <a:xfrm>
            <a:off x="2095562" y="676275"/>
            <a:ext cx="6416675" cy="4535488"/>
          </a:xfrm>
        </p:spPr>
        <p:txBody>
          <a:bodyPr/>
          <a:lstStyle>
            <a:lvl1pPr marL="0" indent="0">
              <a:buNone/>
              <a:defRPr sz="3200"/>
            </a:lvl1pPr>
            <a:lvl2pPr marL="452913" indent="0">
              <a:buNone/>
              <a:defRPr sz="2900"/>
            </a:lvl2pPr>
            <a:lvl3pPr marL="905875" indent="0">
              <a:buNone/>
              <a:defRPr sz="2400"/>
            </a:lvl3pPr>
            <a:lvl4pPr marL="1358829" indent="0">
              <a:buNone/>
              <a:defRPr sz="2100"/>
            </a:lvl4pPr>
            <a:lvl5pPr marL="1811775" indent="0">
              <a:buNone/>
              <a:defRPr sz="2100"/>
            </a:lvl5pPr>
            <a:lvl6pPr marL="2264722" indent="0">
              <a:buNone/>
              <a:defRPr sz="2100"/>
            </a:lvl6pPr>
            <a:lvl7pPr marL="2717666" indent="0">
              <a:buNone/>
              <a:defRPr sz="2100"/>
            </a:lvl7pPr>
            <a:lvl8pPr marL="3170610" indent="0">
              <a:buNone/>
              <a:defRPr sz="2100"/>
            </a:lvl8pPr>
            <a:lvl9pPr marL="3623554" indent="0">
              <a:buNone/>
              <a:defRPr sz="2100"/>
            </a:lvl9pPr>
          </a:lstStyle>
          <a:p>
            <a:pPr lvl="0"/>
            <a:endParaRPr lang="en-US" noProof="0"/>
          </a:p>
        </p:txBody>
      </p:sp>
      <p:sp>
        <p:nvSpPr>
          <p:cNvPr id="4" name="Text Placeholder 3"/>
          <p:cNvSpPr>
            <a:spLocks noGrp="1"/>
          </p:cNvSpPr>
          <p:nvPr>
            <p:ph type="body" sz="half" idx="2"/>
          </p:nvPr>
        </p:nvSpPr>
        <p:spPr>
          <a:xfrm>
            <a:off x="2095562" y="5918201"/>
            <a:ext cx="6416675" cy="887413"/>
          </a:xfrm>
        </p:spPr>
        <p:txBody>
          <a:bodyPr/>
          <a:lstStyle>
            <a:lvl1pPr marL="0" indent="0">
              <a:buNone/>
              <a:defRPr sz="1400"/>
            </a:lvl1pPr>
            <a:lvl2pPr marL="452913" indent="0">
              <a:buNone/>
              <a:defRPr sz="1300"/>
            </a:lvl2pPr>
            <a:lvl3pPr marL="905875" indent="0">
              <a:buNone/>
              <a:defRPr sz="1000"/>
            </a:lvl3pPr>
            <a:lvl4pPr marL="1358829" indent="0">
              <a:buNone/>
              <a:defRPr sz="900"/>
            </a:lvl4pPr>
            <a:lvl5pPr marL="1811775" indent="0">
              <a:buNone/>
              <a:defRPr sz="900"/>
            </a:lvl5pPr>
            <a:lvl6pPr marL="2264722" indent="0">
              <a:buNone/>
              <a:defRPr sz="900"/>
            </a:lvl6pPr>
            <a:lvl7pPr marL="2717666" indent="0">
              <a:buNone/>
              <a:defRPr sz="900"/>
            </a:lvl7pPr>
            <a:lvl8pPr marL="3170610" indent="0">
              <a:buNone/>
              <a:defRPr sz="900"/>
            </a:lvl8pPr>
            <a:lvl9pPr marL="3623554" indent="0">
              <a:buNone/>
              <a:defRPr sz="900"/>
            </a:lvl9pPr>
          </a:lstStyle>
          <a:p>
            <a:pPr lvl="0"/>
            <a:r>
              <a:rPr lang="en-US"/>
              <a:t>Click to edit Master text styles</a:t>
            </a: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813737" y="368303"/>
            <a:ext cx="2466975" cy="64214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12751" y="368303"/>
            <a:ext cx="7248525" cy="64214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a:t>Click to edit Master title style</a:t>
            </a:r>
          </a:p>
        </p:txBody>
      </p:sp>
      <p:sp>
        <p:nvSpPr>
          <p:cNvPr id="3" name="Text Placeholder 2"/>
          <p:cNvSpPr>
            <a:spLocks noGrp="1"/>
          </p:cNvSpPr>
          <p:nvPr>
            <p:ph type="body" sz="half" idx="1"/>
          </p:nvPr>
        </p:nvSpPr>
        <p:spPr>
          <a:xfrm>
            <a:off x="446150" y="1512888"/>
            <a:ext cx="4821237" cy="5276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19787" y="1512888"/>
            <a:ext cx="4822825" cy="5276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01754" y="2349500"/>
            <a:ext cx="9090025" cy="1620838"/>
          </a:xfrm>
        </p:spPr>
        <p:txBody>
          <a:bodyPr/>
          <a:lstStyle/>
          <a:p>
            <a:r>
              <a:rPr lang="en-US"/>
              <a:t>Click to edit Master title style</a:t>
            </a:r>
          </a:p>
        </p:txBody>
      </p:sp>
      <p:sp>
        <p:nvSpPr>
          <p:cNvPr id="3" name="Subtitle 2"/>
          <p:cNvSpPr>
            <a:spLocks noGrp="1"/>
          </p:cNvSpPr>
          <p:nvPr>
            <p:ph type="subTitle" idx="1"/>
          </p:nvPr>
        </p:nvSpPr>
        <p:spPr>
          <a:xfrm>
            <a:off x="1603375" y="4284669"/>
            <a:ext cx="7486650" cy="1931986"/>
          </a:xfrm>
        </p:spPr>
        <p:txBody>
          <a:bodyPr/>
          <a:lstStyle>
            <a:lvl1pPr marL="0" indent="0" algn="ctr">
              <a:buNone/>
              <a:defRPr/>
            </a:lvl1pPr>
            <a:lvl2pPr marL="452593" indent="0" algn="ctr">
              <a:buNone/>
              <a:defRPr/>
            </a:lvl2pPr>
            <a:lvl3pPr marL="905236" indent="0" algn="ctr">
              <a:buNone/>
              <a:defRPr/>
            </a:lvl3pPr>
            <a:lvl4pPr marL="1357871" indent="0" algn="ctr">
              <a:buNone/>
              <a:defRPr/>
            </a:lvl4pPr>
            <a:lvl5pPr marL="1810497" indent="0" algn="ctr">
              <a:buNone/>
              <a:defRPr/>
            </a:lvl5pPr>
            <a:lvl6pPr marL="2263125" indent="0" algn="ctr">
              <a:buNone/>
              <a:defRPr/>
            </a:lvl6pPr>
            <a:lvl7pPr marL="2715749" indent="0" algn="ctr">
              <a:buNone/>
              <a:defRPr/>
            </a:lvl7pPr>
            <a:lvl8pPr marL="3168374" indent="0" algn="ctr">
              <a:buNone/>
              <a:defRPr/>
            </a:lvl8pPr>
            <a:lvl9pPr marL="3620998" indent="0" algn="ctr">
              <a:buNone/>
              <a:defRPr/>
            </a:lvl9pPr>
          </a:lstStyle>
          <a:p>
            <a:r>
              <a:rPr lang="en-US"/>
              <a:t>Click to edit Master subtitle style</a:t>
            </a: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617" y="4859401"/>
            <a:ext cx="9090025" cy="15017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844617" y="3205166"/>
            <a:ext cx="9090025" cy="1654175"/>
          </a:xfrm>
        </p:spPr>
        <p:txBody>
          <a:bodyPr anchor="b"/>
          <a:lstStyle>
            <a:lvl1pPr marL="0" indent="0">
              <a:buNone/>
              <a:defRPr sz="2100"/>
            </a:lvl1pPr>
            <a:lvl2pPr marL="452593" indent="0">
              <a:buNone/>
              <a:defRPr sz="1800"/>
            </a:lvl2pPr>
            <a:lvl3pPr marL="905236" indent="0">
              <a:buNone/>
              <a:defRPr sz="1600"/>
            </a:lvl3pPr>
            <a:lvl4pPr marL="1357871" indent="0">
              <a:buNone/>
              <a:defRPr sz="1400"/>
            </a:lvl4pPr>
            <a:lvl5pPr marL="1810497" indent="0">
              <a:buNone/>
              <a:defRPr sz="1400"/>
            </a:lvl5pPr>
            <a:lvl6pPr marL="2263125" indent="0">
              <a:buNone/>
              <a:defRPr sz="1400"/>
            </a:lvl6pPr>
            <a:lvl7pPr marL="2715749" indent="0">
              <a:buNone/>
              <a:defRPr sz="1400"/>
            </a:lvl7pPr>
            <a:lvl8pPr marL="3168374" indent="0">
              <a:buNone/>
              <a:defRPr sz="1400"/>
            </a:lvl8pPr>
            <a:lvl9pPr marL="3620998" indent="0">
              <a:buNone/>
              <a:defRPr sz="1400"/>
            </a:lvl9pPr>
          </a:lstStyle>
          <a:p>
            <a:pPr lvl="0"/>
            <a:r>
              <a:rPr lang="en-US"/>
              <a:t>Click to edit Master text styles</a:t>
            </a:r>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46154" y="1512888"/>
            <a:ext cx="4821237" cy="5276850"/>
          </a:xfrm>
        </p:spPr>
        <p:txBody>
          <a:bodyPr/>
          <a:lstStyle>
            <a:lvl1pPr>
              <a:defRPr sz="29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19792" y="1512888"/>
            <a:ext cx="4822825" cy="5276850"/>
          </a:xfrm>
        </p:spPr>
        <p:txBody>
          <a:bodyPr/>
          <a:lstStyle>
            <a:lvl1pPr>
              <a:defRPr sz="29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054" y="303219"/>
            <a:ext cx="9623425" cy="1260475"/>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34991" y="1692277"/>
            <a:ext cx="4724400" cy="704850"/>
          </a:xfrm>
        </p:spPr>
        <p:txBody>
          <a:bodyPr anchor="b"/>
          <a:lstStyle>
            <a:lvl1pPr marL="0" indent="0">
              <a:buNone/>
              <a:defRPr sz="2400" b="1"/>
            </a:lvl1pPr>
            <a:lvl2pPr marL="452593" indent="0">
              <a:buNone/>
              <a:defRPr sz="2100" b="1"/>
            </a:lvl2pPr>
            <a:lvl3pPr marL="905236" indent="0">
              <a:buNone/>
              <a:defRPr sz="1800" b="1"/>
            </a:lvl3pPr>
            <a:lvl4pPr marL="1357871" indent="0">
              <a:buNone/>
              <a:defRPr sz="1600" b="1"/>
            </a:lvl4pPr>
            <a:lvl5pPr marL="1810497" indent="0">
              <a:buNone/>
              <a:defRPr sz="1600" b="1"/>
            </a:lvl5pPr>
            <a:lvl6pPr marL="2263125" indent="0">
              <a:buNone/>
              <a:defRPr sz="1600" b="1"/>
            </a:lvl6pPr>
            <a:lvl7pPr marL="2715749" indent="0">
              <a:buNone/>
              <a:defRPr sz="1600" b="1"/>
            </a:lvl7pPr>
            <a:lvl8pPr marL="3168374" indent="0">
              <a:buNone/>
              <a:defRPr sz="1600" b="1"/>
            </a:lvl8pPr>
            <a:lvl9pPr marL="3620998" indent="0">
              <a:buNone/>
              <a:defRPr sz="1600" b="1"/>
            </a:lvl9pPr>
          </a:lstStyle>
          <a:p>
            <a:pPr lvl="0"/>
            <a:r>
              <a:rPr lang="en-US"/>
              <a:t>Click to edit Master text styles</a:t>
            </a:r>
          </a:p>
        </p:txBody>
      </p:sp>
      <p:sp>
        <p:nvSpPr>
          <p:cNvPr id="4" name="Content Placeholder 3"/>
          <p:cNvSpPr>
            <a:spLocks noGrp="1"/>
          </p:cNvSpPr>
          <p:nvPr>
            <p:ph sz="half" idx="2"/>
          </p:nvPr>
        </p:nvSpPr>
        <p:spPr>
          <a:xfrm>
            <a:off x="534991" y="2397128"/>
            <a:ext cx="4724400" cy="4357688"/>
          </a:xfrm>
        </p:spPr>
        <p:txBody>
          <a:bodyPr/>
          <a:lstStyle>
            <a:lvl1pPr>
              <a:defRPr sz="24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432429" y="1692277"/>
            <a:ext cx="4725988" cy="704850"/>
          </a:xfrm>
        </p:spPr>
        <p:txBody>
          <a:bodyPr anchor="b"/>
          <a:lstStyle>
            <a:lvl1pPr marL="0" indent="0">
              <a:buNone/>
              <a:defRPr sz="2400" b="1"/>
            </a:lvl1pPr>
            <a:lvl2pPr marL="452593" indent="0">
              <a:buNone/>
              <a:defRPr sz="2100" b="1"/>
            </a:lvl2pPr>
            <a:lvl3pPr marL="905236" indent="0">
              <a:buNone/>
              <a:defRPr sz="1800" b="1"/>
            </a:lvl3pPr>
            <a:lvl4pPr marL="1357871" indent="0">
              <a:buNone/>
              <a:defRPr sz="1600" b="1"/>
            </a:lvl4pPr>
            <a:lvl5pPr marL="1810497" indent="0">
              <a:buNone/>
              <a:defRPr sz="1600" b="1"/>
            </a:lvl5pPr>
            <a:lvl6pPr marL="2263125" indent="0">
              <a:buNone/>
              <a:defRPr sz="1600" b="1"/>
            </a:lvl6pPr>
            <a:lvl7pPr marL="2715749" indent="0">
              <a:buNone/>
              <a:defRPr sz="1600" b="1"/>
            </a:lvl7pPr>
            <a:lvl8pPr marL="3168374" indent="0">
              <a:buNone/>
              <a:defRPr sz="1600" b="1"/>
            </a:lvl8pPr>
            <a:lvl9pPr marL="3620998"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32429" y="2397128"/>
            <a:ext cx="4725988" cy="4357688"/>
          </a:xfrm>
        </p:spPr>
        <p:txBody>
          <a:bodyPr/>
          <a:lstStyle>
            <a:lvl1pPr>
              <a:defRPr sz="24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054" y="301630"/>
            <a:ext cx="3517901" cy="1281113"/>
          </a:xfrm>
        </p:spPr>
        <p:txBody>
          <a:bodyPr anchor="b"/>
          <a:lstStyle>
            <a:lvl1pPr algn="l">
              <a:defRPr sz="2100" b="1"/>
            </a:lvl1pPr>
          </a:lstStyle>
          <a:p>
            <a:r>
              <a:rPr lang="en-US"/>
              <a:t>Click to edit Master title style</a:t>
            </a:r>
          </a:p>
        </p:txBody>
      </p:sp>
      <p:sp>
        <p:nvSpPr>
          <p:cNvPr id="3" name="Content Placeholder 2"/>
          <p:cNvSpPr>
            <a:spLocks noGrp="1"/>
          </p:cNvSpPr>
          <p:nvPr>
            <p:ph idx="1"/>
          </p:nvPr>
        </p:nvSpPr>
        <p:spPr>
          <a:xfrm>
            <a:off x="4181479" y="301625"/>
            <a:ext cx="5976938" cy="6453188"/>
          </a:xfrm>
        </p:spPr>
        <p:txBody>
          <a:bodyPr/>
          <a:lstStyle>
            <a:lvl1pPr>
              <a:defRPr sz="3200"/>
            </a:lvl1pPr>
            <a:lvl2pPr>
              <a:defRPr sz="29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5054" y="1582801"/>
            <a:ext cx="3517901" cy="5172075"/>
          </a:xfrm>
        </p:spPr>
        <p:txBody>
          <a:bodyPr/>
          <a:lstStyle>
            <a:lvl1pPr marL="0" indent="0">
              <a:buNone/>
              <a:defRPr sz="1400"/>
            </a:lvl1pPr>
            <a:lvl2pPr marL="452593" indent="0">
              <a:buNone/>
              <a:defRPr sz="1300"/>
            </a:lvl2pPr>
            <a:lvl3pPr marL="905236" indent="0">
              <a:buNone/>
              <a:defRPr sz="1000"/>
            </a:lvl3pPr>
            <a:lvl4pPr marL="1357871" indent="0">
              <a:buNone/>
              <a:defRPr sz="900"/>
            </a:lvl4pPr>
            <a:lvl5pPr marL="1810497" indent="0">
              <a:buNone/>
              <a:defRPr sz="900"/>
            </a:lvl5pPr>
            <a:lvl6pPr marL="2263125" indent="0">
              <a:buNone/>
              <a:defRPr sz="900"/>
            </a:lvl6pPr>
            <a:lvl7pPr marL="2715749" indent="0">
              <a:buNone/>
              <a:defRPr sz="900"/>
            </a:lvl7pPr>
            <a:lvl8pPr marL="3168374" indent="0">
              <a:buNone/>
              <a:defRPr sz="900"/>
            </a:lvl8pPr>
            <a:lvl9pPr marL="3620998" indent="0">
              <a:buNone/>
              <a:defRPr sz="900"/>
            </a:lvl9pPr>
          </a:lstStyle>
          <a:p>
            <a:pPr lvl="0"/>
            <a:r>
              <a:rPr lang="en-US"/>
              <a:t>Click to edit Master text styles</a:t>
            </a:r>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95567" y="5292725"/>
            <a:ext cx="6416675" cy="625475"/>
          </a:xfrm>
        </p:spPr>
        <p:txBody>
          <a:bodyPr anchor="b"/>
          <a:lstStyle>
            <a:lvl1pPr algn="l">
              <a:defRPr sz="2100" b="1"/>
            </a:lvl1pPr>
          </a:lstStyle>
          <a:p>
            <a:r>
              <a:rPr lang="en-US"/>
              <a:t>Click to edit Master title style</a:t>
            </a:r>
          </a:p>
        </p:txBody>
      </p:sp>
      <p:sp>
        <p:nvSpPr>
          <p:cNvPr id="3" name="Picture Placeholder 2"/>
          <p:cNvSpPr>
            <a:spLocks noGrp="1"/>
          </p:cNvSpPr>
          <p:nvPr>
            <p:ph type="pic" idx="1"/>
          </p:nvPr>
        </p:nvSpPr>
        <p:spPr>
          <a:xfrm>
            <a:off x="2095567" y="676275"/>
            <a:ext cx="6416675" cy="4535488"/>
          </a:xfrm>
        </p:spPr>
        <p:txBody>
          <a:bodyPr/>
          <a:lstStyle>
            <a:lvl1pPr marL="0" indent="0">
              <a:buNone/>
              <a:defRPr sz="3200"/>
            </a:lvl1pPr>
            <a:lvl2pPr marL="452593" indent="0">
              <a:buNone/>
              <a:defRPr sz="2900"/>
            </a:lvl2pPr>
            <a:lvl3pPr marL="905236" indent="0">
              <a:buNone/>
              <a:defRPr sz="2400"/>
            </a:lvl3pPr>
            <a:lvl4pPr marL="1357871" indent="0">
              <a:buNone/>
              <a:defRPr sz="2100"/>
            </a:lvl4pPr>
            <a:lvl5pPr marL="1810497" indent="0">
              <a:buNone/>
              <a:defRPr sz="2100"/>
            </a:lvl5pPr>
            <a:lvl6pPr marL="2263125" indent="0">
              <a:buNone/>
              <a:defRPr sz="2100"/>
            </a:lvl6pPr>
            <a:lvl7pPr marL="2715749" indent="0">
              <a:buNone/>
              <a:defRPr sz="2100"/>
            </a:lvl7pPr>
            <a:lvl8pPr marL="3168374" indent="0">
              <a:buNone/>
              <a:defRPr sz="2100"/>
            </a:lvl8pPr>
            <a:lvl9pPr marL="3620998" indent="0">
              <a:buNone/>
              <a:defRPr sz="2100"/>
            </a:lvl9pPr>
          </a:lstStyle>
          <a:p>
            <a:pPr lvl="0"/>
            <a:endParaRPr lang="en-US" noProof="0"/>
          </a:p>
        </p:txBody>
      </p:sp>
      <p:sp>
        <p:nvSpPr>
          <p:cNvPr id="4" name="Text Placeholder 3"/>
          <p:cNvSpPr>
            <a:spLocks noGrp="1"/>
          </p:cNvSpPr>
          <p:nvPr>
            <p:ph type="body" sz="half" idx="2"/>
          </p:nvPr>
        </p:nvSpPr>
        <p:spPr>
          <a:xfrm>
            <a:off x="2095567" y="5918201"/>
            <a:ext cx="6416675" cy="887413"/>
          </a:xfrm>
        </p:spPr>
        <p:txBody>
          <a:bodyPr/>
          <a:lstStyle>
            <a:lvl1pPr marL="0" indent="0">
              <a:buNone/>
              <a:defRPr sz="1400"/>
            </a:lvl1pPr>
            <a:lvl2pPr marL="452593" indent="0">
              <a:buNone/>
              <a:defRPr sz="1300"/>
            </a:lvl2pPr>
            <a:lvl3pPr marL="905236" indent="0">
              <a:buNone/>
              <a:defRPr sz="1000"/>
            </a:lvl3pPr>
            <a:lvl4pPr marL="1357871" indent="0">
              <a:buNone/>
              <a:defRPr sz="900"/>
            </a:lvl4pPr>
            <a:lvl5pPr marL="1810497" indent="0">
              <a:buNone/>
              <a:defRPr sz="900"/>
            </a:lvl5pPr>
            <a:lvl6pPr marL="2263125" indent="0">
              <a:buNone/>
              <a:defRPr sz="900"/>
            </a:lvl6pPr>
            <a:lvl7pPr marL="2715749" indent="0">
              <a:buNone/>
              <a:defRPr sz="900"/>
            </a:lvl7pPr>
            <a:lvl8pPr marL="3168374" indent="0">
              <a:buNone/>
              <a:defRPr sz="900"/>
            </a:lvl8pPr>
            <a:lvl9pPr marL="3620998" indent="0">
              <a:buNone/>
              <a:defRPr sz="900"/>
            </a:lvl9pPr>
          </a:lstStyle>
          <a:p>
            <a:pPr lvl="0"/>
            <a:r>
              <a:rPr lang="en-US"/>
              <a:t>Click to edit Master text styles</a:t>
            </a: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813742" y="368303"/>
            <a:ext cx="2466975" cy="64214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12751" y="368303"/>
            <a:ext cx="7248525" cy="64214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01844" y="2349500"/>
            <a:ext cx="9090025" cy="1620838"/>
          </a:xfrm>
        </p:spPr>
        <p:txBody>
          <a:bodyPr/>
          <a:lstStyle/>
          <a:p>
            <a:r>
              <a:rPr lang="en-US"/>
              <a:t>Click to edit Master title style</a:t>
            </a:r>
          </a:p>
        </p:txBody>
      </p:sp>
      <p:sp>
        <p:nvSpPr>
          <p:cNvPr id="3" name="Subtitle 2"/>
          <p:cNvSpPr>
            <a:spLocks noGrp="1"/>
          </p:cNvSpPr>
          <p:nvPr>
            <p:ph type="subTitle" idx="1"/>
          </p:nvPr>
        </p:nvSpPr>
        <p:spPr>
          <a:xfrm>
            <a:off x="1603375" y="4284669"/>
            <a:ext cx="7486650" cy="1931986"/>
          </a:xfrm>
        </p:spPr>
        <p:txBody>
          <a:bodyPr/>
          <a:lstStyle>
            <a:lvl1pPr marL="0" indent="0" algn="ctr">
              <a:buNone/>
              <a:defRPr/>
            </a:lvl1pPr>
            <a:lvl2pPr marL="446481" indent="0" algn="ctr">
              <a:buNone/>
              <a:defRPr/>
            </a:lvl2pPr>
            <a:lvl3pPr marL="893019" indent="0" algn="ctr">
              <a:buNone/>
              <a:defRPr/>
            </a:lvl3pPr>
            <a:lvl4pPr marL="1339545" indent="0" algn="ctr">
              <a:buNone/>
              <a:defRPr/>
            </a:lvl4pPr>
            <a:lvl5pPr marL="1786062" indent="0" algn="ctr">
              <a:buNone/>
              <a:defRPr/>
            </a:lvl5pPr>
            <a:lvl6pPr marL="2232581" indent="0" algn="ctr">
              <a:buNone/>
              <a:defRPr/>
            </a:lvl6pPr>
            <a:lvl7pPr marL="2679097" indent="0" algn="ctr">
              <a:buNone/>
              <a:defRPr/>
            </a:lvl7pPr>
            <a:lvl8pPr marL="3125614" indent="0" algn="ctr">
              <a:buNone/>
              <a:defRPr/>
            </a:lvl8pPr>
            <a:lvl9pPr marL="3572128" indent="0" algn="ctr">
              <a:buNone/>
              <a:defRPr/>
            </a:lvl9pPr>
          </a:lstStyle>
          <a:p>
            <a:r>
              <a:rPr lang="en-US"/>
              <a:t>Click to edit Master subtitle style</a:t>
            </a:r>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707" y="4859486"/>
            <a:ext cx="9090025" cy="15017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844707" y="3205166"/>
            <a:ext cx="9090025" cy="1654175"/>
          </a:xfrm>
        </p:spPr>
        <p:txBody>
          <a:bodyPr anchor="b"/>
          <a:lstStyle>
            <a:lvl1pPr marL="0" indent="0">
              <a:buNone/>
              <a:defRPr sz="2100"/>
            </a:lvl1pPr>
            <a:lvl2pPr marL="446481" indent="0">
              <a:buNone/>
              <a:defRPr sz="1800"/>
            </a:lvl2pPr>
            <a:lvl3pPr marL="893019" indent="0">
              <a:buNone/>
              <a:defRPr sz="1600"/>
            </a:lvl3pPr>
            <a:lvl4pPr marL="1339545" indent="0">
              <a:buNone/>
              <a:defRPr sz="1400"/>
            </a:lvl4pPr>
            <a:lvl5pPr marL="1786062" indent="0">
              <a:buNone/>
              <a:defRPr sz="1400"/>
            </a:lvl5pPr>
            <a:lvl6pPr marL="2232581" indent="0">
              <a:buNone/>
              <a:defRPr sz="1400"/>
            </a:lvl6pPr>
            <a:lvl7pPr marL="2679097" indent="0">
              <a:buNone/>
              <a:defRPr sz="1400"/>
            </a:lvl7pPr>
            <a:lvl8pPr marL="3125614" indent="0">
              <a:buNone/>
              <a:defRPr sz="1400"/>
            </a:lvl8pPr>
            <a:lvl9pPr marL="3572128" indent="0">
              <a:buNone/>
              <a:defRPr sz="1400"/>
            </a:lvl9pPr>
          </a:lstStyle>
          <a:p>
            <a:pPr lvl="0"/>
            <a:r>
              <a:rPr lang="en-US"/>
              <a:t>Click to edit Master text styles</a:t>
            </a:r>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46244" y="1512888"/>
            <a:ext cx="4821237" cy="5276850"/>
          </a:xfrm>
        </p:spPr>
        <p:txBody>
          <a:bodyPr/>
          <a:lstStyle>
            <a:lvl1pPr>
              <a:defRPr sz="29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19882" y="1512888"/>
            <a:ext cx="4822825" cy="5276850"/>
          </a:xfrm>
        </p:spPr>
        <p:txBody>
          <a:bodyPr/>
          <a:lstStyle>
            <a:lvl1pPr>
              <a:defRPr sz="29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144" y="303219"/>
            <a:ext cx="9623425" cy="1260475"/>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34991" y="1692277"/>
            <a:ext cx="4724400" cy="704850"/>
          </a:xfrm>
        </p:spPr>
        <p:txBody>
          <a:bodyPr anchor="b"/>
          <a:lstStyle>
            <a:lvl1pPr marL="0" indent="0">
              <a:buNone/>
              <a:defRPr sz="2400" b="1"/>
            </a:lvl1pPr>
            <a:lvl2pPr marL="446481" indent="0">
              <a:buNone/>
              <a:defRPr sz="2100" b="1"/>
            </a:lvl2pPr>
            <a:lvl3pPr marL="893019" indent="0">
              <a:buNone/>
              <a:defRPr sz="1800" b="1"/>
            </a:lvl3pPr>
            <a:lvl4pPr marL="1339545" indent="0">
              <a:buNone/>
              <a:defRPr sz="1600" b="1"/>
            </a:lvl4pPr>
            <a:lvl5pPr marL="1786062" indent="0">
              <a:buNone/>
              <a:defRPr sz="1600" b="1"/>
            </a:lvl5pPr>
            <a:lvl6pPr marL="2232581" indent="0">
              <a:buNone/>
              <a:defRPr sz="1600" b="1"/>
            </a:lvl6pPr>
            <a:lvl7pPr marL="2679097" indent="0">
              <a:buNone/>
              <a:defRPr sz="1600" b="1"/>
            </a:lvl7pPr>
            <a:lvl8pPr marL="3125614" indent="0">
              <a:buNone/>
              <a:defRPr sz="1600" b="1"/>
            </a:lvl8pPr>
            <a:lvl9pPr marL="3572128" indent="0">
              <a:buNone/>
              <a:defRPr sz="1600" b="1"/>
            </a:lvl9pPr>
          </a:lstStyle>
          <a:p>
            <a:pPr lvl="0"/>
            <a:r>
              <a:rPr lang="en-US"/>
              <a:t>Click to edit Master text styles</a:t>
            </a:r>
          </a:p>
        </p:txBody>
      </p:sp>
      <p:sp>
        <p:nvSpPr>
          <p:cNvPr id="4" name="Content Placeholder 3"/>
          <p:cNvSpPr>
            <a:spLocks noGrp="1"/>
          </p:cNvSpPr>
          <p:nvPr>
            <p:ph sz="half" idx="2"/>
          </p:nvPr>
        </p:nvSpPr>
        <p:spPr>
          <a:xfrm>
            <a:off x="534991" y="2397128"/>
            <a:ext cx="4724400" cy="4357688"/>
          </a:xfrm>
        </p:spPr>
        <p:txBody>
          <a:bodyPr/>
          <a:lstStyle>
            <a:lvl1pPr>
              <a:defRPr sz="24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432429" y="1692277"/>
            <a:ext cx="4725988" cy="704850"/>
          </a:xfrm>
        </p:spPr>
        <p:txBody>
          <a:bodyPr anchor="b"/>
          <a:lstStyle>
            <a:lvl1pPr marL="0" indent="0">
              <a:buNone/>
              <a:defRPr sz="2400" b="1"/>
            </a:lvl1pPr>
            <a:lvl2pPr marL="446481" indent="0">
              <a:buNone/>
              <a:defRPr sz="2100" b="1"/>
            </a:lvl2pPr>
            <a:lvl3pPr marL="893019" indent="0">
              <a:buNone/>
              <a:defRPr sz="1800" b="1"/>
            </a:lvl3pPr>
            <a:lvl4pPr marL="1339545" indent="0">
              <a:buNone/>
              <a:defRPr sz="1600" b="1"/>
            </a:lvl4pPr>
            <a:lvl5pPr marL="1786062" indent="0">
              <a:buNone/>
              <a:defRPr sz="1600" b="1"/>
            </a:lvl5pPr>
            <a:lvl6pPr marL="2232581" indent="0">
              <a:buNone/>
              <a:defRPr sz="1600" b="1"/>
            </a:lvl6pPr>
            <a:lvl7pPr marL="2679097" indent="0">
              <a:buNone/>
              <a:defRPr sz="1600" b="1"/>
            </a:lvl7pPr>
            <a:lvl8pPr marL="3125614" indent="0">
              <a:buNone/>
              <a:defRPr sz="1600" b="1"/>
            </a:lvl8pPr>
            <a:lvl9pPr marL="3572128"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32429" y="2397128"/>
            <a:ext cx="4725988" cy="4357688"/>
          </a:xfrm>
        </p:spPr>
        <p:txBody>
          <a:bodyPr/>
          <a:lstStyle>
            <a:lvl1pPr>
              <a:defRPr sz="24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144" y="301630"/>
            <a:ext cx="3517901" cy="1281113"/>
          </a:xfrm>
        </p:spPr>
        <p:txBody>
          <a:bodyPr anchor="b"/>
          <a:lstStyle>
            <a:lvl1pPr algn="l">
              <a:defRPr sz="2100" b="1"/>
            </a:lvl1pPr>
          </a:lstStyle>
          <a:p>
            <a:r>
              <a:rPr lang="en-US"/>
              <a:t>Click to edit Master title style</a:t>
            </a:r>
          </a:p>
        </p:txBody>
      </p:sp>
      <p:sp>
        <p:nvSpPr>
          <p:cNvPr id="3" name="Content Placeholder 2"/>
          <p:cNvSpPr>
            <a:spLocks noGrp="1"/>
          </p:cNvSpPr>
          <p:nvPr>
            <p:ph idx="1"/>
          </p:nvPr>
        </p:nvSpPr>
        <p:spPr>
          <a:xfrm>
            <a:off x="4181479" y="301625"/>
            <a:ext cx="5976938" cy="6453188"/>
          </a:xfrm>
        </p:spPr>
        <p:txBody>
          <a:bodyPr/>
          <a:lstStyle>
            <a:lvl1pPr>
              <a:defRPr sz="3200"/>
            </a:lvl1pPr>
            <a:lvl2pPr>
              <a:defRPr sz="29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5144" y="1582885"/>
            <a:ext cx="3517901" cy="5172075"/>
          </a:xfrm>
        </p:spPr>
        <p:txBody>
          <a:bodyPr/>
          <a:lstStyle>
            <a:lvl1pPr marL="0" indent="0">
              <a:buNone/>
              <a:defRPr sz="1400"/>
            </a:lvl1pPr>
            <a:lvl2pPr marL="446481" indent="0">
              <a:buNone/>
              <a:defRPr sz="1300"/>
            </a:lvl2pPr>
            <a:lvl3pPr marL="893019" indent="0">
              <a:buNone/>
              <a:defRPr sz="1000"/>
            </a:lvl3pPr>
            <a:lvl4pPr marL="1339545" indent="0">
              <a:buNone/>
              <a:defRPr sz="900"/>
            </a:lvl4pPr>
            <a:lvl5pPr marL="1786062" indent="0">
              <a:buNone/>
              <a:defRPr sz="900"/>
            </a:lvl5pPr>
            <a:lvl6pPr marL="2232581" indent="0">
              <a:buNone/>
              <a:defRPr sz="900"/>
            </a:lvl6pPr>
            <a:lvl7pPr marL="2679097" indent="0">
              <a:buNone/>
              <a:defRPr sz="900"/>
            </a:lvl7pPr>
            <a:lvl8pPr marL="3125614" indent="0">
              <a:buNone/>
              <a:defRPr sz="900"/>
            </a:lvl8pPr>
            <a:lvl9pPr marL="3572128" indent="0">
              <a:buNone/>
              <a:defRPr sz="900"/>
            </a:lvl9pPr>
          </a:lstStyle>
          <a:p>
            <a:pPr lvl="0"/>
            <a:r>
              <a:rPr lang="en-US"/>
              <a:t>Click to edit Master text styles</a:t>
            </a:r>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95657" y="5292725"/>
            <a:ext cx="6416675" cy="625475"/>
          </a:xfrm>
        </p:spPr>
        <p:txBody>
          <a:bodyPr anchor="b"/>
          <a:lstStyle>
            <a:lvl1pPr algn="l">
              <a:defRPr sz="2100" b="1"/>
            </a:lvl1pPr>
          </a:lstStyle>
          <a:p>
            <a:r>
              <a:rPr lang="en-US"/>
              <a:t>Click to edit Master title style</a:t>
            </a:r>
          </a:p>
        </p:txBody>
      </p:sp>
      <p:sp>
        <p:nvSpPr>
          <p:cNvPr id="3" name="Picture Placeholder 2"/>
          <p:cNvSpPr>
            <a:spLocks noGrp="1"/>
          </p:cNvSpPr>
          <p:nvPr>
            <p:ph type="pic" idx="1"/>
          </p:nvPr>
        </p:nvSpPr>
        <p:spPr>
          <a:xfrm>
            <a:off x="2095657" y="676275"/>
            <a:ext cx="6416675" cy="4535488"/>
          </a:xfrm>
        </p:spPr>
        <p:txBody>
          <a:bodyPr/>
          <a:lstStyle>
            <a:lvl1pPr marL="0" indent="0">
              <a:buNone/>
              <a:defRPr sz="3200"/>
            </a:lvl1pPr>
            <a:lvl2pPr marL="446481" indent="0">
              <a:buNone/>
              <a:defRPr sz="2900"/>
            </a:lvl2pPr>
            <a:lvl3pPr marL="893019" indent="0">
              <a:buNone/>
              <a:defRPr sz="2400"/>
            </a:lvl3pPr>
            <a:lvl4pPr marL="1339545" indent="0">
              <a:buNone/>
              <a:defRPr sz="2100"/>
            </a:lvl4pPr>
            <a:lvl5pPr marL="1786062" indent="0">
              <a:buNone/>
              <a:defRPr sz="2100"/>
            </a:lvl5pPr>
            <a:lvl6pPr marL="2232581" indent="0">
              <a:buNone/>
              <a:defRPr sz="2100"/>
            </a:lvl6pPr>
            <a:lvl7pPr marL="2679097" indent="0">
              <a:buNone/>
              <a:defRPr sz="2100"/>
            </a:lvl7pPr>
            <a:lvl8pPr marL="3125614" indent="0">
              <a:buNone/>
              <a:defRPr sz="2100"/>
            </a:lvl8pPr>
            <a:lvl9pPr marL="3572128" indent="0">
              <a:buNone/>
              <a:defRPr sz="2100"/>
            </a:lvl9pPr>
          </a:lstStyle>
          <a:p>
            <a:pPr lvl="0"/>
            <a:endParaRPr lang="en-US" noProof="0"/>
          </a:p>
        </p:txBody>
      </p:sp>
      <p:sp>
        <p:nvSpPr>
          <p:cNvPr id="4" name="Text Placeholder 3"/>
          <p:cNvSpPr>
            <a:spLocks noGrp="1"/>
          </p:cNvSpPr>
          <p:nvPr>
            <p:ph type="body" sz="half" idx="2"/>
          </p:nvPr>
        </p:nvSpPr>
        <p:spPr>
          <a:xfrm>
            <a:off x="2095657" y="5918201"/>
            <a:ext cx="6416675" cy="887413"/>
          </a:xfrm>
        </p:spPr>
        <p:txBody>
          <a:bodyPr/>
          <a:lstStyle>
            <a:lvl1pPr marL="0" indent="0">
              <a:buNone/>
              <a:defRPr sz="1400"/>
            </a:lvl1pPr>
            <a:lvl2pPr marL="446481" indent="0">
              <a:buNone/>
              <a:defRPr sz="1300"/>
            </a:lvl2pPr>
            <a:lvl3pPr marL="893019" indent="0">
              <a:buNone/>
              <a:defRPr sz="1000"/>
            </a:lvl3pPr>
            <a:lvl4pPr marL="1339545" indent="0">
              <a:buNone/>
              <a:defRPr sz="900"/>
            </a:lvl4pPr>
            <a:lvl5pPr marL="1786062" indent="0">
              <a:buNone/>
              <a:defRPr sz="900"/>
            </a:lvl5pPr>
            <a:lvl6pPr marL="2232581" indent="0">
              <a:buNone/>
              <a:defRPr sz="900"/>
            </a:lvl6pPr>
            <a:lvl7pPr marL="2679097" indent="0">
              <a:buNone/>
              <a:defRPr sz="900"/>
            </a:lvl7pPr>
            <a:lvl8pPr marL="3125614" indent="0">
              <a:buNone/>
              <a:defRPr sz="900"/>
            </a:lvl8pPr>
            <a:lvl9pPr marL="3572128" indent="0">
              <a:buNone/>
              <a:defRPr sz="900"/>
            </a:lvl9pPr>
          </a:lstStyle>
          <a:p>
            <a:pPr lvl="0"/>
            <a:r>
              <a:rPr lang="en-US"/>
              <a:t>Click to edit Master text styles</a:t>
            </a:r>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813832" y="368303"/>
            <a:ext cx="2466975" cy="64214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12751" y="368303"/>
            <a:ext cx="7248525" cy="64214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9" descr="Here for good"/>
          <p:cNvPicPr>
            <a:picLocks noChangeAspect="1" noChangeArrowheads="1"/>
          </p:cNvPicPr>
          <p:nvPr/>
        </p:nvPicPr>
        <p:blipFill>
          <a:blip r:embed="rId2" cstate="print"/>
          <a:srcRect/>
          <a:stretch>
            <a:fillRect/>
          </a:stretch>
        </p:blipFill>
        <p:spPr bwMode="auto">
          <a:xfrm>
            <a:off x="7967663" y="6615113"/>
            <a:ext cx="2360612" cy="552450"/>
          </a:xfrm>
          <a:prstGeom prst="rect">
            <a:avLst/>
          </a:prstGeom>
          <a:noFill/>
          <a:ln w="9525">
            <a:noFill/>
            <a:miter lim="800000"/>
            <a:headEnd/>
            <a:tailEnd/>
          </a:ln>
        </p:spPr>
      </p:pic>
      <p:pic>
        <p:nvPicPr>
          <p:cNvPr id="5" name="Picture 10"/>
          <p:cNvPicPr>
            <a:picLocks noChangeAspect="1" noChangeArrowheads="1"/>
          </p:cNvPicPr>
          <p:nvPr/>
        </p:nvPicPr>
        <p:blipFill>
          <a:blip r:embed="rId3" cstate="print"/>
          <a:srcRect/>
          <a:stretch>
            <a:fillRect/>
          </a:stretch>
        </p:blipFill>
        <p:spPr bwMode="auto">
          <a:xfrm>
            <a:off x="0" y="2438405"/>
            <a:ext cx="10693400" cy="2506663"/>
          </a:xfrm>
          <a:prstGeom prst="rect">
            <a:avLst/>
          </a:prstGeom>
          <a:noFill/>
          <a:ln w="9525">
            <a:noFill/>
            <a:miter lim="800000"/>
            <a:headEnd/>
            <a:tailEnd/>
          </a:ln>
        </p:spPr>
      </p:pic>
      <p:pic>
        <p:nvPicPr>
          <p:cNvPr id="6" name="Picture 11" descr="Visual Identitiy Band"/>
          <p:cNvPicPr preferRelativeResize="0">
            <a:picLocks noChangeArrowheads="1"/>
          </p:cNvPicPr>
          <p:nvPr/>
        </p:nvPicPr>
        <p:blipFill>
          <a:blip r:embed="rId4" cstate="print"/>
          <a:srcRect/>
          <a:stretch>
            <a:fillRect/>
          </a:stretch>
        </p:blipFill>
        <p:spPr bwMode="auto">
          <a:xfrm>
            <a:off x="0" y="2379663"/>
            <a:ext cx="10693400" cy="63500"/>
          </a:xfrm>
          <a:prstGeom prst="rect">
            <a:avLst/>
          </a:prstGeom>
          <a:noFill/>
          <a:ln w="9525">
            <a:noFill/>
            <a:miter lim="800000"/>
            <a:headEnd/>
            <a:tailEnd/>
          </a:ln>
        </p:spPr>
      </p:pic>
      <p:pic>
        <p:nvPicPr>
          <p:cNvPr id="7" name="Picture 12" descr="SCB Logo"/>
          <p:cNvPicPr preferRelativeResize="0">
            <a:picLocks noChangeAspect="1" noChangeArrowheads="1"/>
          </p:cNvPicPr>
          <p:nvPr/>
        </p:nvPicPr>
        <p:blipFill>
          <a:blip r:embed="rId5" cstate="print"/>
          <a:srcRect/>
          <a:stretch>
            <a:fillRect/>
          </a:stretch>
        </p:blipFill>
        <p:spPr bwMode="auto">
          <a:xfrm>
            <a:off x="8732841" y="1570038"/>
            <a:ext cx="1517650" cy="579437"/>
          </a:xfrm>
          <a:prstGeom prst="rect">
            <a:avLst/>
          </a:prstGeom>
          <a:noFill/>
          <a:ln w="9525">
            <a:noFill/>
            <a:miter lim="800000"/>
            <a:headEnd/>
            <a:tailEnd/>
          </a:ln>
        </p:spPr>
      </p:pic>
      <p:sp>
        <p:nvSpPr>
          <p:cNvPr id="8" name="Text Box 19"/>
          <p:cNvSpPr txBox="1">
            <a:spLocks noChangeArrowheads="1"/>
          </p:cNvSpPr>
          <p:nvPr/>
        </p:nvSpPr>
        <p:spPr bwMode="auto">
          <a:xfrm>
            <a:off x="412751" y="671513"/>
            <a:ext cx="9867900" cy="515937"/>
          </a:xfrm>
          <a:prstGeom prst="rect">
            <a:avLst/>
          </a:prstGeom>
          <a:noFill/>
          <a:ln w="9525">
            <a:noFill/>
            <a:miter lim="800000"/>
            <a:headEnd/>
            <a:tailEnd/>
          </a:ln>
        </p:spPr>
        <p:txBody>
          <a:bodyPr lIns="100785" tIns="50409" rIns="100785" bIns="50409">
            <a:spAutoFit/>
          </a:bodyPr>
          <a:lstStyle/>
          <a:p>
            <a:pPr defTabSz="1008078">
              <a:spcBef>
                <a:spcPct val="50000"/>
              </a:spcBef>
              <a:defRPr/>
            </a:pPr>
            <a:endParaRPr lang="en-GB" sz="2700" b="1" baseline="0" dirty="0">
              <a:latin typeface="Arial"/>
            </a:endParaRPr>
          </a:p>
        </p:txBody>
      </p:sp>
      <p:sp>
        <p:nvSpPr>
          <p:cNvPr id="2727940" name="Rectangle 18"/>
          <p:cNvSpPr>
            <a:spLocks noGrp="1" noChangeArrowheads="1"/>
          </p:cNvSpPr>
          <p:nvPr>
            <p:ph type="subTitle" idx="1"/>
          </p:nvPr>
        </p:nvSpPr>
        <p:spPr>
          <a:xfrm>
            <a:off x="668338" y="5124450"/>
            <a:ext cx="8108950" cy="2436813"/>
          </a:xfrm>
        </p:spPr>
        <p:txBody>
          <a:bodyPr/>
          <a:lstStyle>
            <a:lvl1pPr marL="0" indent="0">
              <a:defRPr sz="2900" b="0" smtClean="0">
                <a:solidFill>
                  <a:schemeClr val="hlink"/>
                </a:solidFill>
              </a:defRPr>
            </a:lvl1pPr>
          </a:lstStyle>
          <a:p>
            <a:r>
              <a:rPr lang="en-AU" smtClean="0"/>
              <a:t>Click to edit Master subtitle style</a:t>
            </a:r>
          </a:p>
        </p:txBody>
      </p:sp>
      <p:sp>
        <p:nvSpPr>
          <p:cNvPr id="2727942" name="Rectangle 20"/>
          <p:cNvSpPr>
            <a:spLocks noGrp="1" noChangeArrowheads="1"/>
          </p:cNvSpPr>
          <p:nvPr>
            <p:ph type="ctrTitle"/>
          </p:nvPr>
        </p:nvSpPr>
        <p:spPr>
          <a:xfrm>
            <a:off x="668339" y="2349500"/>
            <a:ext cx="8274050" cy="2425700"/>
          </a:xfrm>
        </p:spPr>
        <p:txBody>
          <a:bodyPr/>
          <a:lstStyle>
            <a:lvl1pPr>
              <a:defRPr sz="3700" smtClean="0">
                <a:solidFill>
                  <a:schemeClr val="bg1"/>
                </a:solidFill>
              </a:defRPr>
            </a:lvl1pPr>
          </a:lstStyle>
          <a:p>
            <a:r>
              <a:rPr lang="en-AU" smtClean="0"/>
              <a:t>Click to edit Master title style</a:t>
            </a:r>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776" y="4859551"/>
            <a:ext cx="9090025" cy="15017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844776" y="3205166"/>
            <a:ext cx="9090025" cy="1654175"/>
          </a:xfrm>
        </p:spPr>
        <p:txBody>
          <a:bodyPr anchor="b"/>
          <a:lstStyle>
            <a:lvl1pPr marL="0" indent="0">
              <a:buNone/>
              <a:defRPr sz="2100"/>
            </a:lvl1pPr>
            <a:lvl2pPr marL="441854" indent="0">
              <a:buNone/>
              <a:defRPr sz="1800"/>
            </a:lvl2pPr>
            <a:lvl3pPr marL="883770" indent="0">
              <a:buNone/>
              <a:defRPr sz="1600"/>
            </a:lvl3pPr>
            <a:lvl4pPr marL="1325665" indent="0">
              <a:buNone/>
              <a:defRPr sz="1400"/>
            </a:lvl4pPr>
            <a:lvl5pPr marL="1767560" indent="0">
              <a:buNone/>
              <a:defRPr sz="1400"/>
            </a:lvl5pPr>
            <a:lvl6pPr marL="2209461" indent="0">
              <a:buNone/>
              <a:defRPr sz="1400"/>
            </a:lvl6pPr>
            <a:lvl7pPr marL="2651347" indent="0">
              <a:buNone/>
              <a:defRPr sz="1400"/>
            </a:lvl7pPr>
            <a:lvl8pPr marL="3093234" indent="0">
              <a:buNone/>
              <a:defRPr sz="1400"/>
            </a:lvl8pPr>
            <a:lvl9pPr marL="3535132" indent="0">
              <a:buNone/>
              <a:defRPr sz="1400"/>
            </a:lvl9pPr>
          </a:lstStyle>
          <a:p>
            <a:pPr lvl="0"/>
            <a:r>
              <a:rPr lang="en-US"/>
              <a:t>Click to edit Master text styles</a:t>
            </a:r>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46313" y="1512888"/>
            <a:ext cx="4821237" cy="5276850"/>
          </a:xfrm>
        </p:spPr>
        <p:txBody>
          <a:bodyPr/>
          <a:lstStyle>
            <a:lvl1pPr>
              <a:defRPr sz="29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19951" y="1512888"/>
            <a:ext cx="4822825" cy="5276850"/>
          </a:xfrm>
        </p:spPr>
        <p:txBody>
          <a:bodyPr/>
          <a:lstStyle>
            <a:lvl1pPr>
              <a:defRPr sz="29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213" y="303219"/>
            <a:ext cx="9623425" cy="1260475"/>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34991" y="1692277"/>
            <a:ext cx="4724400" cy="704850"/>
          </a:xfrm>
        </p:spPr>
        <p:txBody>
          <a:bodyPr anchor="b"/>
          <a:lstStyle>
            <a:lvl1pPr marL="0" indent="0">
              <a:buNone/>
              <a:defRPr sz="2400" b="1"/>
            </a:lvl1pPr>
            <a:lvl2pPr marL="441854" indent="0">
              <a:buNone/>
              <a:defRPr sz="2100" b="1"/>
            </a:lvl2pPr>
            <a:lvl3pPr marL="883770" indent="0">
              <a:buNone/>
              <a:defRPr sz="1800" b="1"/>
            </a:lvl3pPr>
            <a:lvl4pPr marL="1325665" indent="0">
              <a:buNone/>
              <a:defRPr sz="1600" b="1"/>
            </a:lvl4pPr>
            <a:lvl5pPr marL="1767560" indent="0">
              <a:buNone/>
              <a:defRPr sz="1600" b="1"/>
            </a:lvl5pPr>
            <a:lvl6pPr marL="2209461" indent="0">
              <a:buNone/>
              <a:defRPr sz="1600" b="1"/>
            </a:lvl6pPr>
            <a:lvl7pPr marL="2651347" indent="0">
              <a:buNone/>
              <a:defRPr sz="1600" b="1"/>
            </a:lvl7pPr>
            <a:lvl8pPr marL="3093234" indent="0">
              <a:buNone/>
              <a:defRPr sz="1600" b="1"/>
            </a:lvl8pPr>
            <a:lvl9pPr marL="3535132" indent="0">
              <a:buNone/>
              <a:defRPr sz="1600" b="1"/>
            </a:lvl9pPr>
          </a:lstStyle>
          <a:p>
            <a:pPr lvl="0"/>
            <a:r>
              <a:rPr lang="en-US"/>
              <a:t>Click to edit Master text styles</a:t>
            </a:r>
          </a:p>
        </p:txBody>
      </p:sp>
      <p:sp>
        <p:nvSpPr>
          <p:cNvPr id="4" name="Content Placeholder 3"/>
          <p:cNvSpPr>
            <a:spLocks noGrp="1"/>
          </p:cNvSpPr>
          <p:nvPr>
            <p:ph sz="half" idx="2"/>
          </p:nvPr>
        </p:nvSpPr>
        <p:spPr>
          <a:xfrm>
            <a:off x="534991" y="2397128"/>
            <a:ext cx="4724400" cy="4357688"/>
          </a:xfrm>
        </p:spPr>
        <p:txBody>
          <a:bodyPr/>
          <a:lstStyle>
            <a:lvl1pPr>
              <a:defRPr sz="24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432429" y="1692277"/>
            <a:ext cx="4725988" cy="704850"/>
          </a:xfrm>
        </p:spPr>
        <p:txBody>
          <a:bodyPr anchor="b"/>
          <a:lstStyle>
            <a:lvl1pPr marL="0" indent="0">
              <a:buNone/>
              <a:defRPr sz="2400" b="1"/>
            </a:lvl1pPr>
            <a:lvl2pPr marL="441854" indent="0">
              <a:buNone/>
              <a:defRPr sz="2100" b="1"/>
            </a:lvl2pPr>
            <a:lvl3pPr marL="883770" indent="0">
              <a:buNone/>
              <a:defRPr sz="1800" b="1"/>
            </a:lvl3pPr>
            <a:lvl4pPr marL="1325665" indent="0">
              <a:buNone/>
              <a:defRPr sz="1600" b="1"/>
            </a:lvl4pPr>
            <a:lvl5pPr marL="1767560" indent="0">
              <a:buNone/>
              <a:defRPr sz="1600" b="1"/>
            </a:lvl5pPr>
            <a:lvl6pPr marL="2209461" indent="0">
              <a:buNone/>
              <a:defRPr sz="1600" b="1"/>
            </a:lvl6pPr>
            <a:lvl7pPr marL="2651347" indent="0">
              <a:buNone/>
              <a:defRPr sz="1600" b="1"/>
            </a:lvl7pPr>
            <a:lvl8pPr marL="3093234" indent="0">
              <a:buNone/>
              <a:defRPr sz="1600" b="1"/>
            </a:lvl8pPr>
            <a:lvl9pPr marL="3535132"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32429" y="2397128"/>
            <a:ext cx="4725988" cy="4357688"/>
          </a:xfrm>
        </p:spPr>
        <p:txBody>
          <a:bodyPr/>
          <a:lstStyle>
            <a:lvl1pPr>
              <a:defRPr sz="24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213" y="301630"/>
            <a:ext cx="3517901" cy="1281113"/>
          </a:xfrm>
        </p:spPr>
        <p:txBody>
          <a:bodyPr anchor="b"/>
          <a:lstStyle>
            <a:lvl1pPr algn="l">
              <a:defRPr sz="2100" b="1"/>
            </a:lvl1pPr>
          </a:lstStyle>
          <a:p>
            <a:r>
              <a:rPr lang="en-US"/>
              <a:t>Click to edit Master title style</a:t>
            </a:r>
          </a:p>
        </p:txBody>
      </p:sp>
      <p:sp>
        <p:nvSpPr>
          <p:cNvPr id="3" name="Content Placeholder 2"/>
          <p:cNvSpPr>
            <a:spLocks noGrp="1"/>
          </p:cNvSpPr>
          <p:nvPr>
            <p:ph idx="1"/>
          </p:nvPr>
        </p:nvSpPr>
        <p:spPr>
          <a:xfrm>
            <a:off x="4181479" y="301625"/>
            <a:ext cx="5976938" cy="6453188"/>
          </a:xfrm>
        </p:spPr>
        <p:txBody>
          <a:bodyPr/>
          <a:lstStyle>
            <a:lvl1pPr>
              <a:defRPr sz="3200"/>
            </a:lvl1pPr>
            <a:lvl2pPr>
              <a:defRPr sz="29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5213" y="1582951"/>
            <a:ext cx="3517901" cy="5172075"/>
          </a:xfrm>
        </p:spPr>
        <p:txBody>
          <a:bodyPr/>
          <a:lstStyle>
            <a:lvl1pPr marL="0" indent="0">
              <a:buNone/>
              <a:defRPr sz="1400"/>
            </a:lvl1pPr>
            <a:lvl2pPr marL="441854" indent="0">
              <a:buNone/>
              <a:defRPr sz="1300"/>
            </a:lvl2pPr>
            <a:lvl3pPr marL="883770" indent="0">
              <a:buNone/>
              <a:defRPr sz="1000"/>
            </a:lvl3pPr>
            <a:lvl4pPr marL="1325665" indent="0">
              <a:buNone/>
              <a:defRPr sz="900"/>
            </a:lvl4pPr>
            <a:lvl5pPr marL="1767560" indent="0">
              <a:buNone/>
              <a:defRPr sz="900"/>
            </a:lvl5pPr>
            <a:lvl6pPr marL="2209461" indent="0">
              <a:buNone/>
              <a:defRPr sz="900"/>
            </a:lvl6pPr>
            <a:lvl7pPr marL="2651347" indent="0">
              <a:buNone/>
              <a:defRPr sz="900"/>
            </a:lvl7pPr>
            <a:lvl8pPr marL="3093234" indent="0">
              <a:buNone/>
              <a:defRPr sz="900"/>
            </a:lvl8pPr>
            <a:lvl9pPr marL="3535132" indent="0">
              <a:buNone/>
              <a:defRPr sz="900"/>
            </a:lvl9pPr>
          </a:lstStyle>
          <a:p>
            <a:pPr lvl="0"/>
            <a:r>
              <a:rPr lang="en-US"/>
              <a:t>Click to edit Master text styles</a:t>
            </a:r>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95726" y="5292725"/>
            <a:ext cx="6416675" cy="625475"/>
          </a:xfrm>
        </p:spPr>
        <p:txBody>
          <a:bodyPr anchor="b"/>
          <a:lstStyle>
            <a:lvl1pPr algn="l">
              <a:defRPr sz="2100" b="1"/>
            </a:lvl1pPr>
          </a:lstStyle>
          <a:p>
            <a:r>
              <a:rPr lang="en-US"/>
              <a:t>Click to edit Master title style</a:t>
            </a:r>
          </a:p>
        </p:txBody>
      </p:sp>
      <p:sp>
        <p:nvSpPr>
          <p:cNvPr id="3" name="Picture Placeholder 2"/>
          <p:cNvSpPr>
            <a:spLocks noGrp="1"/>
          </p:cNvSpPr>
          <p:nvPr>
            <p:ph type="pic" idx="1"/>
          </p:nvPr>
        </p:nvSpPr>
        <p:spPr>
          <a:xfrm>
            <a:off x="2095726" y="676275"/>
            <a:ext cx="6416675" cy="4535488"/>
          </a:xfrm>
        </p:spPr>
        <p:txBody>
          <a:bodyPr/>
          <a:lstStyle>
            <a:lvl1pPr marL="0" indent="0">
              <a:buNone/>
              <a:defRPr sz="3200"/>
            </a:lvl1pPr>
            <a:lvl2pPr marL="441854" indent="0">
              <a:buNone/>
              <a:defRPr sz="2900"/>
            </a:lvl2pPr>
            <a:lvl3pPr marL="883770" indent="0">
              <a:buNone/>
              <a:defRPr sz="2400"/>
            </a:lvl3pPr>
            <a:lvl4pPr marL="1325665" indent="0">
              <a:buNone/>
              <a:defRPr sz="2100"/>
            </a:lvl4pPr>
            <a:lvl5pPr marL="1767560" indent="0">
              <a:buNone/>
              <a:defRPr sz="2100"/>
            </a:lvl5pPr>
            <a:lvl6pPr marL="2209461" indent="0">
              <a:buNone/>
              <a:defRPr sz="2100"/>
            </a:lvl6pPr>
            <a:lvl7pPr marL="2651347" indent="0">
              <a:buNone/>
              <a:defRPr sz="2100"/>
            </a:lvl7pPr>
            <a:lvl8pPr marL="3093234" indent="0">
              <a:buNone/>
              <a:defRPr sz="2100"/>
            </a:lvl8pPr>
            <a:lvl9pPr marL="3535132" indent="0">
              <a:buNone/>
              <a:defRPr sz="2100"/>
            </a:lvl9pPr>
          </a:lstStyle>
          <a:p>
            <a:pPr lvl="0"/>
            <a:endParaRPr lang="en-US" noProof="0"/>
          </a:p>
        </p:txBody>
      </p:sp>
      <p:sp>
        <p:nvSpPr>
          <p:cNvPr id="4" name="Text Placeholder 3"/>
          <p:cNvSpPr>
            <a:spLocks noGrp="1"/>
          </p:cNvSpPr>
          <p:nvPr>
            <p:ph type="body" sz="half" idx="2"/>
          </p:nvPr>
        </p:nvSpPr>
        <p:spPr>
          <a:xfrm>
            <a:off x="2095726" y="5918201"/>
            <a:ext cx="6416675" cy="887413"/>
          </a:xfrm>
        </p:spPr>
        <p:txBody>
          <a:bodyPr/>
          <a:lstStyle>
            <a:lvl1pPr marL="0" indent="0">
              <a:buNone/>
              <a:defRPr sz="1400"/>
            </a:lvl1pPr>
            <a:lvl2pPr marL="441854" indent="0">
              <a:buNone/>
              <a:defRPr sz="1300"/>
            </a:lvl2pPr>
            <a:lvl3pPr marL="883770" indent="0">
              <a:buNone/>
              <a:defRPr sz="1000"/>
            </a:lvl3pPr>
            <a:lvl4pPr marL="1325665" indent="0">
              <a:buNone/>
              <a:defRPr sz="900"/>
            </a:lvl4pPr>
            <a:lvl5pPr marL="1767560" indent="0">
              <a:buNone/>
              <a:defRPr sz="900"/>
            </a:lvl5pPr>
            <a:lvl6pPr marL="2209461" indent="0">
              <a:buNone/>
              <a:defRPr sz="900"/>
            </a:lvl6pPr>
            <a:lvl7pPr marL="2651347" indent="0">
              <a:buNone/>
              <a:defRPr sz="900"/>
            </a:lvl7pPr>
            <a:lvl8pPr marL="3093234" indent="0">
              <a:buNone/>
              <a:defRPr sz="900"/>
            </a:lvl8pPr>
            <a:lvl9pPr marL="3535132" indent="0">
              <a:buNone/>
              <a:defRPr sz="900"/>
            </a:lvl9pPr>
          </a:lstStyle>
          <a:p>
            <a:pPr lvl="0"/>
            <a:r>
              <a:rPr lang="en-US"/>
              <a:t>Click to edit Master text styles</a:t>
            </a:r>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813901" y="368303"/>
            <a:ext cx="2466975" cy="64214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12751" y="368303"/>
            <a:ext cx="7248525" cy="64214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a:t>Click to edit Master title style</a:t>
            </a:r>
          </a:p>
        </p:txBody>
      </p:sp>
      <p:sp>
        <p:nvSpPr>
          <p:cNvPr id="3" name="Text Placeholder 2"/>
          <p:cNvSpPr>
            <a:spLocks noGrp="1"/>
          </p:cNvSpPr>
          <p:nvPr>
            <p:ph type="body" sz="half" idx="1"/>
          </p:nvPr>
        </p:nvSpPr>
        <p:spPr>
          <a:xfrm>
            <a:off x="446313" y="1512888"/>
            <a:ext cx="4821237" cy="5276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19951" y="1512888"/>
            <a:ext cx="4822825" cy="5276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9" descr="Here for good"/>
          <p:cNvPicPr>
            <a:picLocks noChangeAspect="1" noChangeArrowheads="1"/>
          </p:cNvPicPr>
          <p:nvPr/>
        </p:nvPicPr>
        <p:blipFill>
          <a:blip r:embed="rId2" cstate="print"/>
          <a:srcRect/>
          <a:stretch>
            <a:fillRect/>
          </a:stretch>
        </p:blipFill>
        <p:spPr bwMode="auto">
          <a:xfrm>
            <a:off x="7967663" y="6615113"/>
            <a:ext cx="2360612" cy="552450"/>
          </a:xfrm>
          <a:prstGeom prst="rect">
            <a:avLst/>
          </a:prstGeom>
          <a:noFill/>
          <a:ln w="9525">
            <a:noFill/>
            <a:miter lim="800000"/>
            <a:headEnd/>
            <a:tailEnd/>
          </a:ln>
        </p:spPr>
      </p:pic>
      <p:pic>
        <p:nvPicPr>
          <p:cNvPr id="5" name="Picture 10"/>
          <p:cNvPicPr>
            <a:picLocks noChangeAspect="1" noChangeArrowheads="1"/>
          </p:cNvPicPr>
          <p:nvPr/>
        </p:nvPicPr>
        <p:blipFill>
          <a:blip r:embed="rId3" cstate="print"/>
          <a:srcRect/>
          <a:stretch>
            <a:fillRect/>
          </a:stretch>
        </p:blipFill>
        <p:spPr bwMode="auto">
          <a:xfrm>
            <a:off x="0" y="2438405"/>
            <a:ext cx="10693400" cy="2506663"/>
          </a:xfrm>
          <a:prstGeom prst="rect">
            <a:avLst/>
          </a:prstGeom>
          <a:noFill/>
          <a:ln w="9525">
            <a:noFill/>
            <a:miter lim="800000"/>
            <a:headEnd/>
            <a:tailEnd/>
          </a:ln>
        </p:spPr>
      </p:pic>
      <p:pic>
        <p:nvPicPr>
          <p:cNvPr id="6" name="Picture 11" descr="Visual Identitiy Band"/>
          <p:cNvPicPr preferRelativeResize="0">
            <a:picLocks noChangeArrowheads="1"/>
          </p:cNvPicPr>
          <p:nvPr/>
        </p:nvPicPr>
        <p:blipFill>
          <a:blip r:embed="rId4" cstate="print"/>
          <a:srcRect/>
          <a:stretch>
            <a:fillRect/>
          </a:stretch>
        </p:blipFill>
        <p:spPr bwMode="auto">
          <a:xfrm>
            <a:off x="0" y="2379663"/>
            <a:ext cx="10693400" cy="63500"/>
          </a:xfrm>
          <a:prstGeom prst="rect">
            <a:avLst/>
          </a:prstGeom>
          <a:noFill/>
          <a:ln w="9525">
            <a:noFill/>
            <a:miter lim="800000"/>
            <a:headEnd/>
            <a:tailEnd/>
          </a:ln>
        </p:spPr>
      </p:pic>
      <p:pic>
        <p:nvPicPr>
          <p:cNvPr id="7" name="Picture 12" descr="SCB Logo"/>
          <p:cNvPicPr preferRelativeResize="0">
            <a:picLocks noChangeAspect="1" noChangeArrowheads="1"/>
          </p:cNvPicPr>
          <p:nvPr/>
        </p:nvPicPr>
        <p:blipFill>
          <a:blip r:embed="rId5" cstate="print"/>
          <a:srcRect/>
          <a:stretch>
            <a:fillRect/>
          </a:stretch>
        </p:blipFill>
        <p:spPr bwMode="auto">
          <a:xfrm>
            <a:off x="8732841" y="1570038"/>
            <a:ext cx="1517650" cy="579437"/>
          </a:xfrm>
          <a:prstGeom prst="rect">
            <a:avLst/>
          </a:prstGeom>
          <a:noFill/>
          <a:ln w="9525">
            <a:noFill/>
            <a:miter lim="800000"/>
            <a:headEnd/>
            <a:tailEnd/>
          </a:ln>
        </p:spPr>
      </p:pic>
      <p:sp>
        <p:nvSpPr>
          <p:cNvPr id="8" name="Text Box 19"/>
          <p:cNvSpPr txBox="1">
            <a:spLocks noChangeArrowheads="1"/>
          </p:cNvSpPr>
          <p:nvPr/>
        </p:nvSpPr>
        <p:spPr bwMode="auto">
          <a:xfrm>
            <a:off x="412751" y="671513"/>
            <a:ext cx="9867900" cy="515937"/>
          </a:xfrm>
          <a:prstGeom prst="rect">
            <a:avLst/>
          </a:prstGeom>
          <a:noFill/>
          <a:ln w="9525">
            <a:noFill/>
            <a:miter lim="800000"/>
            <a:headEnd/>
            <a:tailEnd/>
          </a:ln>
        </p:spPr>
        <p:txBody>
          <a:bodyPr lIns="100803" tIns="50417" rIns="100803" bIns="50417">
            <a:spAutoFit/>
          </a:bodyPr>
          <a:lstStyle/>
          <a:p>
            <a:pPr defTabSz="1008256">
              <a:spcBef>
                <a:spcPct val="50000"/>
              </a:spcBef>
              <a:defRPr/>
            </a:pPr>
            <a:endParaRPr lang="en-GB" sz="2700" b="1" baseline="0" dirty="0">
              <a:latin typeface="Arial"/>
            </a:endParaRPr>
          </a:p>
        </p:txBody>
      </p:sp>
      <p:sp>
        <p:nvSpPr>
          <p:cNvPr id="2727940" name="Rectangle 18"/>
          <p:cNvSpPr>
            <a:spLocks noGrp="1" noChangeArrowheads="1"/>
          </p:cNvSpPr>
          <p:nvPr>
            <p:ph type="subTitle" idx="1"/>
          </p:nvPr>
        </p:nvSpPr>
        <p:spPr>
          <a:xfrm>
            <a:off x="668338" y="5124450"/>
            <a:ext cx="8108950" cy="2436813"/>
          </a:xfrm>
        </p:spPr>
        <p:txBody>
          <a:bodyPr/>
          <a:lstStyle>
            <a:lvl1pPr marL="0" indent="0">
              <a:defRPr sz="2900" b="0" smtClean="0">
                <a:solidFill>
                  <a:schemeClr val="hlink"/>
                </a:solidFill>
              </a:defRPr>
            </a:lvl1pPr>
          </a:lstStyle>
          <a:p>
            <a:r>
              <a:rPr lang="en-AU" smtClean="0"/>
              <a:t>Click to edit Master subtitle style</a:t>
            </a:r>
          </a:p>
        </p:txBody>
      </p:sp>
      <p:sp>
        <p:nvSpPr>
          <p:cNvPr id="2727942" name="Rectangle 20"/>
          <p:cNvSpPr>
            <a:spLocks noGrp="1" noChangeArrowheads="1"/>
          </p:cNvSpPr>
          <p:nvPr>
            <p:ph type="ctrTitle"/>
          </p:nvPr>
        </p:nvSpPr>
        <p:spPr>
          <a:xfrm>
            <a:off x="668339" y="2349500"/>
            <a:ext cx="8274050" cy="2425700"/>
          </a:xfrm>
        </p:spPr>
        <p:txBody>
          <a:bodyPr/>
          <a:lstStyle>
            <a:lvl1pPr>
              <a:defRPr sz="3700" smtClean="0">
                <a:solidFill>
                  <a:schemeClr val="bg1"/>
                </a:solidFill>
              </a:defRPr>
            </a:lvl1pPr>
          </a:lstStyle>
          <a:p>
            <a:r>
              <a:rPr lang="en-AU" smtClean="0"/>
              <a:t>Click to edit Master title style</a:t>
            </a:r>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775" y="4859550"/>
            <a:ext cx="9090025" cy="15017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844775" y="3205166"/>
            <a:ext cx="9090025" cy="1654175"/>
          </a:xfrm>
        </p:spPr>
        <p:txBody>
          <a:bodyPr anchor="b"/>
          <a:lstStyle>
            <a:lvl1pPr marL="0" indent="0">
              <a:buNone/>
              <a:defRPr sz="2100"/>
            </a:lvl1pPr>
            <a:lvl2pPr marL="441931" indent="0">
              <a:buNone/>
              <a:defRPr sz="1800"/>
            </a:lvl2pPr>
            <a:lvl3pPr marL="883926" indent="0">
              <a:buNone/>
              <a:defRPr sz="1600"/>
            </a:lvl3pPr>
            <a:lvl4pPr marL="1325899" indent="0">
              <a:buNone/>
              <a:defRPr sz="1400"/>
            </a:lvl4pPr>
            <a:lvl5pPr marL="1767872" indent="0">
              <a:buNone/>
              <a:defRPr sz="1400"/>
            </a:lvl5pPr>
            <a:lvl6pPr marL="2209850" indent="0">
              <a:buNone/>
              <a:defRPr sz="1400"/>
            </a:lvl6pPr>
            <a:lvl7pPr marL="2651815" indent="0">
              <a:buNone/>
              <a:defRPr sz="1400"/>
            </a:lvl7pPr>
            <a:lvl8pPr marL="3093780" indent="0">
              <a:buNone/>
              <a:defRPr sz="1400"/>
            </a:lvl8pPr>
            <a:lvl9pPr marL="3535756" indent="0">
              <a:buNone/>
              <a:defRPr sz="1400"/>
            </a:lvl9pPr>
          </a:lstStyle>
          <a:p>
            <a:pPr lvl="0"/>
            <a:r>
              <a:rPr lang="en-US"/>
              <a:t>Click to edit Master text styles</a:t>
            </a:r>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46312" y="1512888"/>
            <a:ext cx="4821237" cy="5276850"/>
          </a:xfrm>
        </p:spPr>
        <p:txBody>
          <a:bodyPr/>
          <a:lstStyle>
            <a:lvl1pPr>
              <a:defRPr sz="29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19950" y="1512888"/>
            <a:ext cx="4822825" cy="5276850"/>
          </a:xfrm>
        </p:spPr>
        <p:txBody>
          <a:bodyPr/>
          <a:lstStyle>
            <a:lvl1pPr>
              <a:defRPr sz="29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212" y="303219"/>
            <a:ext cx="9623425" cy="1260475"/>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34991" y="1692277"/>
            <a:ext cx="4724400" cy="704850"/>
          </a:xfrm>
        </p:spPr>
        <p:txBody>
          <a:bodyPr anchor="b"/>
          <a:lstStyle>
            <a:lvl1pPr marL="0" indent="0">
              <a:buNone/>
              <a:defRPr sz="2400" b="1"/>
            </a:lvl1pPr>
            <a:lvl2pPr marL="441931" indent="0">
              <a:buNone/>
              <a:defRPr sz="2100" b="1"/>
            </a:lvl2pPr>
            <a:lvl3pPr marL="883926" indent="0">
              <a:buNone/>
              <a:defRPr sz="1800" b="1"/>
            </a:lvl3pPr>
            <a:lvl4pPr marL="1325899" indent="0">
              <a:buNone/>
              <a:defRPr sz="1600" b="1"/>
            </a:lvl4pPr>
            <a:lvl5pPr marL="1767872" indent="0">
              <a:buNone/>
              <a:defRPr sz="1600" b="1"/>
            </a:lvl5pPr>
            <a:lvl6pPr marL="2209850" indent="0">
              <a:buNone/>
              <a:defRPr sz="1600" b="1"/>
            </a:lvl6pPr>
            <a:lvl7pPr marL="2651815" indent="0">
              <a:buNone/>
              <a:defRPr sz="1600" b="1"/>
            </a:lvl7pPr>
            <a:lvl8pPr marL="3093780" indent="0">
              <a:buNone/>
              <a:defRPr sz="1600" b="1"/>
            </a:lvl8pPr>
            <a:lvl9pPr marL="3535756" indent="0">
              <a:buNone/>
              <a:defRPr sz="1600" b="1"/>
            </a:lvl9pPr>
          </a:lstStyle>
          <a:p>
            <a:pPr lvl="0"/>
            <a:r>
              <a:rPr lang="en-US"/>
              <a:t>Click to edit Master text styles</a:t>
            </a:r>
          </a:p>
        </p:txBody>
      </p:sp>
      <p:sp>
        <p:nvSpPr>
          <p:cNvPr id="4" name="Content Placeholder 3"/>
          <p:cNvSpPr>
            <a:spLocks noGrp="1"/>
          </p:cNvSpPr>
          <p:nvPr>
            <p:ph sz="half" idx="2"/>
          </p:nvPr>
        </p:nvSpPr>
        <p:spPr>
          <a:xfrm>
            <a:off x="534991" y="2397128"/>
            <a:ext cx="4724400" cy="4357688"/>
          </a:xfrm>
        </p:spPr>
        <p:txBody>
          <a:bodyPr/>
          <a:lstStyle>
            <a:lvl1pPr>
              <a:defRPr sz="24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432429" y="1692277"/>
            <a:ext cx="4725988" cy="704850"/>
          </a:xfrm>
        </p:spPr>
        <p:txBody>
          <a:bodyPr anchor="b"/>
          <a:lstStyle>
            <a:lvl1pPr marL="0" indent="0">
              <a:buNone/>
              <a:defRPr sz="2400" b="1"/>
            </a:lvl1pPr>
            <a:lvl2pPr marL="441931" indent="0">
              <a:buNone/>
              <a:defRPr sz="2100" b="1"/>
            </a:lvl2pPr>
            <a:lvl3pPr marL="883926" indent="0">
              <a:buNone/>
              <a:defRPr sz="1800" b="1"/>
            </a:lvl3pPr>
            <a:lvl4pPr marL="1325899" indent="0">
              <a:buNone/>
              <a:defRPr sz="1600" b="1"/>
            </a:lvl4pPr>
            <a:lvl5pPr marL="1767872" indent="0">
              <a:buNone/>
              <a:defRPr sz="1600" b="1"/>
            </a:lvl5pPr>
            <a:lvl6pPr marL="2209850" indent="0">
              <a:buNone/>
              <a:defRPr sz="1600" b="1"/>
            </a:lvl6pPr>
            <a:lvl7pPr marL="2651815" indent="0">
              <a:buNone/>
              <a:defRPr sz="1600" b="1"/>
            </a:lvl7pPr>
            <a:lvl8pPr marL="3093780" indent="0">
              <a:buNone/>
              <a:defRPr sz="1600" b="1"/>
            </a:lvl8pPr>
            <a:lvl9pPr marL="3535756"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32429" y="2397128"/>
            <a:ext cx="4725988" cy="4357688"/>
          </a:xfrm>
        </p:spPr>
        <p:txBody>
          <a:bodyPr/>
          <a:lstStyle>
            <a:lvl1pPr>
              <a:defRPr sz="24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212" y="301630"/>
            <a:ext cx="3517901" cy="1281113"/>
          </a:xfrm>
        </p:spPr>
        <p:txBody>
          <a:bodyPr anchor="b"/>
          <a:lstStyle>
            <a:lvl1pPr algn="l">
              <a:defRPr sz="2100" b="1"/>
            </a:lvl1pPr>
          </a:lstStyle>
          <a:p>
            <a:r>
              <a:rPr lang="en-US"/>
              <a:t>Click to edit Master title style</a:t>
            </a:r>
          </a:p>
        </p:txBody>
      </p:sp>
      <p:sp>
        <p:nvSpPr>
          <p:cNvPr id="3" name="Content Placeholder 2"/>
          <p:cNvSpPr>
            <a:spLocks noGrp="1"/>
          </p:cNvSpPr>
          <p:nvPr>
            <p:ph idx="1"/>
          </p:nvPr>
        </p:nvSpPr>
        <p:spPr>
          <a:xfrm>
            <a:off x="4181479" y="301625"/>
            <a:ext cx="5976938" cy="6453188"/>
          </a:xfrm>
        </p:spPr>
        <p:txBody>
          <a:bodyPr/>
          <a:lstStyle>
            <a:lvl1pPr>
              <a:defRPr sz="3200"/>
            </a:lvl1pPr>
            <a:lvl2pPr>
              <a:defRPr sz="29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5212" y="1582949"/>
            <a:ext cx="3517901" cy="5172075"/>
          </a:xfrm>
        </p:spPr>
        <p:txBody>
          <a:bodyPr/>
          <a:lstStyle>
            <a:lvl1pPr marL="0" indent="0">
              <a:buNone/>
              <a:defRPr sz="1400"/>
            </a:lvl1pPr>
            <a:lvl2pPr marL="441931" indent="0">
              <a:buNone/>
              <a:defRPr sz="1300"/>
            </a:lvl2pPr>
            <a:lvl3pPr marL="883926" indent="0">
              <a:buNone/>
              <a:defRPr sz="1000"/>
            </a:lvl3pPr>
            <a:lvl4pPr marL="1325899" indent="0">
              <a:buNone/>
              <a:defRPr sz="900"/>
            </a:lvl4pPr>
            <a:lvl5pPr marL="1767872" indent="0">
              <a:buNone/>
              <a:defRPr sz="900"/>
            </a:lvl5pPr>
            <a:lvl6pPr marL="2209850" indent="0">
              <a:buNone/>
              <a:defRPr sz="900"/>
            </a:lvl6pPr>
            <a:lvl7pPr marL="2651815" indent="0">
              <a:buNone/>
              <a:defRPr sz="900"/>
            </a:lvl7pPr>
            <a:lvl8pPr marL="3093780" indent="0">
              <a:buNone/>
              <a:defRPr sz="900"/>
            </a:lvl8pPr>
            <a:lvl9pPr marL="3535756" indent="0">
              <a:buNone/>
              <a:defRPr sz="900"/>
            </a:lvl9pPr>
          </a:lstStyle>
          <a:p>
            <a:pPr lvl="0"/>
            <a:r>
              <a:rPr lang="en-US"/>
              <a:t>Click to edit Master text styles</a:t>
            </a:r>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95725" y="5292725"/>
            <a:ext cx="6416675" cy="625475"/>
          </a:xfrm>
        </p:spPr>
        <p:txBody>
          <a:bodyPr anchor="b"/>
          <a:lstStyle>
            <a:lvl1pPr algn="l">
              <a:defRPr sz="2100" b="1"/>
            </a:lvl1pPr>
          </a:lstStyle>
          <a:p>
            <a:r>
              <a:rPr lang="en-US"/>
              <a:t>Click to edit Master title style</a:t>
            </a:r>
          </a:p>
        </p:txBody>
      </p:sp>
      <p:sp>
        <p:nvSpPr>
          <p:cNvPr id="3" name="Picture Placeholder 2"/>
          <p:cNvSpPr>
            <a:spLocks noGrp="1"/>
          </p:cNvSpPr>
          <p:nvPr>
            <p:ph type="pic" idx="1"/>
          </p:nvPr>
        </p:nvSpPr>
        <p:spPr>
          <a:xfrm>
            <a:off x="2095725" y="676275"/>
            <a:ext cx="6416675" cy="4535488"/>
          </a:xfrm>
        </p:spPr>
        <p:txBody>
          <a:bodyPr/>
          <a:lstStyle>
            <a:lvl1pPr marL="0" indent="0">
              <a:buNone/>
              <a:defRPr sz="3200"/>
            </a:lvl1pPr>
            <a:lvl2pPr marL="441931" indent="0">
              <a:buNone/>
              <a:defRPr sz="2900"/>
            </a:lvl2pPr>
            <a:lvl3pPr marL="883926" indent="0">
              <a:buNone/>
              <a:defRPr sz="2400"/>
            </a:lvl3pPr>
            <a:lvl4pPr marL="1325899" indent="0">
              <a:buNone/>
              <a:defRPr sz="2100"/>
            </a:lvl4pPr>
            <a:lvl5pPr marL="1767872" indent="0">
              <a:buNone/>
              <a:defRPr sz="2100"/>
            </a:lvl5pPr>
            <a:lvl6pPr marL="2209850" indent="0">
              <a:buNone/>
              <a:defRPr sz="2100"/>
            </a:lvl6pPr>
            <a:lvl7pPr marL="2651815" indent="0">
              <a:buNone/>
              <a:defRPr sz="2100"/>
            </a:lvl7pPr>
            <a:lvl8pPr marL="3093780" indent="0">
              <a:buNone/>
              <a:defRPr sz="2100"/>
            </a:lvl8pPr>
            <a:lvl9pPr marL="3535756" indent="0">
              <a:buNone/>
              <a:defRPr sz="2100"/>
            </a:lvl9pPr>
          </a:lstStyle>
          <a:p>
            <a:pPr lvl="0"/>
            <a:endParaRPr lang="en-US" noProof="0"/>
          </a:p>
        </p:txBody>
      </p:sp>
      <p:sp>
        <p:nvSpPr>
          <p:cNvPr id="4" name="Text Placeholder 3"/>
          <p:cNvSpPr>
            <a:spLocks noGrp="1"/>
          </p:cNvSpPr>
          <p:nvPr>
            <p:ph type="body" sz="half" idx="2"/>
          </p:nvPr>
        </p:nvSpPr>
        <p:spPr>
          <a:xfrm>
            <a:off x="2095725" y="5918201"/>
            <a:ext cx="6416675" cy="887413"/>
          </a:xfrm>
        </p:spPr>
        <p:txBody>
          <a:bodyPr/>
          <a:lstStyle>
            <a:lvl1pPr marL="0" indent="0">
              <a:buNone/>
              <a:defRPr sz="1400"/>
            </a:lvl1pPr>
            <a:lvl2pPr marL="441931" indent="0">
              <a:buNone/>
              <a:defRPr sz="1300"/>
            </a:lvl2pPr>
            <a:lvl3pPr marL="883926" indent="0">
              <a:buNone/>
              <a:defRPr sz="1000"/>
            </a:lvl3pPr>
            <a:lvl4pPr marL="1325899" indent="0">
              <a:buNone/>
              <a:defRPr sz="900"/>
            </a:lvl4pPr>
            <a:lvl5pPr marL="1767872" indent="0">
              <a:buNone/>
              <a:defRPr sz="900"/>
            </a:lvl5pPr>
            <a:lvl6pPr marL="2209850" indent="0">
              <a:buNone/>
              <a:defRPr sz="900"/>
            </a:lvl6pPr>
            <a:lvl7pPr marL="2651815" indent="0">
              <a:buNone/>
              <a:defRPr sz="900"/>
            </a:lvl7pPr>
            <a:lvl8pPr marL="3093780" indent="0">
              <a:buNone/>
              <a:defRPr sz="900"/>
            </a:lvl8pPr>
            <a:lvl9pPr marL="3535756" indent="0">
              <a:buNone/>
              <a:defRPr sz="900"/>
            </a:lvl9pPr>
          </a:lstStyle>
          <a:p>
            <a:pPr lvl="0"/>
            <a:r>
              <a:rPr lang="en-US"/>
              <a:t>Click to edit Master text styles</a:t>
            </a:r>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813900" y="368303"/>
            <a:ext cx="2466975" cy="64214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12751" y="368303"/>
            <a:ext cx="7248525" cy="64214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a:t>Click to edit Master title style</a:t>
            </a:r>
          </a:p>
        </p:txBody>
      </p:sp>
      <p:sp>
        <p:nvSpPr>
          <p:cNvPr id="3" name="Text Placeholder 2"/>
          <p:cNvSpPr>
            <a:spLocks noGrp="1"/>
          </p:cNvSpPr>
          <p:nvPr>
            <p:ph type="body" sz="half" idx="1"/>
          </p:nvPr>
        </p:nvSpPr>
        <p:spPr>
          <a:xfrm>
            <a:off x="446312" y="1512888"/>
            <a:ext cx="4821237" cy="5276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19950" y="1512888"/>
            <a:ext cx="4822825" cy="5276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9" descr="Here for good"/>
          <p:cNvPicPr>
            <a:picLocks noChangeAspect="1" noChangeArrowheads="1"/>
          </p:cNvPicPr>
          <p:nvPr/>
        </p:nvPicPr>
        <p:blipFill>
          <a:blip r:embed="rId2" cstate="print"/>
          <a:srcRect/>
          <a:stretch>
            <a:fillRect/>
          </a:stretch>
        </p:blipFill>
        <p:spPr bwMode="auto">
          <a:xfrm>
            <a:off x="7967663" y="6615113"/>
            <a:ext cx="2360612" cy="552450"/>
          </a:xfrm>
          <a:prstGeom prst="rect">
            <a:avLst/>
          </a:prstGeom>
          <a:noFill/>
          <a:ln w="9525">
            <a:noFill/>
            <a:miter lim="800000"/>
            <a:headEnd/>
            <a:tailEnd/>
          </a:ln>
        </p:spPr>
      </p:pic>
      <p:pic>
        <p:nvPicPr>
          <p:cNvPr id="5" name="Picture 10"/>
          <p:cNvPicPr>
            <a:picLocks noChangeAspect="1" noChangeArrowheads="1"/>
          </p:cNvPicPr>
          <p:nvPr/>
        </p:nvPicPr>
        <p:blipFill>
          <a:blip r:embed="rId3" cstate="print"/>
          <a:srcRect/>
          <a:stretch>
            <a:fillRect/>
          </a:stretch>
        </p:blipFill>
        <p:spPr bwMode="auto">
          <a:xfrm>
            <a:off x="0" y="2438405"/>
            <a:ext cx="10693400" cy="2506663"/>
          </a:xfrm>
          <a:prstGeom prst="rect">
            <a:avLst/>
          </a:prstGeom>
          <a:noFill/>
          <a:ln w="9525">
            <a:noFill/>
            <a:miter lim="800000"/>
            <a:headEnd/>
            <a:tailEnd/>
          </a:ln>
        </p:spPr>
      </p:pic>
      <p:pic>
        <p:nvPicPr>
          <p:cNvPr id="6" name="Picture 11" descr="Visual Identitiy Band"/>
          <p:cNvPicPr preferRelativeResize="0">
            <a:picLocks noChangeArrowheads="1"/>
          </p:cNvPicPr>
          <p:nvPr/>
        </p:nvPicPr>
        <p:blipFill>
          <a:blip r:embed="rId4" cstate="print"/>
          <a:srcRect/>
          <a:stretch>
            <a:fillRect/>
          </a:stretch>
        </p:blipFill>
        <p:spPr bwMode="auto">
          <a:xfrm>
            <a:off x="0" y="2379663"/>
            <a:ext cx="10693400" cy="63500"/>
          </a:xfrm>
          <a:prstGeom prst="rect">
            <a:avLst/>
          </a:prstGeom>
          <a:noFill/>
          <a:ln w="9525">
            <a:noFill/>
            <a:miter lim="800000"/>
            <a:headEnd/>
            <a:tailEnd/>
          </a:ln>
        </p:spPr>
      </p:pic>
      <p:pic>
        <p:nvPicPr>
          <p:cNvPr id="7" name="Picture 12" descr="SCB Logo"/>
          <p:cNvPicPr preferRelativeResize="0">
            <a:picLocks noChangeAspect="1" noChangeArrowheads="1"/>
          </p:cNvPicPr>
          <p:nvPr/>
        </p:nvPicPr>
        <p:blipFill>
          <a:blip r:embed="rId5" cstate="print"/>
          <a:srcRect/>
          <a:stretch>
            <a:fillRect/>
          </a:stretch>
        </p:blipFill>
        <p:spPr bwMode="auto">
          <a:xfrm>
            <a:off x="8732841" y="1570038"/>
            <a:ext cx="1517650" cy="579437"/>
          </a:xfrm>
          <a:prstGeom prst="rect">
            <a:avLst/>
          </a:prstGeom>
          <a:noFill/>
          <a:ln w="9525">
            <a:noFill/>
            <a:miter lim="800000"/>
            <a:headEnd/>
            <a:tailEnd/>
          </a:ln>
        </p:spPr>
      </p:pic>
      <p:sp>
        <p:nvSpPr>
          <p:cNvPr id="8" name="Text Box 19"/>
          <p:cNvSpPr txBox="1">
            <a:spLocks noChangeArrowheads="1"/>
          </p:cNvSpPr>
          <p:nvPr/>
        </p:nvSpPr>
        <p:spPr bwMode="auto">
          <a:xfrm>
            <a:off x="412751" y="671513"/>
            <a:ext cx="9867900" cy="515937"/>
          </a:xfrm>
          <a:prstGeom prst="rect">
            <a:avLst/>
          </a:prstGeom>
          <a:noFill/>
          <a:ln w="9525">
            <a:noFill/>
            <a:miter lim="800000"/>
            <a:headEnd/>
            <a:tailEnd/>
          </a:ln>
        </p:spPr>
        <p:txBody>
          <a:bodyPr lIns="101051" tIns="50530" rIns="101051" bIns="50530">
            <a:spAutoFit/>
          </a:bodyPr>
          <a:lstStyle/>
          <a:p>
            <a:pPr defTabSz="1010749">
              <a:spcBef>
                <a:spcPct val="50000"/>
              </a:spcBef>
              <a:defRPr/>
            </a:pPr>
            <a:endParaRPr lang="en-GB" sz="2700" b="1" baseline="0" dirty="0">
              <a:latin typeface="Arial"/>
            </a:endParaRPr>
          </a:p>
        </p:txBody>
      </p:sp>
      <p:sp>
        <p:nvSpPr>
          <p:cNvPr id="2727940" name="Rectangle 18"/>
          <p:cNvSpPr>
            <a:spLocks noGrp="1" noChangeArrowheads="1"/>
          </p:cNvSpPr>
          <p:nvPr>
            <p:ph type="subTitle" idx="1"/>
          </p:nvPr>
        </p:nvSpPr>
        <p:spPr>
          <a:xfrm>
            <a:off x="668338" y="5124450"/>
            <a:ext cx="8108950" cy="2436813"/>
          </a:xfrm>
        </p:spPr>
        <p:txBody>
          <a:bodyPr/>
          <a:lstStyle>
            <a:lvl1pPr marL="0" indent="0">
              <a:defRPr sz="2900" b="0" smtClean="0">
                <a:solidFill>
                  <a:schemeClr val="hlink"/>
                </a:solidFill>
              </a:defRPr>
            </a:lvl1pPr>
          </a:lstStyle>
          <a:p>
            <a:r>
              <a:rPr lang="en-AU" smtClean="0"/>
              <a:t>Click to edit Master subtitle style</a:t>
            </a:r>
          </a:p>
        </p:txBody>
      </p:sp>
      <p:sp>
        <p:nvSpPr>
          <p:cNvPr id="2727942" name="Rectangle 20"/>
          <p:cNvSpPr>
            <a:spLocks noGrp="1" noChangeArrowheads="1"/>
          </p:cNvSpPr>
          <p:nvPr>
            <p:ph type="ctrTitle"/>
          </p:nvPr>
        </p:nvSpPr>
        <p:spPr>
          <a:xfrm>
            <a:off x="668339" y="2349500"/>
            <a:ext cx="8274050" cy="2425700"/>
          </a:xfrm>
        </p:spPr>
        <p:txBody>
          <a:bodyPr/>
          <a:lstStyle>
            <a:lvl1pPr>
              <a:defRPr sz="3700" smtClean="0">
                <a:solidFill>
                  <a:schemeClr val="bg1"/>
                </a:solidFill>
              </a:defRPr>
            </a:lvl1pPr>
          </a:lstStyle>
          <a:p>
            <a:r>
              <a:rPr lang="en-AU" smtClean="0"/>
              <a:t>Click to edit Master title style</a:t>
            </a:r>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758" y="4859534"/>
            <a:ext cx="9090025" cy="15017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844758" y="3205166"/>
            <a:ext cx="9090025" cy="1654175"/>
          </a:xfrm>
        </p:spPr>
        <p:txBody>
          <a:bodyPr anchor="b"/>
          <a:lstStyle>
            <a:lvl1pPr marL="0" indent="0">
              <a:buNone/>
              <a:defRPr sz="2100"/>
            </a:lvl1pPr>
            <a:lvl2pPr marL="443027" indent="0">
              <a:buNone/>
              <a:defRPr sz="1800"/>
            </a:lvl2pPr>
            <a:lvl3pPr marL="886113" indent="0">
              <a:buNone/>
              <a:defRPr sz="1600"/>
            </a:lvl3pPr>
            <a:lvl4pPr marL="1329188" indent="0">
              <a:buNone/>
              <a:defRPr sz="1400"/>
            </a:lvl4pPr>
            <a:lvl5pPr marL="1772245" indent="0">
              <a:buNone/>
              <a:defRPr sz="1400"/>
            </a:lvl5pPr>
            <a:lvl6pPr marL="2215315" indent="0">
              <a:buNone/>
              <a:defRPr sz="1400"/>
            </a:lvl6pPr>
            <a:lvl7pPr marL="2658377" indent="0">
              <a:buNone/>
              <a:defRPr sz="1400"/>
            </a:lvl7pPr>
            <a:lvl8pPr marL="3101434" indent="0">
              <a:buNone/>
              <a:defRPr sz="1400"/>
            </a:lvl8pPr>
            <a:lvl9pPr marL="3544501" indent="0">
              <a:buNone/>
              <a:defRPr sz="1400"/>
            </a:lvl9pPr>
          </a:lstStyle>
          <a:p>
            <a:pPr lvl="0"/>
            <a:r>
              <a:rPr lang="en-US"/>
              <a:t>Click to edit Master text styles</a:t>
            </a:r>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46296" y="1512888"/>
            <a:ext cx="4821237" cy="5276850"/>
          </a:xfrm>
        </p:spPr>
        <p:txBody>
          <a:bodyPr/>
          <a:lstStyle>
            <a:lvl1pPr>
              <a:defRPr sz="29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19934" y="1512888"/>
            <a:ext cx="4822825" cy="5276850"/>
          </a:xfrm>
        </p:spPr>
        <p:txBody>
          <a:bodyPr/>
          <a:lstStyle>
            <a:lvl1pPr>
              <a:defRPr sz="29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196" y="303219"/>
            <a:ext cx="9623425" cy="1260475"/>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34991" y="1692277"/>
            <a:ext cx="4724400" cy="704850"/>
          </a:xfrm>
        </p:spPr>
        <p:txBody>
          <a:bodyPr anchor="b"/>
          <a:lstStyle>
            <a:lvl1pPr marL="0" indent="0">
              <a:buNone/>
              <a:defRPr sz="2400" b="1"/>
            </a:lvl1pPr>
            <a:lvl2pPr marL="443027" indent="0">
              <a:buNone/>
              <a:defRPr sz="2100" b="1"/>
            </a:lvl2pPr>
            <a:lvl3pPr marL="886113" indent="0">
              <a:buNone/>
              <a:defRPr sz="1800" b="1"/>
            </a:lvl3pPr>
            <a:lvl4pPr marL="1329188" indent="0">
              <a:buNone/>
              <a:defRPr sz="1600" b="1"/>
            </a:lvl4pPr>
            <a:lvl5pPr marL="1772245" indent="0">
              <a:buNone/>
              <a:defRPr sz="1600" b="1"/>
            </a:lvl5pPr>
            <a:lvl6pPr marL="2215315" indent="0">
              <a:buNone/>
              <a:defRPr sz="1600" b="1"/>
            </a:lvl6pPr>
            <a:lvl7pPr marL="2658377" indent="0">
              <a:buNone/>
              <a:defRPr sz="1600" b="1"/>
            </a:lvl7pPr>
            <a:lvl8pPr marL="3101434" indent="0">
              <a:buNone/>
              <a:defRPr sz="1600" b="1"/>
            </a:lvl8pPr>
            <a:lvl9pPr marL="3544501" indent="0">
              <a:buNone/>
              <a:defRPr sz="1600" b="1"/>
            </a:lvl9pPr>
          </a:lstStyle>
          <a:p>
            <a:pPr lvl="0"/>
            <a:r>
              <a:rPr lang="en-US"/>
              <a:t>Click to edit Master text styles</a:t>
            </a:r>
          </a:p>
        </p:txBody>
      </p:sp>
      <p:sp>
        <p:nvSpPr>
          <p:cNvPr id="4" name="Content Placeholder 3"/>
          <p:cNvSpPr>
            <a:spLocks noGrp="1"/>
          </p:cNvSpPr>
          <p:nvPr>
            <p:ph sz="half" idx="2"/>
          </p:nvPr>
        </p:nvSpPr>
        <p:spPr>
          <a:xfrm>
            <a:off x="534991" y="2397128"/>
            <a:ext cx="4724400" cy="4357688"/>
          </a:xfrm>
        </p:spPr>
        <p:txBody>
          <a:bodyPr/>
          <a:lstStyle>
            <a:lvl1pPr>
              <a:defRPr sz="24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432429" y="1692277"/>
            <a:ext cx="4725988" cy="704850"/>
          </a:xfrm>
        </p:spPr>
        <p:txBody>
          <a:bodyPr anchor="b"/>
          <a:lstStyle>
            <a:lvl1pPr marL="0" indent="0">
              <a:buNone/>
              <a:defRPr sz="2400" b="1"/>
            </a:lvl1pPr>
            <a:lvl2pPr marL="443027" indent="0">
              <a:buNone/>
              <a:defRPr sz="2100" b="1"/>
            </a:lvl2pPr>
            <a:lvl3pPr marL="886113" indent="0">
              <a:buNone/>
              <a:defRPr sz="1800" b="1"/>
            </a:lvl3pPr>
            <a:lvl4pPr marL="1329188" indent="0">
              <a:buNone/>
              <a:defRPr sz="1600" b="1"/>
            </a:lvl4pPr>
            <a:lvl5pPr marL="1772245" indent="0">
              <a:buNone/>
              <a:defRPr sz="1600" b="1"/>
            </a:lvl5pPr>
            <a:lvl6pPr marL="2215315" indent="0">
              <a:buNone/>
              <a:defRPr sz="1600" b="1"/>
            </a:lvl6pPr>
            <a:lvl7pPr marL="2658377" indent="0">
              <a:buNone/>
              <a:defRPr sz="1600" b="1"/>
            </a:lvl7pPr>
            <a:lvl8pPr marL="3101434" indent="0">
              <a:buNone/>
              <a:defRPr sz="1600" b="1"/>
            </a:lvl8pPr>
            <a:lvl9pPr marL="3544501"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32429" y="2397128"/>
            <a:ext cx="4725988" cy="4357688"/>
          </a:xfrm>
        </p:spPr>
        <p:txBody>
          <a:bodyPr/>
          <a:lstStyle>
            <a:lvl1pPr>
              <a:defRPr sz="24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195" y="301630"/>
            <a:ext cx="3517901" cy="1281113"/>
          </a:xfrm>
        </p:spPr>
        <p:txBody>
          <a:bodyPr anchor="b"/>
          <a:lstStyle>
            <a:lvl1pPr algn="l">
              <a:defRPr sz="2100" b="1"/>
            </a:lvl1pPr>
          </a:lstStyle>
          <a:p>
            <a:r>
              <a:rPr lang="en-US"/>
              <a:t>Click to edit Master title style</a:t>
            </a:r>
          </a:p>
        </p:txBody>
      </p:sp>
      <p:sp>
        <p:nvSpPr>
          <p:cNvPr id="3" name="Content Placeholder 2"/>
          <p:cNvSpPr>
            <a:spLocks noGrp="1"/>
          </p:cNvSpPr>
          <p:nvPr>
            <p:ph idx="1"/>
          </p:nvPr>
        </p:nvSpPr>
        <p:spPr>
          <a:xfrm>
            <a:off x="4181479" y="301625"/>
            <a:ext cx="5976938" cy="6453188"/>
          </a:xfrm>
        </p:spPr>
        <p:txBody>
          <a:bodyPr/>
          <a:lstStyle>
            <a:lvl1pPr>
              <a:defRPr sz="3200"/>
            </a:lvl1pPr>
            <a:lvl2pPr>
              <a:defRPr sz="29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5195" y="1582934"/>
            <a:ext cx="3517901" cy="5172075"/>
          </a:xfrm>
        </p:spPr>
        <p:txBody>
          <a:bodyPr/>
          <a:lstStyle>
            <a:lvl1pPr marL="0" indent="0">
              <a:buNone/>
              <a:defRPr sz="1400"/>
            </a:lvl1pPr>
            <a:lvl2pPr marL="443027" indent="0">
              <a:buNone/>
              <a:defRPr sz="1300"/>
            </a:lvl2pPr>
            <a:lvl3pPr marL="886113" indent="0">
              <a:buNone/>
              <a:defRPr sz="1000"/>
            </a:lvl3pPr>
            <a:lvl4pPr marL="1329188" indent="0">
              <a:buNone/>
              <a:defRPr sz="900"/>
            </a:lvl4pPr>
            <a:lvl5pPr marL="1772245" indent="0">
              <a:buNone/>
              <a:defRPr sz="900"/>
            </a:lvl5pPr>
            <a:lvl6pPr marL="2215315" indent="0">
              <a:buNone/>
              <a:defRPr sz="900"/>
            </a:lvl6pPr>
            <a:lvl7pPr marL="2658377" indent="0">
              <a:buNone/>
              <a:defRPr sz="900"/>
            </a:lvl7pPr>
            <a:lvl8pPr marL="3101434" indent="0">
              <a:buNone/>
              <a:defRPr sz="900"/>
            </a:lvl8pPr>
            <a:lvl9pPr marL="3544501" indent="0">
              <a:buNone/>
              <a:defRPr sz="900"/>
            </a:lvl9pPr>
          </a:lstStyle>
          <a:p>
            <a:pPr lvl="0"/>
            <a:r>
              <a:rPr lang="en-US"/>
              <a:t>Click to edit Master text styles</a:t>
            </a:r>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95708" y="5292725"/>
            <a:ext cx="6416675" cy="625475"/>
          </a:xfrm>
        </p:spPr>
        <p:txBody>
          <a:bodyPr anchor="b"/>
          <a:lstStyle>
            <a:lvl1pPr algn="l">
              <a:defRPr sz="2100" b="1"/>
            </a:lvl1pPr>
          </a:lstStyle>
          <a:p>
            <a:r>
              <a:rPr lang="en-US"/>
              <a:t>Click to edit Master title style</a:t>
            </a:r>
          </a:p>
        </p:txBody>
      </p:sp>
      <p:sp>
        <p:nvSpPr>
          <p:cNvPr id="3" name="Picture Placeholder 2"/>
          <p:cNvSpPr>
            <a:spLocks noGrp="1"/>
          </p:cNvSpPr>
          <p:nvPr>
            <p:ph type="pic" idx="1"/>
          </p:nvPr>
        </p:nvSpPr>
        <p:spPr>
          <a:xfrm>
            <a:off x="2095708" y="676275"/>
            <a:ext cx="6416675" cy="4535488"/>
          </a:xfrm>
        </p:spPr>
        <p:txBody>
          <a:bodyPr/>
          <a:lstStyle>
            <a:lvl1pPr marL="0" indent="0">
              <a:buNone/>
              <a:defRPr sz="3200"/>
            </a:lvl1pPr>
            <a:lvl2pPr marL="443027" indent="0">
              <a:buNone/>
              <a:defRPr sz="2900"/>
            </a:lvl2pPr>
            <a:lvl3pPr marL="886113" indent="0">
              <a:buNone/>
              <a:defRPr sz="2400"/>
            </a:lvl3pPr>
            <a:lvl4pPr marL="1329188" indent="0">
              <a:buNone/>
              <a:defRPr sz="2100"/>
            </a:lvl4pPr>
            <a:lvl5pPr marL="1772245" indent="0">
              <a:buNone/>
              <a:defRPr sz="2100"/>
            </a:lvl5pPr>
            <a:lvl6pPr marL="2215315" indent="0">
              <a:buNone/>
              <a:defRPr sz="2100"/>
            </a:lvl6pPr>
            <a:lvl7pPr marL="2658377" indent="0">
              <a:buNone/>
              <a:defRPr sz="2100"/>
            </a:lvl7pPr>
            <a:lvl8pPr marL="3101434" indent="0">
              <a:buNone/>
              <a:defRPr sz="2100"/>
            </a:lvl8pPr>
            <a:lvl9pPr marL="3544501" indent="0">
              <a:buNone/>
              <a:defRPr sz="2100"/>
            </a:lvl9pPr>
          </a:lstStyle>
          <a:p>
            <a:pPr lvl="0"/>
            <a:endParaRPr lang="en-US" noProof="0"/>
          </a:p>
        </p:txBody>
      </p:sp>
      <p:sp>
        <p:nvSpPr>
          <p:cNvPr id="4" name="Text Placeholder 3"/>
          <p:cNvSpPr>
            <a:spLocks noGrp="1"/>
          </p:cNvSpPr>
          <p:nvPr>
            <p:ph type="body" sz="half" idx="2"/>
          </p:nvPr>
        </p:nvSpPr>
        <p:spPr>
          <a:xfrm>
            <a:off x="2095708" y="5918201"/>
            <a:ext cx="6416675" cy="887413"/>
          </a:xfrm>
        </p:spPr>
        <p:txBody>
          <a:bodyPr/>
          <a:lstStyle>
            <a:lvl1pPr marL="0" indent="0">
              <a:buNone/>
              <a:defRPr sz="1400"/>
            </a:lvl1pPr>
            <a:lvl2pPr marL="443027" indent="0">
              <a:buNone/>
              <a:defRPr sz="1300"/>
            </a:lvl2pPr>
            <a:lvl3pPr marL="886113" indent="0">
              <a:buNone/>
              <a:defRPr sz="1000"/>
            </a:lvl3pPr>
            <a:lvl4pPr marL="1329188" indent="0">
              <a:buNone/>
              <a:defRPr sz="900"/>
            </a:lvl4pPr>
            <a:lvl5pPr marL="1772245" indent="0">
              <a:buNone/>
              <a:defRPr sz="900"/>
            </a:lvl5pPr>
            <a:lvl6pPr marL="2215315" indent="0">
              <a:buNone/>
              <a:defRPr sz="900"/>
            </a:lvl6pPr>
            <a:lvl7pPr marL="2658377" indent="0">
              <a:buNone/>
              <a:defRPr sz="900"/>
            </a:lvl7pPr>
            <a:lvl8pPr marL="3101434" indent="0">
              <a:buNone/>
              <a:defRPr sz="900"/>
            </a:lvl8pPr>
            <a:lvl9pPr marL="3544501" indent="0">
              <a:buNone/>
              <a:defRPr sz="900"/>
            </a:lvl9pPr>
          </a:lstStyle>
          <a:p>
            <a:pPr lvl="0"/>
            <a:r>
              <a:rPr lang="en-US"/>
              <a:t>Click to edit Master text styles</a:t>
            </a:r>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813883" y="368303"/>
            <a:ext cx="2466975" cy="64214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12751" y="368303"/>
            <a:ext cx="7248525" cy="64214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a:t>Click to edit Master title style</a:t>
            </a:r>
          </a:p>
        </p:txBody>
      </p:sp>
      <p:sp>
        <p:nvSpPr>
          <p:cNvPr id="3" name="Text Placeholder 2"/>
          <p:cNvSpPr>
            <a:spLocks noGrp="1"/>
          </p:cNvSpPr>
          <p:nvPr>
            <p:ph type="body" sz="half" idx="1"/>
          </p:nvPr>
        </p:nvSpPr>
        <p:spPr>
          <a:xfrm>
            <a:off x="446296" y="1512888"/>
            <a:ext cx="4821237" cy="5276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19934" y="1512888"/>
            <a:ext cx="4822825" cy="5276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9" descr="Here for good"/>
          <p:cNvPicPr>
            <a:picLocks noChangeAspect="1" noChangeArrowheads="1"/>
          </p:cNvPicPr>
          <p:nvPr/>
        </p:nvPicPr>
        <p:blipFill>
          <a:blip r:embed="rId2" cstate="print"/>
          <a:srcRect/>
          <a:stretch>
            <a:fillRect/>
          </a:stretch>
        </p:blipFill>
        <p:spPr bwMode="auto">
          <a:xfrm>
            <a:off x="7967663" y="6615113"/>
            <a:ext cx="2360612" cy="552450"/>
          </a:xfrm>
          <a:prstGeom prst="rect">
            <a:avLst/>
          </a:prstGeom>
          <a:noFill/>
          <a:ln w="9525">
            <a:noFill/>
            <a:miter lim="800000"/>
            <a:headEnd/>
            <a:tailEnd/>
          </a:ln>
        </p:spPr>
      </p:pic>
      <p:pic>
        <p:nvPicPr>
          <p:cNvPr id="5" name="Picture 10"/>
          <p:cNvPicPr>
            <a:picLocks noChangeAspect="1" noChangeArrowheads="1"/>
          </p:cNvPicPr>
          <p:nvPr/>
        </p:nvPicPr>
        <p:blipFill>
          <a:blip r:embed="rId3" cstate="print"/>
          <a:srcRect/>
          <a:stretch>
            <a:fillRect/>
          </a:stretch>
        </p:blipFill>
        <p:spPr bwMode="auto">
          <a:xfrm>
            <a:off x="0" y="2438405"/>
            <a:ext cx="10693400" cy="2506663"/>
          </a:xfrm>
          <a:prstGeom prst="rect">
            <a:avLst/>
          </a:prstGeom>
          <a:noFill/>
          <a:ln w="9525">
            <a:noFill/>
            <a:miter lim="800000"/>
            <a:headEnd/>
            <a:tailEnd/>
          </a:ln>
        </p:spPr>
      </p:pic>
      <p:pic>
        <p:nvPicPr>
          <p:cNvPr id="6" name="Picture 11" descr="Visual Identitiy Band"/>
          <p:cNvPicPr preferRelativeResize="0">
            <a:picLocks noChangeArrowheads="1"/>
          </p:cNvPicPr>
          <p:nvPr/>
        </p:nvPicPr>
        <p:blipFill>
          <a:blip r:embed="rId4" cstate="print"/>
          <a:srcRect/>
          <a:stretch>
            <a:fillRect/>
          </a:stretch>
        </p:blipFill>
        <p:spPr bwMode="auto">
          <a:xfrm>
            <a:off x="0" y="2379663"/>
            <a:ext cx="10693400" cy="63500"/>
          </a:xfrm>
          <a:prstGeom prst="rect">
            <a:avLst/>
          </a:prstGeom>
          <a:noFill/>
          <a:ln w="9525">
            <a:noFill/>
            <a:miter lim="800000"/>
            <a:headEnd/>
            <a:tailEnd/>
          </a:ln>
        </p:spPr>
      </p:pic>
      <p:pic>
        <p:nvPicPr>
          <p:cNvPr id="7" name="Picture 12" descr="SCB Logo"/>
          <p:cNvPicPr preferRelativeResize="0">
            <a:picLocks noChangeAspect="1" noChangeArrowheads="1"/>
          </p:cNvPicPr>
          <p:nvPr/>
        </p:nvPicPr>
        <p:blipFill>
          <a:blip r:embed="rId5" cstate="print"/>
          <a:srcRect/>
          <a:stretch>
            <a:fillRect/>
          </a:stretch>
        </p:blipFill>
        <p:spPr bwMode="auto">
          <a:xfrm>
            <a:off x="8732841" y="1570038"/>
            <a:ext cx="1517650" cy="579437"/>
          </a:xfrm>
          <a:prstGeom prst="rect">
            <a:avLst/>
          </a:prstGeom>
          <a:noFill/>
          <a:ln w="9525">
            <a:noFill/>
            <a:miter lim="800000"/>
            <a:headEnd/>
            <a:tailEnd/>
          </a:ln>
        </p:spPr>
      </p:pic>
      <p:sp>
        <p:nvSpPr>
          <p:cNvPr id="8" name="Text Box 19"/>
          <p:cNvSpPr txBox="1">
            <a:spLocks noChangeArrowheads="1"/>
          </p:cNvSpPr>
          <p:nvPr/>
        </p:nvSpPr>
        <p:spPr bwMode="auto">
          <a:xfrm>
            <a:off x="412751" y="671513"/>
            <a:ext cx="9867900" cy="515937"/>
          </a:xfrm>
          <a:prstGeom prst="rect">
            <a:avLst/>
          </a:prstGeom>
          <a:noFill/>
          <a:ln w="9525">
            <a:noFill/>
            <a:miter lim="800000"/>
            <a:headEnd/>
            <a:tailEnd/>
          </a:ln>
        </p:spPr>
        <p:txBody>
          <a:bodyPr lIns="100625" tIns="50336" rIns="100625" bIns="50336">
            <a:spAutoFit/>
          </a:bodyPr>
          <a:lstStyle/>
          <a:p>
            <a:pPr defTabSz="1006654">
              <a:spcBef>
                <a:spcPct val="50000"/>
              </a:spcBef>
              <a:defRPr/>
            </a:pPr>
            <a:endParaRPr lang="en-GB" sz="2700" b="1" baseline="0" dirty="0">
              <a:latin typeface="Arial"/>
            </a:endParaRPr>
          </a:p>
        </p:txBody>
      </p:sp>
      <p:sp>
        <p:nvSpPr>
          <p:cNvPr id="2727940" name="Rectangle 18"/>
          <p:cNvSpPr>
            <a:spLocks noGrp="1" noChangeArrowheads="1"/>
          </p:cNvSpPr>
          <p:nvPr>
            <p:ph type="subTitle" idx="1"/>
          </p:nvPr>
        </p:nvSpPr>
        <p:spPr>
          <a:xfrm>
            <a:off x="668338" y="5124450"/>
            <a:ext cx="8108950" cy="2436813"/>
          </a:xfrm>
        </p:spPr>
        <p:txBody>
          <a:bodyPr/>
          <a:lstStyle>
            <a:lvl1pPr marL="0" indent="0">
              <a:defRPr sz="2900" b="0" smtClean="0">
                <a:solidFill>
                  <a:schemeClr val="hlink"/>
                </a:solidFill>
              </a:defRPr>
            </a:lvl1pPr>
          </a:lstStyle>
          <a:p>
            <a:r>
              <a:rPr lang="en-AU" smtClean="0"/>
              <a:t>Click to edit Master subtitle style</a:t>
            </a:r>
          </a:p>
        </p:txBody>
      </p:sp>
      <p:sp>
        <p:nvSpPr>
          <p:cNvPr id="2727942" name="Rectangle 20"/>
          <p:cNvSpPr>
            <a:spLocks noGrp="1" noChangeArrowheads="1"/>
          </p:cNvSpPr>
          <p:nvPr>
            <p:ph type="ctrTitle"/>
          </p:nvPr>
        </p:nvSpPr>
        <p:spPr>
          <a:xfrm>
            <a:off x="668339" y="2349500"/>
            <a:ext cx="8274050" cy="2425700"/>
          </a:xfrm>
        </p:spPr>
        <p:txBody>
          <a:bodyPr/>
          <a:lstStyle>
            <a:lvl1pPr>
              <a:defRPr sz="3700" smtClean="0">
                <a:solidFill>
                  <a:schemeClr val="bg1"/>
                </a:solidFill>
              </a:defRPr>
            </a:lvl1pPr>
          </a:lstStyle>
          <a:p>
            <a:r>
              <a:rPr lang="en-AU" smtClean="0"/>
              <a:t>Click to edit Master title style</a:t>
            </a:r>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785" y="4859560"/>
            <a:ext cx="9090025" cy="15017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844785" y="3205166"/>
            <a:ext cx="9090025" cy="1654175"/>
          </a:xfrm>
        </p:spPr>
        <p:txBody>
          <a:bodyPr anchor="b"/>
          <a:lstStyle>
            <a:lvl1pPr marL="0" indent="0">
              <a:buNone/>
              <a:defRPr sz="2100"/>
            </a:lvl1pPr>
            <a:lvl2pPr marL="441231" indent="0">
              <a:buNone/>
              <a:defRPr sz="1800"/>
            </a:lvl2pPr>
            <a:lvl3pPr marL="882522" indent="0">
              <a:buNone/>
              <a:defRPr sz="1600"/>
            </a:lvl3pPr>
            <a:lvl4pPr marL="1323795" indent="0">
              <a:buNone/>
              <a:defRPr sz="1400"/>
            </a:lvl4pPr>
            <a:lvl5pPr marL="1765066" indent="0">
              <a:buNone/>
              <a:defRPr sz="1400"/>
            </a:lvl5pPr>
            <a:lvl6pPr marL="2206349" indent="0">
              <a:buNone/>
              <a:defRPr sz="1400"/>
            </a:lvl6pPr>
            <a:lvl7pPr marL="2647608" indent="0">
              <a:buNone/>
              <a:defRPr sz="1400"/>
            </a:lvl7pPr>
            <a:lvl8pPr marL="3088871" indent="0">
              <a:buNone/>
              <a:defRPr sz="1400"/>
            </a:lvl8pPr>
            <a:lvl9pPr marL="3530143" indent="0">
              <a:buNone/>
              <a:defRPr sz="1400"/>
            </a:lvl9pPr>
          </a:lstStyle>
          <a:p>
            <a:pPr lvl="0"/>
            <a:r>
              <a:rPr lang="en-US"/>
              <a:t>Click to edit Master text styles</a:t>
            </a:r>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46323" y="1512888"/>
            <a:ext cx="4821237" cy="5276850"/>
          </a:xfrm>
        </p:spPr>
        <p:txBody>
          <a:bodyPr/>
          <a:lstStyle>
            <a:lvl1pPr>
              <a:defRPr sz="29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19961" y="1512888"/>
            <a:ext cx="4822825" cy="5276850"/>
          </a:xfrm>
        </p:spPr>
        <p:txBody>
          <a:bodyPr/>
          <a:lstStyle>
            <a:lvl1pPr>
              <a:defRPr sz="29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223" y="303219"/>
            <a:ext cx="9623425" cy="1260475"/>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34991" y="1692277"/>
            <a:ext cx="4724400" cy="704850"/>
          </a:xfrm>
        </p:spPr>
        <p:txBody>
          <a:bodyPr anchor="b"/>
          <a:lstStyle>
            <a:lvl1pPr marL="0" indent="0">
              <a:buNone/>
              <a:defRPr sz="2400" b="1"/>
            </a:lvl1pPr>
            <a:lvl2pPr marL="441231" indent="0">
              <a:buNone/>
              <a:defRPr sz="2100" b="1"/>
            </a:lvl2pPr>
            <a:lvl3pPr marL="882522" indent="0">
              <a:buNone/>
              <a:defRPr sz="1800" b="1"/>
            </a:lvl3pPr>
            <a:lvl4pPr marL="1323795" indent="0">
              <a:buNone/>
              <a:defRPr sz="1600" b="1"/>
            </a:lvl4pPr>
            <a:lvl5pPr marL="1765066" indent="0">
              <a:buNone/>
              <a:defRPr sz="1600" b="1"/>
            </a:lvl5pPr>
            <a:lvl6pPr marL="2206349" indent="0">
              <a:buNone/>
              <a:defRPr sz="1600" b="1"/>
            </a:lvl6pPr>
            <a:lvl7pPr marL="2647608" indent="0">
              <a:buNone/>
              <a:defRPr sz="1600" b="1"/>
            </a:lvl7pPr>
            <a:lvl8pPr marL="3088871" indent="0">
              <a:buNone/>
              <a:defRPr sz="1600" b="1"/>
            </a:lvl8pPr>
            <a:lvl9pPr marL="3530143" indent="0">
              <a:buNone/>
              <a:defRPr sz="1600" b="1"/>
            </a:lvl9pPr>
          </a:lstStyle>
          <a:p>
            <a:pPr lvl="0"/>
            <a:r>
              <a:rPr lang="en-US"/>
              <a:t>Click to edit Master text styles</a:t>
            </a:r>
          </a:p>
        </p:txBody>
      </p:sp>
      <p:sp>
        <p:nvSpPr>
          <p:cNvPr id="4" name="Content Placeholder 3"/>
          <p:cNvSpPr>
            <a:spLocks noGrp="1"/>
          </p:cNvSpPr>
          <p:nvPr>
            <p:ph sz="half" idx="2"/>
          </p:nvPr>
        </p:nvSpPr>
        <p:spPr>
          <a:xfrm>
            <a:off x="534991" y="2397128"/>
            <a:ext cx="4724400" cy="4357688"/>
          </a:xfrm>
        </p:spPr>
        <p:txBody>
          <a:bodyPr/>
          <a:lstStyle>
            <a:lvl1pPr>
              <a:defRPr sz="24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432429" y="1692277"/>
            <a:ext cx="4725988" cy="704850"/>
          </a:xfrm>
        </p:spPr>
        <p:txBody>
          <a:bodyPr anchor="b"/>
          <a:lstStyle>
            <a:lvl1pPr marL="0" indent="0">
              <a:buNone/>
              <a:defRPr sz="2400" b="1"/>
            </a:lvl1pPr>
            <a:lvl2pPr marL="441231" indent="0">
              <a:buNone/>
              <a:defRPr sz="2100" b="1"/>
            </a:lvl2pPr>
            <a:lvl3pPr marL="882522" indent="0">
              <a:buNone/>
              <a:defRPr sz="1800" b="1"/>
            </a:lvl3pPr>
            <a:lvl4pPr marL="1323795" indent="0">
              <a:buNone/>
              <a:defRPr sz="1600" b="1"/>
            </a:lvl4pPr>
            <a:lvl5pPr marL="1765066" indent="0">
              <a:buNone/>
              <a:defRPr sz="1600" b="1"/>
            </a:lvl5pPr>
            <a:lvl6pPr marL="2206349" indent="0">
              <a:buNone/>
              <a:defRPr sz="1600" b="1"/>
            </a:lvl6pPr>
            <a:lvl7pPr marL="2647608" indent="0">
              <a:buNone/>
              <a:defRPr sz="1600" b="1"/>
            </a:lvl7pPr>
            <a:lvl8pPr marL="3088871" indent="0">
              <a:buNone/>
              <a:defRPr sz="1600" b="1"/>
            </a:lvl8pPr>
            <a:lvl9pPr marL="353014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32429" y="2397128"/>
            <a:ext cx="4725988" cy="4357688"/>
          </a:xfrm>
        </p:spPr>
        <p:txBody>
          <a:bodyPr/>
          <a:lstStyle>
            <a:lvl1pPr>
              <a:defRPr sz="24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222" y="301630"/>
            <a:ext cx="3517901" cy="1281113"/>
          </a:xfrm>
        </p:spPr>
        <p:txBody>
          <a:bodyPr anchor="b"/>
          <a:lstStyle>
            <a:lvl1pPr algn="l">
              <a:defRPr sz="2100" b="1"/>
            </a:lvl1pPr>
          </a:lstStyle>
          <a:p>
            <a:r>
              <a:rPr lang="en-US"/>
              <a:t>Click to edit Master title style</a:t>
            </a:r>
          </a:p>
        </p:txBody>
      </p:sp>
      <p:sp>
        <p:nvSpPr>
          <p:cNvPr id="3" name="Content Placeholder 2"/>
          <p:cNvSpPr>
            <a:spLocks noGrp="1"/>
          </p:cNvSpPr>
          <p:nvPr>
            <p:ph idx="1"/>
          </p:nvPr>
        </p:nvSpPr>
        <p:spPr>
          <a:xfrm>
            <a:off x="4181479" y="301625"/>
            <a:ext cx="5976938" cy="6453188"/>
          </a:xfrm>
        </p:spPr>
        <p:txBody>
          <a:bodyPr/>
          <a:lstStyle>
            <a:lvl1pPr>
              <a:defRPr sz="3200"/>
            </a:lvl1pPr>
            <a:lvl2pPr>
              <a:defRPr sz="29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5222" y="1582959"/>
            <a:ext cx="3517901" cy="5172075"/>
          </a:xfrm>
        </p:spPr>
        <p:txBody>
          <a:bodyPr/>
          <a:lstStyle>
            <a:lvl1pPr marL="0" indent="0">
              <a:buNone/>
              <a:defRPr sz="1400"/>
            </a:lvl1pPr>
            <a:lvl2pPr marL="441231" indent="0">
              <a:buNone/>
              <a:defRPr sz="1300"/>
            </a:lvl2pPr>
            <a:lvl3pPr marL="882522" indent="0">
              <a:buNone/>
              <a:defRPr sz="1000"/>
            </a:lvl3pPr>
            <a:lvl4pPr marL="1323795" indent="0">
              <a:buNone/>
              <a:defRPr sz="900"/>
            </a:lvl4pPr>
            <a:lvl5pPr marL="1765066" indent="0">
              <a:buNone/>
              <a:defRPr sz="900"/>
            </a:lvl5pPr>
            <a:lvl6pPr marL="2206349" indent="0">
              <a:buNone/>
              <a:defRPr sz="900"/>
            </a:lvl6pPr>
            <a:lvl7pPr marL="2647608" indent="0">
              <a:buNone/>
              <a:defRPr sz="900"/>
            </a:lvl7pPr>
            <a:lvl8pPr marL="3088871" indent="0">
              <a:buNone/>
              <a:defRPr sz="900"/>
            </a:lvl8pPr>
            <a:lvl9pPr marL="3530143" indent="0">
              <a:buNone/>
              <a:defRPr sz="900"/>
            </a:lvl9pPr>
          </a:lstStyle>
          <a:p>
            <a:pPr lvl="0"/>
            <a:r>
              <a:rPr lang="en-US"/>
              <a:t>Click to edit Master text styles</a:t>
            </a:r>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95735" y="5292725"/>
            <a:ext cx="6416675" cy="625475"/>
          </a:xfrm>
        </p:spPr>
        <p:txBody>
          <a:bodyPr anchor="b"/>
          <a:lstStyle>
            <a:lvl1pPr algn="l">
              <a:defRPr sz="2100" b="1"/>
            </a:lvl1pPr>
          </a:lstStyle>
          <a:p>
            <a:r>
              <a:rPr lang="en-US"/>
              <a:t>Click to edit Master title style</a:t>
            </a:r>
          </a:p>
        </p:txBody>
      </p:sp>
      <p:sp>
        <p:nvSpPr>
          <p:cNvPr id="3" name="Picture Placeholder 2"/>
          <p:cNvSpPr>
            <a:spLocks noGrp="1"/>
          </p:cNvSpPr>
          <p:nvPr>
            <p:ph type="pic" idx="1"/>
          </p:nvPr>
        </p:nvSpPr>
        <p:spPr>
          <a:xfrm>
            <a:off x="2095735" y="676275"/>
            <a:ext cx="6416675" cy="4535488"/>
          </a:xfrm>
        </p:spPr>
        <p:txBody>
          <a:bodyPr/>
          <a:lstStyle>
            <a:lvl1pPr marL="0" indent="0">
              <a:buNone/>
              <a:defRPr sz="3200"/>
            </a:lvl1pPr>
            <a:lvl2pPr marL="441231" indent="0">
              <a:buNone/>
              <a:defRPr sz="2900"/>
            </a:lvl2pPr>
            <a:lvl3pPr marL="882522" indent="0">
              <a:buNone/>
              <a:defRPr sz="2400"/>
            </a:lvl3pPr>
            <a:lvl4pPr marL="1323795" indent="0">
              <a:buNone/>
              <a:defRPr sz="2100"/>
            </a:lvl4pPr>
            <a:lvl5pPr marL="1765066" indent="0">
              <a:buNone/>
              <a:defRPr sz="2100"/>
            </a:lvl5pPr>
            <a:lvl6pPr marL="2206349" indent="0">
              <a:buNone/>
              <a:defRPr sz="2100"/>
            </a:lvl6pPr>
            <a:lvl7pPr marL="2647608" indent="0">
              <a:buNone/>
              <a:defRPr sz="2100"/>
            </a:lvl7pPr>
            <a:lvl8pPr marL="3088871" indent="0">
              <a:buNone/>
              <a:defRPr sz="2100"/>
            </a:lvl8pPr>
            <a:lvl9pPr marL="3530143" indent="0">
              <a:buNone/>
              <a:defRPr sz="2100"/>
            </a:lvl9pPr>
          </a:lstStyle>
          <a:p>
            <a:pPr lvl="0"/>
            <a:endParaRPr lang="en-US" noProof="0"/>
          </a:p>
        </p:txBody>
      </p:sp>
      <p:sp>
        <p:nvSpPr>
          <p:cNvPr id="4" name="Text Placeholder 3"/>
          <p:cNvSpPr>
            <a:spLocks noGrp="1"/>
          </p:cNvSpPr>
          <p:nvPr>
            <p:ph type="body" sz="half" idx="2"/>
          </p:nvPr>
        </p:nvSpPr>
        <p:spPr>
          <a:xfrm>
            <a:off x="2095735" y="5918201"/>
            <a:ext cx="6416675" cy="887413"/>
          </a:xfrm>
        </p:spPr>
        <p:txBody>
          <a:bodyPr/>
          <a:lstStyle>
            <a:lvl1pPr marL="0" indent="0">
              <a:buNone/>
              <a:defRPr sz="1400"/>
            </a:lvl1pPr>
            <a:lvl2pPr marL="441231" indent="0">
              <a:buNone/>
              <a:defRPr sz="1300"/>
            </a:lvl2pPr>
            <a:lvl3pPr marL="882522" indent="0">
              <a:buNone/>
              <a:defRPr sz="1000"/>
            </a:lvl3pPr>
            <a:lvl4pPr marL="1323795" indent="0">
              <a:buNone/>
              <a:defRPr sz="900"/>
            </a:lvl4pPr>
            <a:lvl5pPr marL="1765066" indent="0">
              <a:buNone/>
              <a:defRPr sz="900"/>
            </a:lvl5pPr>
            <a:lvl6pPr marL="2206349" indent="0">
              <a:buNone/>
              <a:defRPr sz="900"/>
            </a:lvl6pPr>
            <a:lvl7pPr marL="2647608" indent="0">
              <a:buNone/>
              <a:defRPr sz="900"/>
            </a:lvl7pPr>
            <a:lvl8pPr marL="3088871" indent="0">
              <a:buNone/>
              <a:defRPr sz="900"/>
            </a:lvl8pPr>
            <a:lvl9pPr marL="3530143" indent="0">
              <a:buNone/>
              <a:defRPr sz="900"/>
            </a:lvl9pPr>
          </a:lstStyle>
          <a:p>
            <a:pPr lvl="0"/>
            <a:r>
              <a:rPr lang="en-US"/>
              <a:t>Click to edit Master text styles</a:t>
            </a:r>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813910" y="368303"/>
            <a:ext cx="2466975" cy="64214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12751" y="368303"/>
            <a:ext cx="7248525" cy="64214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a:t>Click to edit Master title style</a:t>
            </a:r>
          </a:p>
        </p:txBody>
      </p:sp>
      <p:sp>
        <p:nvSpPr>
          <p:cNvPr id="3" name="Text Placeholder 2"/>
          <p:cNvSpPr>
            <a:spLocks noGrp="1"/>
          </p:cNvSpPr>
          <p:nvPr>
            <p:ph type="body" sz="half" idx="1"/>
          </p:nvPr>
        </p:nvSpPr>
        <p:spPr>
          <a:xfrm>
            <a:off x="446323" y="1512888"/>
            <a:ext cx="4821237" cy="5276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19961" y="1512888"/>
            <a:ext cx="4822825" cy="5276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6" descr="Here for good"/>
          <p:cNvPicPr>
            <a:picLocks noChangeAspect="1" noChangeArrowheads="1"/>
          </p:cNvPicPr>
          <p:nvPr userDrawn="1"/>
        </p:nvPicPr>
        <p:blipFill>
          <a:blip r:embed="rId2" cstate="print"/>
          <a:srcRect/>
          <a:stretch>
            <a:fillRect/>
          </a:stretch>
        </p:blipFill>
        <p:spPr bwMode="auto">
          <a:xfrm>
            <a:off x="7967663" y="6615113"/>
            <a:ext cx="2360612" cy="552450"/>
          </a:xfrm>
          <a:prstGeom prst="rect">
            <a:avLst/>
          </a:prstGeom>
          <a:noFill/>
          <a:ln w="9525">
            <a:noFill/>
            <a:miter lim="800000"/>
            <a:headEnd/>
            <a:tailEnd/>
          </a:ln>
        </p:spPr>
      </p:pic>
      <p:pic>
        <p:nvPicPr>
          <p:cNvPr id="5" name="Picture 23"/>
          <p:cNvPicPr>
            <a:picLocks noChangeAspect="1" noChangeArrowheads="1"/>
          </p:cNvPicPr>
          <p:nvPr userDrawn="1"/>
        </p:nvPicPr>
        <p:blipFill>
          <a:blip r:embed="rId3" cstate="print"/>
          <a:srcRect/>
          <a:stretch>
            <a:fillRect/>
          </a:stretch>
        </p:blipFill>
        <p:spPr bwMode="auto">
          <a:xfrm>
            <a:off x="0" y="2438405"/>
            <a:ext cx="10693400" cy="2506663"/>
          </a:xfrm>
          <a:prstGeom prst="rect">
            <a:avLst/>
          </a:prstGeom>
          <a:noFill/>
          <a:ln w="9525">
            <a:noFill/>
            <a:miter lim="800000"/>
            <a:headEnd/>
            <a:tailEnd/>
          </a:ln>
        </p:spPr>
      </p:pic>
      <p:pic>
        <p:nvPicPr>
          <p:cNvPr id="6" name="Picture 19" descr="Visual Identitiy Band"/>
          <p:cNvPicPr preferRelativeResize="0">
            <a:picLocks noChangeArrowheads="1"/>
          </p:cNvPicPr>
          <p:nvPr userDrawn="1"/>
        </p:nvPicPr>
        <p:blipFill>
          <a:blip r:embed="rId4" cstate="print"/>
          <a:srcRect/>
          <a:stretch>
            <a:fillRect/>
          </a:stretch>
        </p:blipFill>
        <p:spPr bwMode="auto">
          <a:xfrm>
            <a:off x="0" y="2381470"/>
            <a:ext cx="10693400" cy="61913"/>
          </a:xfrm>
          <a:prstGeom prst="rect">
            <a:avLst/>
          </a:prstGeom>
          <a:noFill/>
          <a:ln w="9525">
            <a:noFill/>
            <a:miter lim="800000"/>
            <a:headEnd/>
            <a:tailEnd/>
          </a:ln>
        </p:spPr>
      </p:pic>
      <p:pic>
        <p:nvPicPr>
          <p:cNvPr id="7" name="Picture 20" descr="SCB Logo"/>
          <p:cNvPicPr preferRelativeResize="0">
            <a:picLocks noChangeAspect="1" noChangeArrowheads="1"/>
          </p:cNvPicPr>
          <p:nvPr userDrawn="1"/>
        </p:nvPicPr>
        <p:blipFill>
          <a:blip r:embed="rId5" cstate="print"/>
          <a:srcRect/>
          <a:stretch>
            <a:fillRect/>
          </a:stretch>
        </p:blipFill>
        <p:spPr bwMode="auto">
          <a:xfrm>
            <a:off x="8732841" y="1570038"/>
            <a:ext cx="1517650" cy="579437"/>
          </a:xfrm>
          <a:prstGeom prst="rect">
            <a:avLst/>
          </a:prstGeom>
          <a:noFill/>
          <a:ln w="9525">
            <a:noFill/>
            <a:miter lim="800000"/>
            <a:headEnd/>
            <a:tailEnd/>
          </a:ln>
        </p:spPr>
      </p:pic>
      <p:sp>
        <p:nvSpPr>
          <p:cNvPr id="623634" name="Rectangle 18"/>
          <p:cNvSpPr>
            <a:spLocks noGrp="1" noChangeArrowheads="1"/>
          </p:cNvSpPr>
          <p:nvPr>
            <p:ph type="subTitle" idx="1"/>
          </p:nvPr>
        </p:nvSpPr>
        <p:spPr>
          <a:xfrm>
            <a:off x="669925" y="5124450"/>
            <a:ext cx="8108950" cy="2436813"/>
          </a:xfrm>
        </p:spPr>
        <p:txBody>
          <a:bodyPr tIns="50368" rIns="100696" bIns="50368"/>
          <a:lstStyle>
            <a:lvl1pPr>
              <a:spcBef>
                <a:spcPct val="0"/>
              </a:spcBef>
              <a:spcAft>
                <a:spcPct val="0"/>
              </a:spcAft>
              <a:defRPr sz="2900" b="0">
                <a:solidFill>
                  <a:srgbClr val="6C6C6C"/>
                </a:solidFill>
              </a:defRPr>
            </a:lvl1pPr>
          </a:lstStyle>
          <a:p>
            <a:r>
              <a:rPr lang="en-US" dirty="0"/>
              <a:t>Click to edit Master subtitle style</a:t>
            </a:r>
          </a:p>
        </p:txBody>
      </p:sp>
      <p:sp>
        <p:nvSpPr>
          <p:cNvPr id="623633" name="Rectangle 17"/>
          <p:cNvSpPr>
            <a:spLocks noGrp="1" noChangeArrowheads="1"/>
          </p:cNvSpPr>
          <p:nvPr>
            <p:ph type="ctrTitle"/>
          </p:nvPr>
        </p:nvSpPr>
        <p:spPr>
          <a:xfrm>
            <a:off x="669926" y="2522543"/>
            <a:ext cx="8274050" cy="2424112"/>
          </a:xfrm>
        </p:spPr>
        <p:txBody>
          <a:bodyPr/>
          <a:lstStyle>
            <a:lvl1pPr>
              <a:defRPr sz="3700">
                <a:solidFill>
                  <a:schemeClr val="bg1"/>
                </a:solidFill>
              </a:defRPr>
            </a:lvl1pPr>
          </a:lstStyle>
          <a:p>
            <a:r>
              <a:rPr lang="en-US"/>
              <a:t>Click to edit Master title style</a:t>
            </a:r>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6C6C6C"/>
                </a:solidFill>
              </a:defRPr>
            </a:lvl1pPr>
          </a:lstStyle>
          <a:p>
            <a:r>
              <a:rPr lang="en-US" dirty="0" smtClean="0"/>
              <a:t>Click to edit Master title style</a:t>
            </a:r>
            <a:endParaRPr lang="en-GB" dirty="0"/>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Footer Placeholder 11"/>
          <p:cNvSpPr>
            <a:spLocks noGrp="1"/>
          </p:cNvSpPr>
          <p:nvPr>
            <p:ph type="ftr" sz="quarter" idx="10"/>
          </p:nvPr>
        </p:nvSpPr>
        <p:spPr/>
        <p:txBody>
          <a:bodyPr/>
          <a:lstStyle>
            <a:lvl1pPr>
              <a:defRPr/>
            </a:lvl1pPr>
          </a:lstStyle>
          <a:p>
            <a:pPr>
              <a:defRPr/>
            </a:pPr>
            <a:endParaRPr lang="en-GB"/>
          </a:p>
        </p:txBody>
      </p:sp>
      <p:sp>
        <p:nvSpPr>
          <p:cNvPr id="5" name="Slide Number Placeholder 12"/>
          <p:cNvSpPr>
            <a:spLocks noGrp="1"/>
          </p:cNvSpPr>
          <p:nvPr>
            <p:ph type="sldNum" sz="quarter" idx="11"/>
          </p:nvPr>
        </p:nvSpPr>
        <p:spPr/>
        <p:txBody>
          <a:bodyPr/>
          <a:lstStyle>
            <a:lvl1pPr>
              <a:defRPr/>
            </a:lvl1pPr>
          </a:lstStyle>
          <a:p>
            <a:pPr>
              <a:defRPr/>
            </a:pPr>
            <a:fld id="{5EF72BD3-4626-4AD2-BA8D-72AB6ECD9800}" type="slidenum">
              <a:rPr lang="en-GB"/>
              <a:pPr>
                <a:defRPr/>
              </a:pPr>
              <a:t>‹#›</a:t>
            </a:fld>
            <a:endParaRPr lang="en-GB" dirty="0"/>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3" name="Picture 2" descr="Visual Identitiy Band"/>
          <p:cNvPicPr preferRelativeResize="0">
            <a:picLocks noChangeArrowheads="1"/>
          </p:cNvPicPr>
          <p:nvPr userDrawn="1"/>
        </p:nvPicPr>
        <p:blipFill>
          <a:blip r:embed="rId2" cstate="print"/>
          <a:srcRect/>
          <a:stretch>
            <a:fillRect/>
          </a:stretch>
        </p:blipFill>
        <p:spPr bwMode="auto">
          <a:xfrm>
            <a:off x="0" y="2381470"/>
            <a:ext cx="10693400" cy="61913"/>
          </a:xfrm>
          <a:prstGeom prst="rect">
            <a:avLst/>
          </a:prstGeom>
          <a:noFill/>
          <a:ln w="9525">
            <a:noFill/>
            <a:miter lim="800000"/>
            <a:headEnd/>
            <a:tailEnd/>
          </a:ln>
        </p:spPr>
      </p:pic>
      <p:pic>
        <p:nvPicPr>
          <p:cNvPr id="4" name="Picture 2"/>
          <p:cNvPicPr>
            <a:picLocks noChangeAspect="1" noChangeArrowheads="1"/>
          </p:cNvPicPr>
          <p:nvPr userDrawn="1"/>
        </p:nvPicPr>
        <p:blipFill>
          <a:blip r:embed="rId3" cstate="print"/>
          <a:srcRect/>
          <a:stretch>
            <a:fillRect/>
          </a:stretch>
        </p:blipFill>
        <p:spPr bwMode="gray">
          <a:xfrm>
            <a:off x="450850" y="7021734"/>
            <a:ext cx="952500" cy="363537"/>
          </a:xfrm>
          <a:prstGeom prst="rect">
            <a:avLst/>
          </a:prstGeom>
          <a:noFill/>
          <a:ln w="9525">
            <a:noFill/>
            <a:miter lim="800000"/>
            <a:headEnd/>
            <a:tailEnd/>
          </a:ln>
        </p:spPr>
      </p:pic>
      <p:sp>
        <p:nvSpPr>
          <p:cNvPr id="2" name="Title 1"/>
          <p:cNvSpPr>
            <a:spLocks noGrp="1"/>
          </p:cNvSpPr>
          <p:nvPr>
            <p:ph type="title"/>
          </p:nvPr>
        </p:nvSpPr>
        <p:spPr>
          <a:xfrm>
            <a:off x="667512" y="2523750"/>
            <a:ext cx="8833104" cy="2423160"/>
          </a:xfrm>
        </p:spPr>
        <p:txBody>
          <a:bodyPr/>
          <a:lstStyle>
            <a:lvl1pPr algn="l">
              <a:defRPr sz="3700" b="0" cap="none" baseline="0">
                <a:solidFill>
                  <a:srgbClr val="6C6C6C"/>
                </a:solidFill>
              </a:defRPr>
            </a:lvl1pPr>
          </a:lstStyle>
          <a:p>
            <a:r>
              <a:rPr lang="en-US" dirty="0" smtClean="0"/>
              <a:t>Click to edit Master title style</a:t>
            </a:r>
            <a:endParaRPr lang="en-GB" dirty="0"/>
          </a:p>
        </p:txBody>
      </p:sp>
      <p:sp>
        <p:nvSpPr>
          <p:cNvPr id="5" name="Footer Placeholder 11"/>
          <p:cNvSpPr>
            <a:spLocks noGrp="1"/>
          </p:cNvSpPr>
          <p:nvPr>
            <p:ph type="ftr" sz="quarter" idx="10"/>
          </p:nvPr>
        </p:nvSpPr>
        <p:spPr/>
        <p:txBody>
          <a:bodyPr/>
          <a:lstStyle>
            <a:lvl1pPr algn="r">
              <a:defRPr sz="900" dirty="0">
                <a:solidFill>
                  <a:srgbClr val="6C6C6C"/>
                </a:solidFill>
              </a:defRPr>
            </a:lvl1pPr>
          </a:lstStyle>
          <a:p>
            <a:pPr>
              <a:defRPr/>
            </a:pPr>
            <a:endParaRPr lang="en-GB"/>
          </a:p>
        </p:txBody>
      </p:sp>
      <p:sp>
        <p:nvSpPr>
          <p:cNvPr id="6" name="Slide Number Placeholder 12"/>
          <p:cNvSpPr>
            <a:spLocks noGrp="1"/>
          </p:cNvSpPr>
          <p:nvPr>
            <p:ph type="sldNum" sz="quarter" idx="11"/>
          </p:nvPr>
        </p:nvSpPr>
        <p:spPr/>
        <p:txBody>
          <a:bodyPr/>
          <a:lstStyle>
            <a:lvl1pPr algn="r">
              <a:defRPr sz="900" smtClean="0">
                <a:solidFill>
                  <a:srgbClr val="6C6C6C"/>
                </a:solidFill>
              </a:defRPr>
            </a:lvl1pPr>
          </a:lstStyle>
          <a:p>
            <a:pPr>
              <a:defRPr/>
            </a:pPr>
            <a:fld id="{006E5D09-FBEA-4CF5-AFDA-9738C41D37E9}" type="slidenum">
              <a:rPr lang="en-GB"/>
              <a:pPr>
                <a:defRPr/>
              </a:pPr>
              <a:t>‹#›</a:t>
            </a:fld>
            <a:endParaRPr lang="en-GB" dirty="0"/>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GB" dirty="0"/>
          </a:p>
        </p:txBody>
      </p:sp>
      <p:sp>
        <p:nvSpPr>
          <p:cNvPr id="3" name="Content Placeholder 2"/>
          <p:cNvSpPr>
            <a:spLocks noGrp="1"/>
          </p:cNvSpPr>
          <p:nvPr>
            <p:ph sz="half" idx="1"/>
          </p:nvPr>
        </p:nvSpPr>
        <p:spPr>
          <a:xfrm>
            <a:off x="446321" y="1512888"/>
            <a:ext cx="4821237" cy="5276850"/>
          </a:xfrm>
        </p:spPr>
        <p:txBody>
          <a:bodyPr/>
          <a:lstStyle>
            <a:lvl1pPr>
              <a:defRPr sz="1600"/>
            </a:lvl1pPr>
            <a:lvl2pPr>
              <a:defRPr sz="1400"/>
            </a:lvl2pPr>
            <a:lvl3pPr>
              <a:defRPr sz="1400"/>
            </a:lvl3pPr>
            <a:lvl4pPr>
              <a:defRPr sz="14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half" idx="2"/>
          </p:nvPr>
        </p:nvSpPr>
        <p:spPr>
          <a:xfrm>
            <a:off x="5419959" y="1512888"/>
            <a:ext cx="4822825" cy="5276850"/>
          </a:xfrm>
        </p:spPr>
        <p:txBody>
          <a:bodyPr/>
          <a:lstStyle>
            <a:lvl1pPr>
              <a:defRPr sz="1600"/>
            </a:lvl1pPr>
            <a:lvl2pPr>
              <a:defRPr sz="1400"/>
            </a:lvl2pPr>
            <a:lvl3pPr>
              <a:defRPr sz="1400"/>
            </a:lvl3pPr>
            <a:lvl4pPr>
              <a:defRPr sz="14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Footer Placeholder 11"/>
          <p:cNvSpPr>
            <a:spLocks noGrp="1"/>
          </p:cNvSpPr>
          <p:nvPr>
            <p:ph type="ftr" sz="quarter" idx="10"/>
          </p:nvPr>
        </p:nvSpPr>
        <p:spPr/>
        <p:txBody>
          <a:bodyPr/>
          <a:lstStyle>
            <a:lvl1pPr>
              <a:defRPr/>
            </a:lvl1pPr>
          </a:lstStyle>
          <a:p>
            <a:pPr>
              <a:defRPr/>
            </a:pPr>
            <a:endParaRPr lang="en-GB"/>
          </a:p>
        </p:txBody>
      </p:sp>
      <p:sp>
        <p:nvSpPr>
          <p:cNvPr id="6" name="Slide Number Placeholder 12"/>
          <p:cNvSpPr>
            <a:spLocks noGrp="1"/>
          </p:cNvSpPr>
          <p:nvPr>
            <p:ph type="sldNum" sz="quarter" idx="11"/>
          </p:nvPr>
        </p:nvSpPr>
        <p:spPr/>
        <p:txBody>
          <a:bodyPr/>
          <a:lstStyle>
            <a:lvl1pPr>
              <a:defRPr/>
            </a:lvl1pPr>
          </a:lstStyle>
          <a:p>
            <a:pPr>
              <a:defRPr/>
            </a:pPr>
            <a:fld id="{5E6F5FC4-A14F-4691-9CE7-95D4A3B6273C}" type="slidenum">
              <a:rPr lang="en-GB"/>
              <a:pPr>
                <a:defRPr/>
              </a:pPr>
              <a:t>‹#›</a:t>
            </a:fld>
            <a:endParaRPr lang="en-GB" dirty="0"/>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Footer Placeholder 11"/>
          <p:cNvSpPr>
            <a:spLocks noGrp="1"/>
          </p:cNvSpPr>
          <p:nvPr>
            <p:ph type="ftr" sz="quarter" idx="10"/>
          </p:nvPr>
        </p:nvSpPr>
        <p:spPr/>
        <p:txBody>
          <a:bodyPr/>
          <a:lstStyle>
            <a:lvl1pPr>
              <a:defRPr/>
            </a:lvl1pPr>
          </a:lstStyle>
          <a:p>
            <a:pPr>
              <a:defRPr/>
            </a:pPr>
            <a:endParaRPr lang="en-GB"/>
          </a:p>
        </p:txBody>
      </p:sp>
      <p:sp>
        <p:nvSpPr>
          <p:cNvPr id="4" name="Slide Number Placeholder 12"/>
          <p:cNvSpPr>
            <a:spLocks noGrp="1"/>
          </p:cNvSpPr>
          <p:nvPr>
            <p:ph type="sldNum" sz="quarter" idx="11"/>
          </p:nvPr>
        </p:nvSpPr>
        <p:spPr/>
        <p:txBody>
          <a:bodyPr/>
          <a:lstStyle>
            <a:lvl1pPr>
              <a:defRPr/>
            </a:lvl1pPr>
          </a:lstStyle>
          <a:p>
            <a:pPr>
              <a:defRPr/>
            </a:pPr>
            <a:fld id="{01E8CFF3-9AFF-48E9-B86E-B1990CD083D5}" type="slidenum">
              <a:rPr lang="en-GB"/>
              <a:pPr>
                <a:defRPr/>
              </a:pPr>
              <a:t>‹#›</a:t>
            </a:fld>
            <a:endParaRPr lang="en-GB" dirty="0"/>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1"/>
          <p:cNvSpPr>
            <a:spLocks noGrp="1"/>
          </p:cNvSpPr>
          <p:nvPr>
            <p:ph type="ftr" sz="quarter" idx="10"/>
          </p:nvPr>
        </p:nvSpPr>
        <p:spPr/>
        <p:txBody>
          <a:bodyPr/>
          <a:lstStyle>
            <a:lvl1pPr>
              <a:defRPr/>
            </a:lvl1pPr>
          </a:lstStyle>
          <a:p>
            <a:pPr>
              <a:defRPr/>
            </a:pPr>
            <a:endParaRPr lang="en-GB"/>
          </a:p>
        </p:txBody>
      </p:sp>
      <p:sp>
        <p:nvSpPr>
          <p:cNvPr id="3" name="Slide Number Placeholder 12"/>
          <p:cNvSpPr>
            <a:spLocks noGrp="1"/>
          </p:cNvSpPr>
          <p:nvPr>
            <p:ph type="sldNum" sz="quarter" idx="11"/>
          </p:nvPr>
        </p:nvSpPr>
        <p:spPr/>
        <p:txBody>
          <a:bodyPr/>
          <a:lstStyle>
            <a:lvl1pPr>
              <a:defRPr/>
            </a:lvl1pPr>
          </a:lstStyle>
          <a:p>
            <a:pPr>
              <a:defRPr/>
            </a:pPr>
            <a:fld id="{B9A8DF7D-D70F-4F51-80B1-A15CE83EE17B}" type="slidenum">
              <a:rPr lang="en-GB"/>
              <a:pPr>
                <a:defRPr/>
              </a:pPr>
              <a:t>‹#›</a:t>
            </a:fld>
            <a:endParaRPr lang="en-GB" dirty="0"/>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Footer Placeholder 11"/>
          <p:cNvSpPr>
            <a:spLocks noGrp="1"/>
          </p:cNvSpPr>
          <p:nvPr>
            <p:ph type="ftr" sz="quarter" idx="10"/>
          </p:nvPr>
        </p:nvSpPr>
        <p:spPr/>
        <p:txBody>
          <a:bodyPr/>
          <a:lstStyle>
            <a:lvl1pPr>
              <a:defRPr/>
            </a:lvl1pPr>
          </a:lstStyle>
          <a:p>
            <a:pPr>
              <a:defRPr/>
            </a:pPr>
            <a:endParaRPr lang="en-GB"/>
          </a:p>
        </p:txBody>
      </p:sp>
      <p:sp>
        <p:nvSpPr>
          <p:cNvPr id="5" name="Slide Number Placeholder 12"/>
          <p:cNvSpPr>
            <a:spLocks noGrp="1"/>
          </p:cNvSpPr>
          <p:nvPr>
            <p:ph type="sldNum" sz="quarter" idx="11"/>
          </p:nvPr>
        </p:nvSpPr>
        <p:spPr/>
        <p:txBody>
          <a:bodyPr/>
          <a:lstStyle>
            <a:lvl1pPr>
              <a:defRPr/>
            </a:lvl1pPr>
          </a:lstStyle>
          <a:p>
            <a:pPr>
              <a:defRPr/>
            </a:pPr>
            <a:fld id="{6B5697B3-E7FE-4D32-8349-64F3338F39A4}" type="slidenum">
              <a:rPr lang="en-GB"/>
              <a:pPr>
                <a:defRPr/>
              </a:pPr>
              <a:t>‹#›</a:t>
            </a:fld>
            <a:endParaRPr lang="en-GB" dirty="0"/>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smtClean="0"/>
              <a:t>Click to edit Master title style</a:t>
            </a:r>
            <a:endParaRPr lang="en-GB"/>
          </a:p>
        </p:txBody>
      </p:sp>
      <p:sp>
        <p:nvSpPr>
          <p:cNvPr id="3" name="Text Placeholder 2"/>
          <p:cNvSpPr>
            <a:spLocks noGrp="1"/>
          </p:cNvSpPr>
          <p:nvPr>
            <p:ph type="body" sz="half" idx="1"/>
          </p:nvPr>
        </p:nvSpPr>
        <p:spPr>
          <a:xfrm>
            <a:off x="446321" y="1512888"/>
            <a:ext cx="4821237" cy="527685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half" idx="2"/>
          </p:nvPr>
        </p:nvSpPr>
        <p:spPr>
          <a:xfrm>
            <a:off x="5419959" y="1512888"/>
            <a:ext cx="4822825" cy="527685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Footer Placeholder 11"/>
          <p:cNvSpPr>
            <a:spLocks noGrp="1"/>
          </p:cNvSpPr>
          <p:nvPr>
            <p:ph type="ftr" sz="quarter" idx="10"/>
          </p:nvPr>
        </p:nvSpPr>
        <p:spPr/>
        <p:txBody>
          <a:bodyPr/>
          <a:lstStyle>
            <a:lvl1pPr>
              <a:defRPr/>
            </a:lvl1pPr>
          </a:lstStyle>
          <a:p>
            <a:pPr>
              <a:defRPr/>
            </a:pPr>
            <a:endParaRPr lang="en-GB"/>
          </a:p>
        </p:txBody>
      </p:sp>
      <p:sp>
        <p:nvSpPr>
          <p:cNvPr id="6" name="Slide Number Placeholder 12"/>
          <p:cNvSpPr>
            <a:spLocks noGrp="1"/>
          </p:cNvSpPr>
          <p:nvPr>
            <p:ph type="sldNum" sz="quarter" idx="11"/>
          </p:nvPr>
        </p:nvSpPr>
        <p:spPr/>
        <p:txBody>
          <a:bodyPr/>
          <a:lstStyle>
            <a:lvl1pPr>
              <a:defRPr/>
            </a:lvl1pPr>
          </a:lstStyle>
          <a:p>
            <a:pPr>
              <a:defRPr/>
            </a:pPr>
            <a:fld id="{2EFD293A-E1C8-4DDC-9222-ECD335807781}" type="slidenum">
              <a:rPr lang="en-GB"/>
              <a:pPr>
                <a:defRPr/>
              </a:pPr>
              <a:t>‹#›</a:t>
            </a:fld>
            <a:endParaRPr lang="en-GB" dirty="0"/>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smtClean="0"/>
              <a:t>Click to edit Master title style</a:t>
            </a:r>
            <a:endParaRPr lang="en-GB"/>
          </a:p>
        </p:txBody>
      </p:sp>
      <p:sp>
        <p:nvSpPr>
          <p:cNvPr id="3" name="Text Placeholder 2"/>
          <p:cNvSpPr>
            <a:spLocks noGrp="1"/>
          </p:cNvSpPr>
          <p:nvPr>
            <p:ph type="body" sz="half" idx="1"/>
          </p:nvPr>
        </p:nvSpPr>
        <p:spPr>
          <a:xfrm>
            <a:off x="446088" y="1512891"/>
            <a:ext cx="9796462"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half" idx="2"/>
          </p:nvPr>
        </p:nvSpPr>
        <p:spPr>
          <a:xfrm>
            <a:off x="446088" y="4227513"/>
            <a:ext cx="9796462"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Footer Placeholder 11"/>
          <p:cNvSpPr>
            <a:spLocks noGrp="1"/>
          </p:cNvSpPr>
          <p:nvPr>
            <p:ph type="ftr" sz="quarter" idx="10"/>
          </p:nvPr>
        </p:nvSpPr>
        <p:spPr/>
        <p:txBody>
          <a:bodyPr/>
          <a:lstStyle>
            <a:lvl1pPr>
              <a:defRPr/>
            </a:lvl1pPr>
          </a:lstStyle>
          <a:p>
            <a:pPr>
              <a:defRPr/>
            </a:pPr>
            <a:endParaRPr lang="en-GB"/>
          </a:p>
        </p:txBody>
      </p:sp>
      <p:sp>
        <p:nvSpPr>
          <p:cNvPr id="6" name="Slide Number Placeholder 12"/>
          <p:cNvSpPr>
            <a:spLocks noGrp="1"/>
          </p:cNvSpPr>
          <p:nvPr>
            <p:ph type="sldNum" sz="quarter" idx="11"/>
          </p:nvPr>
        </p:nvSpPr>
        <p:spPr/>
        <p:txBody>
          <a:bodyPr/>
          <a:lstStyle>
            <a:lvl1pPr>
              <a:defRPr/>
            </a:lvl1pPr>
          </a:lstStyle>
          <a:p>
            <a:pPr>
              <a:defRPr/>
            </a:pPr>
            <a:fld id="{6027278A-7A31-4964-B2A2-E9BFDD0BFE0D}" type="slidenum">
              <a:rPr lang="en-GB"/>
              <a:pPr>
                <a:defRPr/>
              </a:pPr>
              <a:t>‹#›</a:t>
            </a:fld>
            <a:endParaRPr lang="en-GB" dirty="0"/>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smtClean="0"/>
              <a:t>Click to edit Master title style</a:t>
            </a:r>
            <a:endParaRPr lang="en-GB"/>
          </a:p>
        </p:txBody>
      </p:sp>
      <p:sp>
        <p:nvSpPr>
          <p:cNvPr id="3" name="Content Placeholder 2"/>
          <p:cNvSpPr>
            <a:spLocks noGrp="1"/>
          </p:cNvSpPr>
          <p:nvPr>
            <p:ph sz="half" idx="1"/>
          </p:nvPr>
        </p:nvSpPr>
        <p:spPr>
          <a:xfrm>
            <a:off x="446321" y="1512888"/>
            <a:ext cx="4821237" cy="527685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Text Placeholder 3"/>
          <p:cNvSpPr>
            <a:spLocks noGrp="1"/>
          </p:cNvSpPr>
          <p:nvPr>
            <p:ph type="body" sz="half" idx="2"/>
          </p:nvPr>
        </p:nvSpPr>
        <p:spPr>
          <a:xfrm>
            <a:off x="5419959" y="1512888"/>
            <a:ext cx="4822825" cy="527685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Footer Placeholder 11"/>
          <p:cNvSpPr>
            <a:spLocks noGrp="1"/>
          </p:cNvSpPr>
          <p:nvPr>
            <p:ph type="ftr" sz="quarter" idx="10"/>
          </p:nvPr>
        </p:nvSpPr>
        <p:spPr/>
        <p:txBody>
          <a:bodyPr/>
          <a:lstStyle>
            <a:lvl1pPr>
              <a:defRPr/>
            </a:lvl1pPr>
          </a:lstStyle>
          <a:p>
            <a:pPr>
              <a:defRPr/>
            </a:pPr>
            <a:endParaRPr lang="en-GB"/>
          </a:p>
        </p:txBody>
      </p:sp>
      <p:sp>
        <p:nvSpPr>
          <p:cNvPr id="6" name="Slide Number Placeholder 12"/>
          <p:cNvSpPr>
            <a:spLocks noGrp="1"/>
          </p:cNvSpPr>
          <p:nvPr>
            <p:ph type="sldNum" sz="quarter" idx="11"/>
          </p:nvPr>
        </p:nvSpPr>
        <p:spPr/>
        <p:txBody>
          <a:bodyPr/>
          <a:lstStyle>
            <a:lvl1pPr>
              <a:defRPr/>
            </a:lvl1pPr>
          </a:lstStyle>
          <a:p>
            <a:pPr>
              <a:defRPr/>
            </a:pPr>
            <a:fld id="{F7A2EB0C-4418-4B78-A4DA-20A14292D5F0}" type="slidenum">
              <a:rPr lang="en-GB"/>
              <a:pPr>
                <a:defRPr/>
              </a:pPr>
              <a:t>‹#›</a:t>
            </a:fld>
            <a:endParaRPr lang="en-GB" dirty="0"/>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12751" y="368300"/>
            <a:ext cx="9867900" cy="587375"/>
          </a:xfrm>
        </p:spPr>
        <p:txBody>
          <a:bodyPr/>
          <a:lstStyle/>
          <a:p>
            <a:r>
              <a:rPr lang="en-US" smtClean="0"/>
              <a:t>Click to edit Master title style</a:t>
            </a:r>
            <a:endParaRPr lang="en-GB"/>
          </a:p>
        </p:txBody>
      </p:sp>
      <p:sp>
        <p:nvSpPr>
          <p:cNvPr id="3" name="Content Placeholder 2"/>
          <p:cNvSpPr>
            <a:spLocks noGrp="1"/>
          </p:cNvSpPr>
          <p:nvPr>
            <p:ph sz="quarter" idx="1"/>
          </p:nvPr>
        </p:nvSpPr>
        <p:spPr>
          <a:xfrm>
            <a:off x="446321" y="1512891"/>
            <a:ext cx="4821237"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quarter" idx="2"/>
          </p:nvPr>
        </p:nvSpPr>
        <p:spPr>
          <a:xfrm>
            <a:off x="5419959" y="1512891"/>
            <a:ext cx="4822825"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Content Placeholder 4"/>
          <p:cNvSpPr>
            <a:spLocks noGrp="1"/>
          </p:cNvSpPr>
          <p:nvPr>
            <p:ph sz="quarter" idx="3"/>
          </p:nvPr>
        </p:nvSpPr>
        <p:spPr>
          <a:xfrm>
            <a:off x="446321" y="4227513"/>
            <a:ext cx="4821237"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6" name="Content Placeholder 5"/>
          <p:cNvSpPr>
            <a:spLocks noGrp="1"/>
          </p:cNvSpPr>
          <p:nvPr>
            <p:ph sz="quarter" idx="4"/>
          </p:nvPr>
        </p:nvSpPr>
        <p:spPr>
          <a:xfrm>
            <a:off x="5419959" y="4227513"/>
            <a:ext cx="4822825"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7" name="Footer Placeholder 11"/>
          <p:cNvSpPr>
            <a:spLocks noGrp="1"/>
          </p:cNvSpPr>
          <p:nvPr>
            <p:ph type="ftr" sz="quarter" idx="10"/>
          </p:nvPr>
        </p:nvSpPr>
        <p:spPr/>
        <p:txBody>
          <a:bodyPr/>
          <a:lstStyle>
            <a:lvl1pPr>
              <a:defRPr/>
            </a:lvl1pPr>
          </a:lstStyle>
          <a:p>
            <a:pPr>
              <a:defRPr/>
            </a:pPr>
            <a:endParaRPr lang="en-GB"/>
          </a:p>
        </p:txBody>
      </p:sp>
      <p:sp>
        <p:nvSpPr>
          <p:cNvPr id="8" name="Slide Number Placeholder 12"/>
          <p:cNvSpPr>
            <a:spLocks noGrp="1"/>
          </p:cNvSpPr>
          <p:nvPr>
            <p:ph type="sldNum" sz="quarter" idx="11"/>
          </p:nvPr>
        </p:nvSpPr>
        <p:spPr/>
        <p:txBody>
          <a:bodyPr/>
          <a:lstStyle>
            <a:lvl1pPr>
              <a:defRPr/>
            </a:lvl1pPr>
          </a:lstStyle>
          <a:p>
            <a:pPr>
              <a:defRPr/>
            </a:pPr>
            <a:fld id="{B19B8844-1C3F-480A-A5D2-96E9E578880D}" type="slidenum">
              <a:rPr lang="en-GB"/>
              <a:pPr>
                <a:defRPr/>
              </a:pPr>
              <a:t>‹#›</a:t>
            </a:fld>
            <a:endParaRPr lang="en-GB" dirty="0"/>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smtClean="0"/>
              <a:t>Click to edit Master title style</a:t>
            </a:r>
            <a:endParaRPr lang="en-GB"/>
          </a:p>
        </p:txBody>
      </p:sp>
      <p:sp>
        <p:nvSpPr>
          <p:cNvPr id="3" name="Text Placeholder 2"/>
          <p:cNvSpPr>
            <a:spLocks noGrp="1"/>
          </p:cNvSpPr>
          <p:nvPr>
            <p:ph type="body" sz="half" idx="1"/>
          </p:nvPr>
        </p:nvSpPr>
        <p:spPr>
          <a:xfrm>
            <a:off x="446321" y="1512888"/>
            <a:ext cx="4821237" cy="527685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quarter" idx="2"/>
          </p:nvPr>
        </p:nvSpPr>
        <p:spPr>
          <a:xfrm>
            <a:off x="5419959" y="1512891"/>
            <a:ext cx="4822825"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Content Placeholder 4"/>
          <p:cNvSpPr>
            <a:spLocks noGrp="1"/>
          </p:cNvSpPr>
          <p:nvPr>
            <p:ph sz="quarter" idx="3"/>
          </p:nvPr>
        </p:nvSpPr>
        <p:spPr>
          <a:xfrm>
            <a:off x="5419959" y="4227513"/>
            <a:ext cx="4822825"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6" name="Footer Placeholder 11"/>
          <p:cNvSpPr>
            <a:spLocks noGrp="1"/>
          </p:cNvSpPr>
          <p:nvPr>
            <p:ph type="ftr" sz="quarter" idx="10"/>
          </p:nvPr>
        </p:nvSpPr>
        <p:spPr/>
        <p:txBody>
          <a:bodyPr/>
          <a:lstStyle>
            <a:lvl1pPr>
              <a:defRPr/>
            </a:lvl1pPr>
          </a:lstStyle>
          <a:p>
            <a:pPr>
              <a:defRPr/>
            </a:pPr>
            <a:endParaRPr lang="en-GB"/>
          </a:p>
        </p:txBody>
      </p:sp>
      <p:sp>
        <p:nvSpPr>
          <p:cNvPr id="7" name="Slide Number Placeholder 12"/>
          <p:cNvSpPr>
            <a:spLocks noGrp="1"/>
          </p:cNvSpPr>
          <p:nvPr>
            <p:ph type="sldNum" sz="quarter" idx="11"/>
          </p:nvPr>
        </p:nvSpPr>
        <p:spPr/>
        <p:txBody>
          <a:bodyPr/>
          <a:lstStyle>
            <a:lvl1pPr>
              <a:defRPr/>
            </a:lvl1pPr>
          </a:lstStyle>
          <a:p>
            <a:pPr>
              <a:defRPr/>
            </a:pPr>
            <a:fld id="{C700711B-C12B-4A0C-BE74-63063515BA0E}" type="slidenum">
              <a:rPr lang="en-GB"/>
              <a:pPr>
                <a:defRPr/>
              </a:pPr>
              <a:t>‹#›</a:t>
            </a:fld>
            <a:endParaRPr lang="en-GB" dirty="0"/>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type="twoObjAndTx" preserve="1">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smtClean="0"/>
              <a:t>Click to edit Master title style</a:t>
            </a:r>
            <a:endParaRPr lang="en-GB"/>
          </a:p>
        </p:txBody>
      </p:sp>
      <p:sp>
        <p:nvSpPr>
          <p:cNvPr id="3" name="Content Placeholder 2"/>
          <p:cNvSpPr>
            <a:spLocks noGrp="1"/>
          </p:cNvSpPr>
          <p:nvPr>
            <p:ph sz="quarter" idx="1"/>
          </p:nvPr>
        </p:nvSpPr>
        <p:spPr>
          <a:xfrm>
            <a:off x="446321" y="1512891"/>
            <a:ext cx="4821237"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quarter" idx="2"/>
          </p:nvPr>
        </p:nvSpPr>
        <p:spPr>
          <a:xfrm>
            <a:off x="446321" y="4227513"/>
            <a:ext cx="4821237"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Text Placeholder 4"/>
          <p:cNvSpPr>
            <a:spLocks noGrp="1"/>
          </p:cNvSpPr>
          <p:nvPr>
            <p:ph type="body" sz="half" idx="3"/>
          </p:nvPr>
        </p:nvSpPr>
        <p:spPr>
          <a:xfrm>
            <a:off x="5419959" y="1512888"/>
            <a:ext cx="4822825" cy="527685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6" name="Footer Placeholder 11"/>
          <p:cNvSpPr>
            <a:spLocks noGrp="1"/>
          </p:cNvSpPr>
          <p:nvPr>
            <p:ph type="ftr" sz="quarter" idx="10"/>
          </p:nvPr>
        </p:nvSpPr>
        <p:spPr/>
        <p:txBody>
          <a:bodyPr/>
          <a:lstStyle>
            <a:lvl1pPr>
              <a:defRPr/>
            </a:lvl1pPr>
          </a:lstStyle>
          <a:p>
            <a:pPr>
              <a:defRPr/>
            </a:pPr>
            <a:endParaRPr lang="en-GB"/>
          </a:p>
        </p:txBody>
      </p:sp>
      <p:sp>
        <p:nvSpPr>
          <p:cNvPr id="7" name="Slide Number Placeholder 12"/>
          <p:cNvSpPr>
            <a:spLocks noGrp="1"/>
          </p:cNvSpPr>
          <p:nvPr>
            <p:ph type="sldNum" sz="quarter" idx="11"/>
          </p:nvPr>
        </p:nvSpPr>
        <p:spPr/>
        <p:txBody>
          <a:bodyPr/>
          <a:lstStyle>
            <a:lvl1pPr>
              <a:defRPr/>
            </a:lvl1pPr>
          </a:lstStyle>
          <a:p>
            <a:pPr>
              <a:defRPr/>
            </a:pPr>
            <a:fld id="{15D8AF52-697F-4EFD-990B-6C7A9CD0FA77}" type="slidenum">
              <a:rPr lang="en-GB"/>
              <a:pPr>
                <a:defRPr/>
              </a:pPr>
              <a:t>‹#›</a:t>
            </a:fld>
            <a:endParaRPr lang="en-GB" dirty="0"/>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type="twoObjOverTx" preserve="1">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smtClean="0"/>
              <a:t>Click to edit Master title style</a:t>
            </a:r>
            <a:endParaRPr lang="en-GB"/>
          </a:p>
        </p:txBody>
      </p:sp>
      <p:sp>
        <p:nvSpPr>
          <p:cNvPr id="3" name="Content Placeholder 2"/>
          <p:cNvSpPr>
            <a:spLocks noGrp="1"/>
          </p:cNvSpPr>
          <p:nvPr>
            <p:ph sz="quarter" idx="1"/>
          </p:nvPr>
        </p:nvSpPr>
        <p:spPr>
          <a:xfrm>
            <a:off x="446321" y="1512891"/>
            <a:ext cx="4821237"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quarter" idx="2"/>
          </p:nvPr>
        </p:nvSpPr>
        <p:spPr>
          <a:xfrm>
            <a:off x="5419959" y="1512891"/>
            <a:ext cx="4822825"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Text Placeholder 4"/>
          <p:cNvSpPr>
            <a:spLocks noGrp="1"/>
          </p:cNvSpPr>
          <p:nvPr>
            <p:ph type="body" sz="half" idx="3"/>
          </p:nvPr>
        </p:nvSpPr>
        <p:spPr>
          <a:xfrm>
            <a:off x="446088" y="4227513"/>
            <a:ext cx="9796462"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6" name="Footer Placeholder 11"/>
          <p:cNvSpPr>
            <a:spLocks noGrp="1"/>
          </p:cNvSpPr>
          <p:nvPr>
            <p:ph type="ftr" sz="quarter" idx="10"/>
          </p:nvPr>
        </p:nvSpPr>
        <p:spPr/>
        <p:txBody>
          <a:bodyPr/>
          <a:lstStyle>
            <a:lvl1pPr>
              <a:defRPr/>
            </a:lvl1pPr>
          </a:lstStyle>
          <a:p>
            <a:pPr>
              <a:defRPr/>
            </a:pPr>
            <a:endParaRPr lang="en-GB"/>
          </a:p>
        </p:txBody>
      </p:sp>
      <p:sp>
        <p:nvSpPr>
          <p:cNvPr id="7" name="Slide Number Placeholder 12"/>
          <p:cNvSpPr>
            <a:spLocks noGrp="1"/>
          </p:cNvSpPr>
          <p:nvPr>
            <p:ph type="sldNum" sz="quarter" idx="11"/>
          </p:nvPr>
        </p:nvSpPr>
        <p:spPr/>
        <p:txBody>
          <a:bodyPr/>
          <a:lstStyle>
            <a:lvl1pPr>
              <a:defRPr/>
            </a:lvl1pPr>
          </a:lstStyle>
          <a:p>
            <a:pPr>
              <a:defRPr/>
            </a:pPr>
            <a:fld id="{1DB06C71-B872-43F9-BFA1-F670B4363180}" type="slidenum">
              <a:rPr lang="en-GB"/>
              <a:pPr>
                <a:defRPr/>
              </a:pPr>
              <a:t>‹#›</a:t>
            </a:fld>
            <a:endParaRPr lang="en-GB" dirty="0"/>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12751" y="368300"/>
            <a:ext cx="9867900" cy="587375"/>
          </a:xfrm>
        </p:spPr>
        <p:txBody>
          <a:bodyPr/>
          <a:lstStyle/>
          <a:p>
            <a:r>
              <a:rPr lang="en-US" smtClean="0"/>
              <a:t>Click to edit Master title style</a:t>
            </a:r>
            <a:endParaRPr lang="en-GB"/>
          </a:p>
        </p:txBody>
      </p:sp>
      <p:sp>
        <p:nvSpPr>
          <p:cNvPr id="3" name="Content Placeholder 2"/>
          <p:cNvSpPr>
            <a:spLocks noGrp="1"/>
          </p:cNvSpPr>
          <p:nvPr>
            <p:ph sz="half" idx="1"/>
          </p:nvPr>
        </p:nvSpPr>
        <p:spPr>
          <a:xfrm>
            <a:off x="446321" y="1512888"/>
            <a:ext cx="4821237" cy="527685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quarter" idx="2"/>
          </p:nvPr>
        </p:nvSpPr>
        <p:spPr>
          <a:xfrm>
            <a:off x="5419959" y="1512891"/>
            <a:ext cx="4822825"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Content Placeholder 4"/>
          <p:cNvSpPr>
            <a:spLocks noGrp="1"/>
          </p:cNvSpPr>
          <p:nvPr>
            <p:ph sz="quarter" idx="3"/>
          </p:nvPr>
        </p:nvSpPr>
        <p:spPr>
          <a:xfrm>
            <a:off x="5419959" y="4227513"/>
            <a:ext cx="4822825" cy="2562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6" name="Footer Placeholder 11"/>
          <p:cNvSpPr>
            <a:spLocks noGrp="1"/>
          </p:cNvSpPr>
          <p:nvPr>
            <p:ph type="ftr" sz="quarter" idx="10"/>
          </p:nvPr>
        </p:nvSpPr>
        <p:spPr/>
        <p:txBody>
          <a:bodyPr/>
          <a:lstStyle>
            <a:lvl1pPr>
              <a:defRPr/>
            </a:lvl1pPr>
          </a:lstStyle>
          <a:p>
            <a:pPr>
              <a:defRPr/>
            </a:pPr>
            <a:endParaRPr lang="en-GB"/>
          </a:p>
        </p:txBody>
      </p:sp>
      <p:sp>
        <p:nvSpPr>
          <p:cNvPr id="7" name="Slide Number Placeholder 12"/>
          <p:cNvSpPr>
            <a:spLocks noGrp="1"/>
          </p:cNvSpPr>
          <p:nvPr>
            <p:ph type="sldNum" sz="quarter" idx="11"/>
          </p:nvPr>
        </p:nvSpPr>
        <p:spPr/>
        <p:txBody>
          <a:bodyPr/>
          <a:lstStyle>
            <a:lvl1pPr>
              <a:defRPr/>
            </a:lvl1pPr>
          </a:lstStyle>
          <a:p>
            <a:pPr>
              <a:defRPr/>
            </a:pPr>
            <a:fld id="{EFCB70E2-A7C0-4793-8610-950BB5A90292}" type="slidenum">
              <a:rPr lang="en-GB"/>
              <a:pPr>
                <a:defRPr/>
              </a:pPr>
              <a:t>‹#›</a:t>
            </a:fld>
            <a:endParaRPr lang="en-GB" dirty="0"/>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01756" y="2349500"/>
            <a:ext cx="9090025" cy="1620838"/>
          </a:xfrm>
        </p:spPr>
        <p:txBody>
          <a:bodyPr/>
          <a:lstStyle/>
          <a:p>
            <a:r>
              <a:rPr lang="en-US"/>
              <a:t>Click to edit Master title style</a:t>
            </a:r>
          </a:p>
        </p:txBody>
      </p:sp>
      <p:sp>
        <p:nvSpPr>
          <p:cNvPr id="3" name="Subtitle 2"/>
          <p:cNvSpPr>
            <a:spLocks noGrp="1"/>
          </p:cNvSpPr>
          <p:nvPr>
            <p:ph type="subTitle" idx="1"/>
          </p:nvPr>
        </p:nvSpPr>
        <p:spPr>
          <a:xfrm>
            <a:off x="1603375" y="4284669"/>
            <a:ext cx="7486650" cy="1931986"/>
          </a:xfrm>
        </p:spPr>
        <p:txBody>
          <a:bodyPr/>
          <a:lstStyle>
            <a:lvl1pPr marL="0" indent="0" algn="ctr">
              <a:buNone/>
              <a:defRPr/>
            </a:lvl1pPr>
            <a:lvl2pPr marL="452434" indent="0" algn="ctr">
              <a:buNone/>
              <a:defRPr/>
            </a:lvl2pPr>
            <a:lvl3pPr marL="904916" indent="0" algn="ctr">
              <a:buNone/>
              <a:defRPr/>
            </a:lvl3pPr>
            <a:lvl4pPr marL="1357392" indent="0" algn="ctr">
              <a:buNone/>
              <a:defRPr/>
            </a:lvl4pPr>
            <a:lvl5pPr marL="1809859" indent="0" algn="ctr">
              <a:buNone/>
              <a:defRPr/>
            </a:lvl5pPr>
            <a:lvl6pPr marL="2262326" indent="0" algn="ctr">
              <a:buNone/>
              <a:defRPr/>
            </a:lvl6pPr>
            <a:lvl7pPr marL="2714791" indent="0" algn="ctr">
              <a:buNone/>
              <a:defRPr/>
            </a:lvl7pPr>
            <a:lvl8pPr marL="3167256" indent="0" algn="ctr">
              <a:buNone/>
              <a:defRPr/>
            </a:lvl8pPr>
            <a:lvl9pPr marL="3619721" indent="0" algn="ctr">
              <a:buNone/>
              <a:defRPr/>
            </a:lvl9pPr>
          </a:lstStyle>
          <a:p>
            <a:r>
              <a:rPr lang="en-US"/>
              <a:t>Click to edit Master subtitle style</a:t>
            </a:r>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619" y="4859403"/>
            <a:ext cx="9090025" cy="15017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844619" y="3205166"/>
            <a:ext cx="9090025" cy="1654175"/>
          </a:xfrm>
        </p:spPr>
        <p:txBody>
          <a:bodyPr anchor="b"/>
          <a:lstStyle>
            <a:lvl1pPr marL="0" indent="0">
              <a:buNone/>
              <a:defRPr sz="2100"/>
            </a:lvl1pPr>
            <a:lvl2pPr marL="452434" indent="0">
              <a:buNone/>
              <a:defRPr sz="1800"/>
            </a:lvl2pPr>
            <a:lvl3pPr marL="904916" indent="0">
              <a:buNone/>
              <a:defRPr sz="1600"/>
            </a:lvl3pPr>
            <a:lvl4pPr marL="1357392" indent="0">
              <a:buNone/>
              <a:defRPr sz="1400"/>
            </a:lvl4pPr>
            <a:lvl5pPr marL="1809859" indent="0">
              <a:buNone/>
              <a:defRPr sz="1400"/>
            </a:lvl5pPr>
            <a:lvl6pPr marL="2262326" indent="0">
              <a:buNone/>
              <a:defRPr sz="1400"/>
            </a:lvl6pPr>
            <a:lvl7pPr marL="2714791" indent="0">
              <a:buNone/>
              <a:defRPr sz="1400"/>
            </a:lvl7pPr>
            <a:lvl8pPr marL="3167256" indent="0">
              <a:buNone/>
              <a:defRPr sz="1400"/>
            </a:lvl8pPr>
            <a:lvl9pPr marL="3619721" indent="0">
              <a:buNone/>
              <a:defRPr sz="1400"/>
            </a:lvl9pPr>
          </a:lstStyle>
          <a:p>
            <a:pPr lvl="0"/>
            <a:r>
              <a:rPr lang="en-US"/>
              <a:t>Click to edit Master text styles</a:t>
            </a:r>
          </a:p>
        </p:txBody>
      </p:sp>
    </p:spTree>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46157" y="1512888"/>
            <a:ext cx="4821237" cy="5276850"/>
          </a:xfrm>
        </p:spPr>
        <p:txBody>
          <a:bodyPr/>
          <a:lstStyle>
            <a:lvl1pPr>
              <a:defRPr sz="29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19794" y="1512888"/>
            <a:ext cx="4822825" cy="5276850"/>
          </a:xfrm>
        </p:spPr>
        <p:txBody>
          <a:bodyPr/>
          <a:lstStyle>
            <a:lvl1pPr>
              <a:defRPr sz="29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056" y="303219"/>
            <a:ext cx="9623425" cy="1260475"/>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34991" y="1692277"/>
            <a:ext cx="4724400" cy="704850"/>
          </a:xfrm>
        </p:spPr>
        <p:txBody>
          <a:bodyPr anchor="b"/>
          <a:lstStyle>
            <a:lvl1pPr marL="0" indent="0">
              <a:buNone/>
              <a:defRPr sz="2400" b="1"/>
            </a:lvl1pPr>
            <a:lvl2pPr marL="452434" indent="0">
              <a:buNone/>
              <a:defRPr sz="2100" b="1"/>
            </a:lvl2pPr>
            <a:lvl3pPr marL="904916" indent="0">
              <a:buNone/>
              <a:defRPr sz="1800" b="1"/>
            </a:lvl3pPr>
            <a:lvl4pPr marL="1357392" indent="0">
              <a:buNone/>
              <a:defRPr sz="1600" b="1"/>
            </a:lvl4pPr>
            <a:lvl5pPr marL="1809859" indent="0">
              <a:buNone/>
              <a:defRPr sz="1600" b="1"/>
            </a:lvl5pPr>
            <a:lvl6pPr marL="2262326" indent="0">
              <a:buNone/>
              <a:defRPr sz="1600" b="1"/>
            </a:lvl6pPr>
            <a:lvl7pPr marL="2714791" indent="0">
              <a:buNone/>
              <a:defRPr sz="1600" b="1"/>
            </a:lvl7pPr>
            <a:lvl8pPr marL="3167256" indent="0">
              <a:buNone/>
              <a:defRPr sz="1600" b="1"/>
            </a:lvl8pPr>
            <a:lvl9pPr marL="3619721" indent="0">
              <a:buNone/>
              <a:defRPr sz="1600" b="1"/>
            </a:lvl9pPr>
          </a:lstStyle>
          <a:p>
            <a:pPr lvl="0"/>
            <a:r>
              <a:rPr lang="en-US"/>
              <a:t>Click to edit Master text styles</a:t>
            </a:r>
          </a:p>
        </p:txBody>
      </p:sp>
      <p:sp>
        <p:nvSpPr>
          <p:cNvPr id="4" name="Content Placeholder 3"/>
          <p:cNvSpPr>
            <a:spLocks noGrp="1"/>
          </p:cNvSpPr>
          <p:nvPr>
            <p:ph sz="half" idx="2"/>
          </p:nvPr>
        </p:nvSpPr>
        <p:spPr>
          <a:xfrm>
            <a:off x="534991" y="2397128"/>
            <a:ext cx="4724400" cy="4357688"/>
          </a:xfrm>
        </p:spPr>
        <p:txBody>
          <a:bodyPr/>
          <a:lstStyle>
            <a:lvl1pPr>
              <a:defRPr sz="24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432429" y="1692277"/>
            <a:ext cx="4725988" cy="704850"/>
          </a:xfrm>
        </p:spPr>
        <p:txBody>
          <a:bodyPr anchor="b"/>
          <a:lstStyle>
            <a:lvl1pPr marL="0" indent="0">
              <a:buNone/>
              <a:defRPr sz="2400" b="1"/>
            </a:lvl1pPr>
            <a:lvl2pPr marL="452434" indent="0">
              <a:buNone/>
              <a:defRPr sz="2100" b="1"/>
            </a:lvl2pPr>
            <a:lvl3pPr marL="904916" indent="0">
              <a:buNone/>
              <a:defRPr sz="1800" b="1"/>
            </a:lvl3pPr>
            <a:lvl4pPr marL="1357392" indent="0">
              <a:buNone/>
              <a:defRPr sz="1600" b="1"/>
            </a:lvl4pPr>
            <a:lvl5pPr marL="1809859" indent="0">
              <a:buNone/>
              <a:defRPr sz="1600" b="1"/>
            </a:lvl5pPr>
            <a:lvl6pPr marL="2262326" indent="0">
              <a:buNone/>
              <a:defRPr sz="1600" b="1"/>
            </a:lvl6pPr>
            <a:lvl7pPr marL="2714791" indent="0">
              <a:buNone/>
              <a:defRPr sz="1600" b="1"/>
            </a:lvl7pPr>
            <a:lvl8pPr marL="3167256" indent="0">
              <a:buNone/>
              <a:defRPr sz="1600" b="1"/>
            </a:lvl8pPr>
            <a:lvl9pPr marL="3619721"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32429" y="2397128"/>
            <a:ext cx="4725988" cy="4357688"/>
          </a:xfrm>
        </p:spPr>
        <p:txBody>
          <a:bodyPr/>
          <a:lstStyle>
            <a:lvl1pPr>
              <a:defRPr sz="24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056" y="301630"/>
            <a:ext cx="3517901" cy="1281113"/>
          </a:xfrm>
        </p:spPr>
        <p:txBody>
          <a:bodyPr anchor="b"/>
          <a:lstStyle>
            <a:lvl1pPr algn="l">
              <a:defRPr sz="2100" b="1"/>
            </a:lvl1pPr>
          </a:lstStyle>
          <a:p>
            <a:r>
              <a:rPr lang="en-US"/>
              <a:t>Click to edit Master title style</a:t>
            </a:r>
          </a:p>
        </p:txBody>
      </p:sp>
      <p:sp>
        <p:nvSpPr>
          <p:cNvPr id="3" name="Content Placeholder 2"/>
          <p:cNvSpPr>
            <a:spLocks noGrp="1"/>
          </p:cNvSpPr>
          <p:nvPr>
            <p:ph idx="1"/>
          </p:nvPr>
        </p:nvSpPr>
        <p:spPr>
          <a:xfrm>
            <a:off x="4181479" y="301625"/>
            <a:ext cx="5976938" cy="6453188"/>
          </a:xfrm>
        </p:spPr>
        <p:txBody>
          <a:bodyPr/>
          <a:lstStyle>
            <a:lvl1pPr>
              <a:defRPr sz="3200"/>
            </a:lvl1pPr>
            <a:lvl2pPr>
              <a:defRPr sz="29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5056" y="1582803"/>
            <a:ext cx="3517901" cy="5172075"/>
          </a:xfrm>
        </p:spPr>
        <p:txBody>
          <a:bodyPr/>
          <a:lstStyle>
            <a:lvl1pPr marL="0" indent="0">
              <a:buNone/>
              <a:defRPr sz="1400"/>
            </a:lvl1pPr>
            <a:lvl2pPr marL="452434" indent="0">
              <a:buNone/>
              <a:defRPr sz="1300"/>
            </a:lvl2pPr>
            <a:lvl3pPr marL="904916" indent="0">
              <a:buNone/>
              <a:defRPr sz="1000"/>
            </a:lvl3pPr>
            <a:lvl4pPr marL="1357392" indent="0">
              <a:buNone/>
              <a:defRPr sz="900"/>
            </a:lvl4pPr>
            <a:lvl5pPr marL="1809859" indent="0">
              <a:buNone/>
              <a:defRPr sz="900"/>
            </a:lvl5pPr>
            <a:lvl6pPr marL="2262326" indent="0">
              <a:buNone/>
              <a:defRPr sz="900"/>
            </a:lvl6pPr>
            <a:lvl7pPr marL="2714791" indent="0">
              <a:buNone/>
              <a:defRPr sz="900"/>
            </a:lvl7pPr>
            <a:lvl8pPr marL="3167256" indent="0">
              <a:buNone/>
              <a:defRPr sz="900"/>
            </a:lvl8pPr>
            <a:lvl9pPr marL="3619721" indent="0">
              <a:buNone/>
              <a:defRPr sz="900"/>
            </a:lvl9pPr>
          </a:lstStyle>
          <a:p>
            <a:pPr lvl="0"/>
            <a:r>
              <a:rPr lang="en-US"/>
              <a:t>Click to edit Master text styles</a:t>
            </a:r>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95569" y="5292725"/>
            <a:ext cx="6416675" cy="625475"/>
          </a:xfrm>
        </p:spPr>
        <p:txBody>
          <a:bodyPr anchor="b"/>
          <a:lstStyle>
            <a:lvl1pPr algn="l">
              <a:defRPr sz="2100" b="1"/>
            </a:lvl1pPr>
          </a:lstStyle>
          <a:p>
            <a:r>
              <a:rPr lang="en-US"/>
              <a:t>Click to edit Master title style</a:t>
            </a:r>
          </a:p>
        </p:txBody>
      </p:sp>
      <p:sp>
        <p:nvSpPr>
          <p:cNvPr id="3" name="Picture Placeholder 2"/>
          <p:cNvSpPr>
            <a:spLocks noGrp="1"/>
          </p:cNvSpPr>
          <p:nvPr>
            <p:ph type="pic" idx="1"/>
          </p:nvPr>
        </p:nvSpPr>
        <p:spPr>
          <a:xfrm>
            <a:off x="2095569" y="676275"/>
            <a:ext cx="6416675" cy="4535488"/>
          </a:xfrm>
        </p:spPr>
        <p:txBody>
          <a:bodyPr/>
          <a:lstStyle>
            <a:lvl1pPr marL="0" indent="0">
              <a:buNone/>
              <a:defRPr sz="3200"/>
            </a:lvl1pPr>
            <a:lvl2pPr marL="452434" indent="0">
              <a:buNone/>
              <a:defRPr sz="2900"/>
            </a:lvl2pPr>
            <a:lvl3pPr marL="904916" indent="0">
              <a:buNone/>
              <a:defRPr sz="2400"/>
            </a:lvl3pPr>
            <a:lvl4pPr marL="1357392" indent="0">
              <a:buNone/>
              <a:defRPr sz="2100"/>
            </a:lvl4pPr>
            <a:lvl5pPr marL="1809859" indent="0">
              <a:buNone/>
              <a:defRPr sz="2100"/>
            </a:lvl5pPr>
            <a:lvl6pPr marL="2262326" indent="0">
              <a:buNone/>
              <a:defRPr sz="2100"/>
            </a:lvl6pPr>
            <a:lvl7pPr marL="2714791" indent="0">
              <a:buNone/>
              <a:defRPr sz="2100"/>
            </a:lvl7pPr>
            <a:lvl8pPr marL="3167256" indent="0">
              <a:buNone/>
              <a:defRPr sz="2100"/>
            </a:lvl8pPr>
            <a:lvl9pPr marL="3619721" indent="0">
              <a:buNone/>
              <a:defRPr sz="2100"/>
            </a:lvl9pPr>
          </a:lstStyle>
          <a:p>
            <a:pPr lvl="0"/>
            <a:endParaRPr lang="en-US" noProof="0" dirty="0"/>
          </a:p>
        </p:txBody>
      </p:sp>
      <p:sp>
        <p:nvSpPr>
          <p:cNvPr id="4" name="Text Placeholder 3"/>
          <p:cNvSpPr>
            <a:spLocks noGrp="1"/>
          </p:cNvSpPr>
          <p:nvPr>
            <p:ph type="body" sz="half" idx="2"/>
          </p:nvPr>
        </p:nvSpPr>
        <p:spPr>
          <a:xfrm>
            <a:off x="2095569" y="5918201"/>
            <a:ext cx="6416675" cy="887413"/>
          </a:xfrm>
        </p:spPr>
        <p:txBody>
          <a:bodyPr/>
          <a:lstStyle>
            <a:lvl1pPr marL="0" indent="0">
              <a:buNone/>
              <a:defRPr sz="1400"/>
            </a:lvl1pPr>
            <a:lvl2pPr marL="452434" indent="0">
              <a:buNone/>
              <a:defRPr sz="1300"/>
            </a:lvl2pPr>
            <a:lvl3pPr marL="904916" indent="0">
              <a:buNone/>
              <a:defRPr sz="1000"/>
            </a:lvl3pPr>
            <a:lvl4pPr marL="1357392" indent="0">
              <a:buNone/>
              <a:defRPr sz="900"/>
            </a:lvl4pPr>
            <a:lvl5pPr marL="1809859" indent="0">
              <a:buNone/>
              <a:defRPr sz="900"/>
            </a:lvl5pPr>
            <a:lvl6pPr marL="2262326" indent="0">
              <a:buNone/>
              <a:defRPr sz="900"/>
            </a:lvl6pPr>
            <a:lvl7pPr marL="2714791" indent="0">
              <a:buNone/>
              <a:defRPr sz="900"/>
            </a:lvl7pPr>
            <a:lvl8pPr marL="3167256" indent="0">
              <a:buNone/>
              <a:defRPr sz="900"/>
            </a:lvl8pPr>
            <a:lvl9pPr marL="3619721" indent="0">
              <a:buNone/>
              <a:defRPr sz="900"/>
            </a:lvl9pPr>
          </a:lstStyle>
          <a:p>
            <a:pPr lvl="0"/>
            <a:r>
              <a:rPr lang="en-US"/>
              <a:t>Click to edit Master text styles</a:t>
            </a:r>
          </a:p>
        </p:txBody>
      </p:sp>
    </p:spTree>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813744" y="368303"/>
            <a:ext cx="2466975" cy="64214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12751" y="368303"/>
            <a:ext cx="7248525" cy="64214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em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image" Target="../media/image2.emf"/><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18" Type="http://schemas.openxmlformats.org/officeDocument/2006/relationships/image" Target="../media/image2.emf"/><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image" Target="../media/image1.png"/><Relationship Id="rId2" Type="http://schemas.openxmlformats.org/officeDocument/2006/relationships/slideLayout" Target="../slideLayouts/slideLayout37.xml"/><Relationship Id="rId16" Type="http://schemas.openxmlformats.org/officeDocument/2006/relationships/theme" Target="../theme/theme4.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slideLayout" Target="../slideLayouts/slideLayout5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slideLayout" Target="../slideLayouts/slideLayout63.xml"/><Relationship Id="rId18" Type="http://schemas.openxmlformats.org/officeDocument/2006/relationships/image" Target="../media/image2.emf"/><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17" Type="http://schemas.openxmlformats.org/officeDocument/2006/relationships/image" Target="../media/image1.png"/><Relationship Id="rId2" Type="http://schemas.openxmlformats.org/officeDocument/2006/relationships/slideLayout" Target="../slideLayouts/slideLayout52.xml"/><Relationship Id="rId16" Type="http://schemas.openxmlformats.org/officeDocument/2006/relationships/theme" Target="../theme/theme5.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slideLayout" Target="../slideLayouts/slideLayout6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3.xml"/><Relationship Id="rId13" Type="http://schemas.openxmlformats.org/officeDocument/2006/relationships/theme" Target="../theme/theme6.xml"/><Relationship Id="rId3" Type="http://schemas.openxmlformats.org/officeDocument/2006/relationships/slideLayout" Target="../slideLayouts/slideLayout68.xml"/><Relationship Id="rId7" Type="http://schemas.openxmlformats.org/officeDocument/2006/relationships/slideLayout" Target="../slideLayouts/slideLayout72.xml"/><Relationship Id="rId12" Type="http://schemas.openxmlformats.org/officeDocument/2006/relationships/slideLayout" Target="../slideLayouts/slideLayout77.xml"/><Relationship Id="rId2" Type="http://schemas.openxmlformats.org/officeDocument/2006/relationships/slideLayout" Target="../slideLayouts/slideLayout67.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5" Type="http://schemas.openxmlformats.org/officeDocument/2006/relationships/slideLayout" Target="../slideLayouts/slideLayout70.xml"/><Relationship Id="rId15" Type="http://schemas.openxmlformats.org/officeDocument/2006/relationships/image" Target="../media/image2.emf"/><Relationship Id="rId10" Type="http://schemas.openxmlformats.org/officeDocument/2006/relationships/slideLayout" Target="../slideLayouts/slideLayout75.xml"/><Relationship Id="rId4" Type="http://schemas.openxmlformats.org/officeDocument/2006/relationships/slideLayout" Target="../slideLayouts/slideLayout69.xml"/><Relationship Id="rId9" Type="http://schemas.openxmlformats.org/officeDocument/2006/relationships/slideLayout" Target="../slideLayouts/slideLayout74.xml"/><Relationship Id="rId14" Type="http://schemas.openxmlformats.org/officeDocument/2006/relationships/image" Target="../media/image1.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theme" Target="../theme/theme7.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2.emf"/><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image" Target="../media/image1.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theme" Target="../theme/theme8.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image" Target="../media/image2.emf"/><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image" Target="../media/image1.png"/></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theme" Target="../theme/theme9.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5" Type="http://schemas.openxmlformats.org/officeDocument/2006/relationships/image" Target="../media/image2.emf"/><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image" Target="../media/image1.png"/></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1.xml"/><Relationship Id="rId13" Type="http://schemas.openxmlformats.org/officeDocument/2006/relationships/slideLayout" Target="../slideLayouts/slideLayout126.xml"/><Relationship Id="rId18" Type="http://schemas.openxmlformats.org/officeDocument/2006/relationships/image" Target="../media/image2.emf"/><Relationship Id="rId3" Type="http://schemas.openxmlformats.org/officeDocument/2006/relationships/slideLayout" Target="../slideLayouts/slideLayout116.xml"/><Relationship Id="rId7" Type="http://schemas.openxmlformats.org/officeDocument/2006/relationships/slideLayout" Target="../slideLayouts/slideLayout120.xml"/><Relationship Id="rId12" Type="http://schemas.openxmlformats.org/officeDocument/2006/relationships/slideLayout" Target="../slideLayouts/slideLayout125.xml"/><Relationship Id="rId17" Type="http://schemas.openxmlformats.org/officeDocument/2006/relationships/image" Target="../media/image1.png"/><Relationship Id="rId2" Type="http://schemas.openxmlformats.org/officeDocument/2006/relationships/slideLayout" Target="../slideLayouts/slideLayout115.xml"/><Relationship Id="rId16" Type="http://schemas.openxmlformats.org/officeDocument/2006/relationships/theme" Target="../theme/theme10.xml"/><Relationship Id="rId1" Type="http://schemas.openxmlformats.org/officeDocument/2006/relationships/slideLayout" Target="../slideLayouts/slideLayout114.xml"/><Relationship Id="rId6" Type="http://schemas.openxmlformats.org/officeDocument/2006/relationships/slideLayout" Target="../slideLayouts/slideLayout119.xml"/><Relationship Id="rId11" Type="http://schemas.openxmlformats.org/officeDocument/2006/relationships/slideLayout" Target="../slideLayouts/slideLayout124.xml"/><Relationship Id="rId5" Type="http://schemas.openxmlformats.org/officeDocument/2006/relationships/slideLayout" Target="../slideLayouts/slideLayout118.xml"/><Relationship Id="rId15" Type="http://schemas.openxmlformats.org/officeDocument/2006/relationships/slideLayout" Target="../slideLayouts/slideLayout128.xml"/><Relationship Id="rId10" Type="http://schemas.openxmlformats.org/officeDocument/2006/relationships/slideLayout" Target="../slideLayouts/slideLayout123.xml"/><Relationship Id="rId4" Type="http://schemas.openxmlformats.org/officeDocument/2006/relationships/slideLayout" Target="../slideLayouts/slideLayout117.xml"/><Relationship Id="rId9" Type="http://schemas.openxmlformats.org/officeDocument/2006/relationships/slideLayout" Target="../slideLayouts/slideLayout122.xml"/><Relationship Id="rId14" Type="http://schemas.openxmlformats.org/officeDocument/2006/relationships/slideLayout" Target="../slideLayouts/slideLayout127.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36.xml"/><Relationship Id="rId13" Type="http://schemas.openxmlformats.org/officeDocument/2006/relationships/theme" Target="../theme/theme11.xml"/><Relationship Id="rId3" Type="http://schemas.openxmlformats.org/officeDocument/2006/relationships/slideLayout" Target="../slideLayouts/slideLayout131.xml"/><Relationship Id="rId7" Type="http://schemas.openxmlformats.org/officeDocument/2006/relationships/slideLayout" Target="../slideLayouts/slideLayout135.xml"/><Relationship Id="rId12" Type="http://schemas.openxmlformats.org/officeDocument/2006/relationships/slideLayout" Target="../slideLayouts/slideLayout140.xml"/><Relationship Id="rId2" Type="http://schemas.openxmlformats.org/officeDocument/2006/relationships/slideLayout" Target="../slideLayouts/slideLayout130.xml"/><Relationship Id="rId1" Type="http://schemas.openxmlformats.org/officeDocument/2006/relationships/slideLayout" Target="../slideLayouts/slideLayout129.xml"/><Relationship Id="rId6" Type="http://schemas.openxmlformats.org/officeDocument/2006/relationships/slideLayout" Target="../slideLayouts/slideLayout134.xml"/><Relationship Id="rId11" Type="http://schemas.openxmlformats.org/officeDocument/2006/relationships/slideLayout" Target="../slideLayouts/slideLayout139.xml"/><Relationship Id="rId5" Type="http://schemas.openxmlformats.org/officeDocument/2006/relationships/slideLayout" Target="../slideLayouts/slideLayout133.xml"/><Relationship Id="rId15" Type="http://schemas.openxmlformats.org/officeDocument/2006/relationships/image" Target="../media/image2.emf"/><Relationship Id="rId10" Type="http://schemas.openxmlformats.org/officeDocument/2006/relationships/slideLayout" Target="../slideLayouts/slideLayout138.xml"/><Relationship Id="rId4" Type="http://schemas.openxmlformats.org/officeDocument/2006/relationships/slideLayout" Target="../slideLayouts/slideLayout132.xml"/><Relationship Id="rId9" Type="http://schemas.openxmlformats.org/officeDocument/2006/relationships/slideLayout" Target="../slideLayouts/slideLayout137.xml"/><Relationship Id="rId14" Type="http://schemas.openxmlformats.org/officeDocument/2006/relationships/image" Target="../media/image1.png"/></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48.xml"/><Relationship Id="rId13" Type="http://schemas.openxmlformats.org/officeDocument/2006/relationships/image" Target="../media/image1.png"/><Relationship Id="rId3" Type="http://schemas.openxmlformats.org/officeDocument/2006/relationships/slideLayout" Target="../slideLayouts/slideLayout143.xml"/><Relationship Id="rId7" Type="http://schemas.openxmlformats.org/officeDocument/2006/relationships/slideLayout" Target="../slideLayouts/slideLayout147.xml"/><Relationship Id="rId12" Type="http://schemas.openxmlformats.org/officeDocument/2006/relationships/theme" Target="../theme/theme12.xml"/><Relationship Id="rId2" Type="http://schemas.openxmlformats.org/officeDocument/2006/relationships/slideLayout" Target="../slideLayouts/slideLayout142.xml"/><Relationship Id="rId1" Type="http://schemas.openxmlformats.org/officeDocument/2006/relationships/slideLayout" Target="../slideLayouts/slideLayout141.xml"/><Relationship Id="rId6" Type="http://schemas.openxmlformats.org/officeDocument/2006/relationships/slideLayout" Target="../slideLayouts/slideLayout146.xml"/><Relationship Id="rId11" Type="http://schemas.openxmlformats.org/officeDocument/2006/relationships/slideLayout" Target="../slideLayouts/slideLayout151.xml"/><Relationship Id="rId5" Type="http://schemas.openxmlformats.org/officeDocument/2006/relationships/slideLayout" Target="../slideLayouts/slideLayout145.xml"/><Relationship Id="rId10" Type="http://schemas.openxmlformats.org/officeDocument/2006/relationships/slideLayout" Target="../slideLayouts/slideLayout150.xml"/><Relationship Id="rId4" Type="http://schemas.openxmlformats.org/officeDocument/2006/relationships/slideLayout" Target="../slideLayouts/slideLayout144.xml"/><Relationship Id="rId9" Type="http://schemas.openxmlformats.org/officeDocument/2006/relationships/slideLayout" Target="../slideLayouts/slideLayout149.xml"/><Relationship Id="rId14" Type="http://schemas.openxmlformats.org/officeDocument/2006/relationships/image" Target="../media/image2.emf"/></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59.xml"/><Relationship Id="rId13" Type="http://schemas.openxmlformats.org/officeDocument/2006/relationships/image" Target="../media/image1.png"/><Relationship Id="rId3" Type="http://schemas.openxmlformats.org/officeDocument/2006/relationships/slideLayout" Target="../slideLayouts/slideLayout154.xml"/><Relationship Id="rId7" Type="http://schemas.openxmlformats.org/officeDocument/2006/relationships/slideLayout" Target="../slideLayouts/slideLayout158.xml"/><Relationship Id="rId12" Type="http://schemas.openxmlformats.org/officeDocument/2006/relationships/theme" Target="../theme/theme13.xml"/><Relationship Id="rId2" Type="http://schemas.openxmlformats.org/officeDocument/2006/relationships/slideLayout" Target="../slideLayouts/slideLayout153.xml"/><Relationship Id="rId1" Type="http://schemas.openxmlformats.org/officeDocument/2006/relationships/slideLayout" Target="../slideLayouts/slideLayout152.xml"/><Relationship Id="rId6" Type="http://schemas.openxmlformats.org/officeDocument/2006/relationships/slideLayout" Target="../slideLayouts/slideLayout157.xml"/><Relationship Id="rId11" Type="http://schemas.openxmlformats.org/officeDocument/2006/relationships/slideLayout" Target="../slideLayouts/slideLayout162.xml"/><Relationship Id="rId5" Type="http://schemas.openxmlformats.org/officeDocument/2006/relationships/slideLayout" Target="../slideLayouts/slideLayout156.xml"/><Relationship Id="rId10" Type="http://schemas.openxmlformats.org/officeDocument/2006/relationships/slideLayout" Target="../slideLayouts/slideLayout161.xml"/><Relationship Id="rId4" Type="http://schemas.openxmlformats.org/officeDocument/2006/relationships/slideLayout" Target="../slideLayouts/slideLayout155.xml"/><Relationship Id="rId9" Type="http://schemas.openxmlformats.org/officeDocument/2006/relationships/slideLayout" Target="../slideLayouts/slideLayout160.xml"/><Relationship Id="rId14" Type="http://schemas.openxmlformats.org/officeDocument/2006/relationships/image" Target="../media/image2.emf"/></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70.xml"/><Relationship Id="rId13" Type="http://schemas.openxmlformats.org/officeDocument/2006/relationships/theme" Target="../theme/theme14.xml"/><Relationship Id="rId3" Type="http://schemas.openxmlformats.org/officeDocument/2006/relationships/slideLayout" Target="../slideLayouts/slideLayout165.xml"/><Relationship Id="rId7" Type="http://schemas.openxmlformats.org/officeDocument/2006/relationships/slideLayout" Target="../slideLayouts/slideLayout169.xml"/><Relationship Id="rId12" Type="http://schemas.openxmlformats.org/officeDocument/2006/relationships/slideLayout" Target="../slideLayouts/slideLayout174.xml"/><Relationship Id="rId2" Type="http://schemas.openxmlformats.org/officeDocument/2006/relationships/slideLayout" Target="../slideLayouts/slideLayout164.xml"/><Relationship Id="rId1" Type="http://schemas.openxmlformats.org/officeDocument/2006/relationships/slideLayout" Target="../slideLayouts/slideLayout163.xml"/><Relationship Id="rId6" Type="http://schemas.openxmlformats.org/officeDocument/2006/relationships/slideLayout" Target="../slideLayouts/slideLayout168.xml"/><Relationship Id="rId11" Type="http://schemas.openxmlformats.org/officeDocument/2006/relationships/slideLayout" Target="../slideLayouts/slideLayout173.xml"/><Relationship Id="rId5" Type="http://schemas.openxmlformats.org/officeDocument/2006/relationships/slideLayout" Target="../slideLayouts/slideLayout167.xml"/><Relationship Id="rId15" Type="http://schemas.openxmlformats.org/officeDocument/2006/relationships/image" Target="../media/image2.emf"/><Relationship Id="rId10" Type="http://schemas.openxmlformats.org/officeDocument/2006/relationships/slideLayout" Target="../slideLayouts/slideLayout172.xml"/><Relationship Id="rId4" Type="http://schemas.openxmlformats.org/officeDocument/2006/relationships/slideLayout" Target="../slideLayouts/slideLayout166.xml"/><Relationship Id="rId9" Type="http://schemas.openxmlformats.org/officeDocument/2006/relationships/slideLayout" Target="../slideLayouts/slideLayout171.xml"/><Relationship Id="rId14" Type="http://schemas.openxmlformats.org/officeDocument/2006/relationships/image" Target="../media/image1.png"/></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82.xml"/><Relationship Id="rId13" Type="http://schemas.openxmlformats.org/officeDocument/2006/relationships/theme" Target="../theme/theme15.xml"/><Relationship Id="rId3" Type="http://schemas.openxmlformats.org/officeDocument/2006/relationships/slideLayout" Target="../slideLayouts/slideLayout177.xml"/><Relationship Id="rId7" Type="http://schemas.openxmlformats.org/officeDocument/2006/relationships/slideLayout" Target="../slideLayouts/slideLayout181.xml"/><Relationship Id="rId12" Type="http://schemas.openxmlformats.org/officeDocument/2006/relationships/slideLayout" Target="../slideLayouts/slideLayout186.xml"/><Relationship Id="rId2" Type="http://schemas.openxmlformats.org/officeDocument/2006/relationships/slideLayout" Target="../slideLayouts/slideLayout176.xml"/><Relationship Id="rId1" Type="http://schemas.openxmlformats.org/officeDocument/2006/relationships/slideLayout" Target="../slideLayouts/slideLayout175.xml"/><Relationship Id="rId6" Type="http://schemas.openxmlformats.org/officeDocument/2006/relationships/slideLayout" Target="../slideLayouts/slideLayout180.xml"/><Relationship Id="rId11" Type="http://schemas.openxmlformats.org/officeDocument/2006/relationships/slideLayout" Target="../slideLayouts/slideLayout185.xml"/><Relationship Id="rId5" Type="http://schemas.openxmlformats.org/officeDocument/2006/relationships/slideLayout" Target="../slideLayouts/slideLayout179.xml"/><Relationship Id="rId15" Type="http://schemas.openxmlformats.org/officeDocument/2006/relationships/image" Target="../media/image2.emf"/><Relationship Id="rId10" Type="http://schemas.openxmlformats.org/officeDocument/2006/relationships/slideLayout" Target="../slideLayouts/slideLayout184.xml"/><Relationship Id="rId4" Type="http://schemas.openxmlformats.org/officeDocument/2006/relationships/slideLayout" Target="../slideLayouts/slideLayout178.xml"/><Relationship Id="rId9" Type="http://schemas.openxmlformats.org/officeDocument/2006/relationships/slideLayout" Target="../slideLayouts/slideLayout183.xml"/><Relationship Id="rId14" Type="http://schemas.openxmlformats.org/officeDocument/2006/relationships/image" Target="../media/image1.png"/></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194.xml"/><Relationship Id="rId13" Type="http://schemas.openxmlformats.org/officeDocument/2006/relationships/theme" Target="../theme/theme16.xml"/><Relationship Id="rId3" Type="http://schemas.openxmlformats.org/officeDocument/2006/relationships/slideLayout" Target="../slideLayouts/slideLayout189.xml"/><Relationship Id="rId7" Type="http://schemas.openxmlformats.org/officeDocument/2006/relationships/slideLayout" Target="../slideLayouts/slideLayout193.xml"/><Relationship Id="rId12" Type="http://schemas.openxmlformats.org/officeDocument/2006/relationships/slideLayout" Target="../slideLayouts/slideLayout198.xml"/><Relationship Id="rId2" Type="http://schemas.openxmlformats.org/officeDocument/2006/relationships/slideLayout" Target="../slideLayouts/slideLayout188.xml"/><Relationship Id="rId1" Type="http://schemas.openxmlformats.org/officeDocument/2006/relationships/slideLayout" Target="../slideLayouts/slideLayout187.xml"/><Relationship Id="rId6" Type="http://schemas.openxmlformats.org/officeDocument/2006/relationships/slideLayout" Target="../slideLayouts/slideLayout192.xml"/><Relationship Id="rId11" Type="http://schemas.openxmlformats.org/officeDocument/2006/relationships/slideLayout" Target="../slideLayouts/slideLayout197.xml"/><Relationship Id="rId5" Type="http://schemas.openxmlformats.org/officeDocument/2006/relationships/slideLayout" Target="../slideLayouts/slideLayout191.xml"/><Relationship Id="rId15" Type="http://schemas.openxmlformats.org/officeDocument/2006/relationships/image" Target="../media/image2.emf"/><Relationship Id="rId10" Type="http://schemas.openxmlformats.org/officeDocument/2006/relationships/slideLayout" Target="../slideLayouts/slideLayout196.xml"/><Relationship Id="rId4" Type="http://schemas.openxmlformats.org/officeDocument/2006/relationships/slideLayout" Target="../slideLayouts/slideLayout190.xml"/><Relationship Id="rId9" Type="http://schemas.openxmlformats.org/officeDocument/2006/relationships/slideLayout" Target="../slideLayouts/slideLayout195.xml"/><Relationship Id="rId14" Type="http://schemas.openxmlformats.org/officeDocument/2006/relationships/image" Target="../media/image1.png"/></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206.xml"/><Relationship Id="rId13" Type="http://schemas.openxmlformats.org/officeDocument/2006/relationships/theme" Target="../theme/theme17.xml"/><Relationship Id="rId3" Type="http://schemas.openxmlformats.org/officeDocument/2006/relationships/slideLayout" Target="../slideLayouts/slideLayout201.xml"/><Relationship Id="rId7" Type="http://schemas.openxmlformats.org/officeDocument/2006/relationships/slideLayout" Target="../slideLayouts/slideLayout205.xml"/><Relationship Id="rId12" Type="http://schemas.openxmlformats.org/officeDocument/2006/relationships/slideLayout" Target="../slideLayouts/slideLayout210.xml"/><Relationship Id="rId2" Type="http://schemas.openxmlformats.org/officeDocument/2006/relationships/slideLayout" Target="../slideLayouts/slideLayout200.xml"/><Relationship Id="rId1" Type="http://schemas.openxmlformats.org/officeDocument/2006/relationships/slideLayout" Target="../slideLayouts/slideLayout199.xml"/><Relationship Id="rId6" Type="http://schemas.openxmlformats.org/officeDocument/2006/relationships/slideLayout" Target="../slideLayouts/slideLayout204.xml"/><Relationship Id="rId11" Type="http://schemas.openxmlformats.org/officeDocument/2006/relationships/slideLayout" Target="../slideLayouts/slideLayout209.xml"/><Relationship Id="rId5" Type="http://schemas.openxmlformats.org/officeDocument/2006/relationships/slideLayout" Target="../slideLayouts/slideLayout203.xml"/><Relationship Id="rId15" Type="http://schemas.openxmlformats.org/officeDocument/2006/relationships/image" Target="../media/image2.emf"/><Relationship Id="rId10" Type="http://schemas.openxmlformats.org/officeDocument/2006/relationships/slideLayout" Target="../slideLayouts/slideLayout208.xml"/><Relationship Id="rId4" Type="http://schemas.openxmlformats.org/officeDocument/2006/relationships/slideLayout" Target="../slideLayouts/slideLayout202.xml"/><Relationship Id="rId9" Type="http://schemas.openxmlformats.org/officeDocument/2006/relationships/slideLayout" Target="../slideLayouts/slideLayout207.xml"/><Relationship Id="rId14" Type="http://schemas.openxmlformats.org/officeDocument/2006/relationships/image" Target="../media/image1.png"/></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218.xml"/><Relationship Id="rId13" Type="http://schemas.openxmlformats.org/officeDocument/2006/relationships/slideLayout" Target="../slideLayouts/slideLayout223.xml"/><Relationship Id="rId18" Type="http://schemas.openxmlformats.org/officeDocument/2006/relationships/image" Target="../media/image2.emf"/><Relationship Id="rId3" Type="http://schemas.openxmlformats.org/officeDocument/2006/relationships/slideLayout" Target="../slideLayouts/slideLayout213.xml"/><Relationship Id="rId7" Type="http://schemas.openxmlformats.org/officeDocument/2006/relationships/slideLayout" Target="../slideLayouts/slideLayout217.xml"/><Relationship Id="rId12" Type="http://schemas.openxmlformats.org/officeDocument/2006/relationships/slideLayout" Target="../slideLayouts/slideLayout222.xml"/><Relationship Id="rId17" Type="http://schemas.openxmlformats.org/officeDocument/2006/relationships/image" Target="../media/image1.png"/><Relationship Id="rId2" Type="http://schemas.openxmlformats.org/officeDocument/2006/relationships/slideLayout" Target="../slideLayouts/slideLayout212.xml"/><Relationship Id="rId16" Type="http://schemas.openxmlformats.org/officeDocument/2006/relationships/theme" Target="../theme/theme18.xml"/><Relationship Id="rId1" Type="http://schemas.openxmlformats.org/officeDocument/2006/relationships/slideLayout" Target="../slideLayouts/slideLayout211.xml"/><Relationship Id="rId6" Type="http://schemas.openxmlformats.org/officeDocument/2006/relationships/slideLayout" Target="../slideLayouts/slideLayout216.xml"/><Relationship Id="rId11" Type="http://schemas.openxmlformats.org/officeDocument/2006/relationships/slideLayout" Target="../slideLayouts/slideLayout221.xml"/><Relationship Id="rId5" Type="http://schemas.openxmlformats.org/officeDocument/2006/relationships/slideLayout" Target="../slideLayouts/slideLayout215.xml"/><Relationship Id="rId15" Type="http://schemas.openxmlformats.org/officeDocument/2006/relationships/slideLayout" Target="../slideLayouts/slideLayout225.xml"/><Relationship Id="rId10" Type="http://schemas.openxmlformats.org/officeDocument/2006/relationships/slideLayout" Target="../slideLayouts/slideLayout220.xml"/><Relationship Id="rId4" Type="http://schemas.openxmlformats.org/officeDocument/2006/relationships/slideLayout" Target="../slideLayouts/slideLayout214.xml"/><Relationship Id="rId9" Type="http://schemas.openxmlformats.org/officeDocument/2006/relationships/slideLayout" Target="../slideLayouts/slideLayout219.xml"/><Relationship Id="rId14" Type="http://schemas.openxmlformats.org/officeDocument/2006/relationships/slideLayout" Target="../slideLayouts/slideLayout224.xml"/></Relationships>
</file>

<file path=ppt/slideMasters/_rels/slideMaster19.xml.rels><?xml version="1.0" encoding="UTF-8" standalone="yes"?>
<Relationships xmlns="http://schemas.openxmlformats.org/package/2006/relationships"><Relationship Id="rId8" Type="http://schemas.openxmlformats.org/officeDocument/2006/relationships/slideLayout" Target="../slideLayouts/slideLayout233.xml"/><Relationship Id="rId13" Type="http://schemas.openxmlformats.org/officeDocument/2006/relationships/image" Target="../media/image1.png"/><Relationship Id="rId3" Type="http://schemas.openxmlformats.org/officeDocument/2006/relationships/slideLayout" Target="../slideLayouts/slideLayout228.xml"/><Relationship Id="rId7" Type="http://schemas.openxmlformats.org/officeDocument/2006/relationships/slideLayout" Target="../slideLayouts/slideLayout232.xml"/><Relationship Id="rId12" Type="http://schemas.openxmlformats.org/officeDocument/2006/relationships/theme" Target="../theme/theme19.xml"/><Relationship Id="rId2" Type="http://schemas.openxmlformats.org/officeDocument/2006/relationships/slideLayout" Target="../slideLayouts/slideLayout227.xml"/><Relationship Id="rId1" Type="http://schemas.openxmlformats.org/officeDocument/2006/relationships/slideLayout" Target="../slideLayouts/slideLayout226.xml"/><Relationship Id="rId6" Type="http://schemas.openxmlformats.org/officeDocument/2006/relationships/slideLayout" Target="../slideLayouts/slideLayout231.xml"/><Relationship Id="rId11" Type="http://schemas.openxmlformats.org/officeDocument/2006/relationships/slideLayout" Target="../slideLayouts/slideLayout236.xml"/><Relationship Id="rId5" Type="http://schemas.openxmlformats.org/officeDocument/2006/relationships/slideLayout" Target="../slideLayouts/slideLayout230.xml"/><Relationship Id="rId10" Type="http://schemas.openxmlformats.org/officeDocument/2006/relationships/slideLayout" Target="../slideLayouts/slideLayout235.xml"/><Relationship Id="rId4" Type="http://schemas.openxmlformats.org/officeDocument/2006/relationships/slideLayout" Target="../slideLayouts/slideLayout229.xml"/><Relationship Id="rId9" Type="http://schemas.openxmlformats.org/officeDocument/2006/relationships/slideLayout" Target="../slideLayouts/slideLayout234.xml"/><Relationship Id="rId14"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2598" name="Text Box 6"/>
          <p:cNvSpPr txBox="1">
            <a:spLocks noChangeArrowheads="1"/>
          </p:cNvSpPr>
          <p:nvPr/>
        </p:nvSpPr>
        <p:spPr bwMode="auto">
          <a:xfrm>
            <a:off x="10069762" y="7056438"/>
            <a:ext cx="357187" cy="298450"/>
          </a:xfrm>
          <a:prstGeom prst="rect">
            <a:avLst/>
          </a:prstGeom>
          <a:noFill/>
          <a:ln w="9525">
            <a:noFill/>
            <a:miter lim="800000"/>
            <a:headEnd/>
            <a:tailEnd/>
          </a:ln>
        </p:spPr>
        <p:txBody>
          <a:bodyPr lIns="0" tIns="0" rIns="0" bIns="0" anchor="ctr"/>
          <a:lstStyle/>
          <a:p>
            <a:pPr algn="ctr" defTabSz="1004522">
              <a:defRPr/>
            </a:pPr>
            <a:fld id="{73F339DB-CFFF-4785-85A0-A3411D771B4A}" type="slidenum">
              <a:rPr lang="en-US" baseline="0">
                <a:solidFill>
                  <a:srgbClr val="6D6E71"/>
                </a:solidFill>
              </a:rPr>
              <a:pPr algn="ctr" defTabSz="1004522">
                <a:defRPr/>
              </a:pPr>
              <a:t>‹#›</a:t>
            </a:fld>
            <a:endParaRPr lang="en-US" baseline="0" dirty="0">
              <a:solidFill>
                <a:srgbClr val="6D6E71"/>
              </a:solidFill>
            </a:endParaRPr>
          </a:p>
        </p:txBody>
      </p:sp>
      <p:sp>
        <p:nvSpPr>
          <p:cNvPr id="1027" name="Rectangle 18"/>
          <p:cNvSpPr>
            <a:spLocks noGrp="1" noChangeArrowheads="1"/>
          </p:cNvSpPr>
          <p:nvPr>
            <p:ph type="body" idx="1"/>
          </p:nvPr>
        </p:nvSpPr>
        <p:spPr bwMode="auto">
          <a:xfrm>
            <a:off x="446088" y="1512888"/>
            <a:ext cx="9796462" cy="527685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22611" name="Text Box 19"/>
          <p:cNvSpPr txBox="1">
            <a:spLocks noChangeArrowheads="1"/>
          </p:cNvSpPr>
          <p:nvPr/>
        </p:nvSpPr>
        <p:spPr bwMode="auto">
          <a:xfrm>
            <a:off x="412751" y="671513"/>
            <a:ext cx="9867900" cy="515937"/>
          </a:xfrm>
          <a:prstGeom prst="rect">
            <a:avLst/>
          </a:prstGeom>
          <a:noFill/>
          <a:ln w="9525">
            <a:noFill/>
            <a:miter lim="800000"/>
            <a:headEnd/>
            <a:tailEnd/>
          </a:ln>
        </p:spPr>
        <p:txBody>
          <a:bodyPr lIns="100430" tIns="50247" rIns="100430" bIns="50247">
            <a:spAutoFit/>
          </a:bodyPr>
          <a:lstStyle/>
          <a:p>
            <a:pPr defTabSz="1004522">
              <a:spcBef>
                <a:spcPct val="50000"/>
              </a:spcBef>
              <a:defRPr/>
            </a:pPr>
            <a:endParaRPr lang="en-GB" sz="2700" b="1" baseline="0" dirty="0"/>
          </a:p>
        </p:txBody>
      </p:sp>
      <p:sp>
        <p:nvSpPr>
          <p:cNvPr id="1029" name="Rectangle 20"/>
          <p:cNvSpPr>
            <a:spLocks noGrp="1" noChangeArrowheads="1"/>
          </p:cNvSpPr>
          <p:nvPr>
            <p:ph type="title"/>
          </p:nvPr>
        </p:nvSpPr>
        <p:spPr bwMode="auto">
          <a:xfrm>
            <a:off x="412751" y="368300"/>
            <a:ext cx="9867900" cy="587375"/>
          </a:xfrm>
          <a:prstGeom prst="rect">
            <a:avLst/>
          </a:prstGeom>
          <a:noFill/>
          <a:ln w="9525">
            <a:noFill/>
            <a:miter lim="800000"/>
            <a:headEnd/>
            <a:tailEnd/>
          </a:ln>
        </p:spPr>
        <p:txBody>
          <a:bodyPr vert="horz" wrap="square" lIns="0" tIns="50247" rIns="100430" bIns="50247" numCol="1" anchor="ctr" anchorCtr="0" compatLnSpc="1">
            <a:prstTxWarp prst="textNoShape">
              <a:avLst/>
            </a:prstTxWarp>
          </a:bodyPr>
          <a:lstStyle/>
          <a:p>
            <a:pPr lvl="0"/>
            <a:r>
              <a:rPr lang="en-US" smtClean="0"/>
              <a:t>Click to edit Master title style</a:t>
            </a:r>
          </a:p>
        </p:txBody>
      </p:sp>
      <p:sp>
        <p:nvSpPr>
          <p:cNvPr id="622617" name="Text Box 25"/>
          <p:cNvSpPr txBox="1">
            <a:spLocks noChangeArrowheads="1"/>
          </p:cNvSpPr>
          <p:nvPr/>
        </p:nvSpPr>
        <p:spPr bwMode="auto">
          <a:xfrm>
            <a:off x="6505579" y="7080250"/>
            <a:ext cx="3475038" cy="252413"/>
          </a:xfrm>
          <a:prstGeom prst="rect">
            <a:avLst/>
          </a:prstGeom>
          <a:noFill/>
          <a:ln w="9525">
            <a:noFill/>
            <a:miter lim="800000"/>
            <a:headEnd/>
            <a:tailEnd/>
          </a:ln>
        </p:spPr>
        <p:txBody>
          <a:bodyPr lIns="0" tIns="0" rIns="118604" bIns="0" anchor="ctr"/>
          <a:lstStyle/>
          <a:p>
            <a:pPr marL="503050" indent="-503050" algn="r" defTabSz="1004522">
              <a:spcBef>
                <a:spcPct val="40000"/>
              </a:spcBef>
              <a:spcAft>
                <a:spcPct val="40000"/>
              </a:spcAft>
              <a:defRPr/>
            </a:pPr>
            <a:r>
              <a:rPr lang="en-GB" baseline="0" dirty="0" smtClean="0">
                <a:solidFill>
                  <a:srgbClr val="6D6E71"/>
                </a:solidFill>
              </a:rPr>
              <a:t>WB Performance Management </a:t>
            </a:r>
            <a:r>
              <a:rPr lang="en-GB" baseline="0" dirty="0">
                <a:solidFill>
                  <a:srgbClr val="6D6E71"/>
                </a:solidFill>
              </a:rPr>
              <a:t>- External Performance Analytics</a:t>
            </a:r>
          </a:p>
        </p:txBody>
      </p:sp>
      <p:pic>
        <p:nvPicPr>
          <p:cNvPr id="1031" name="Picture 26" descr="Visual Identitiy Band"/>
          <p:cNvPicPr preferRelativeResize="0">
            <a:picLocks noChangeAspect="1" noChangeArrowheads="1"/>
          </p:cNvPicPr>
          <p:nvPr/>
        </p:nvPicPr>
        <p:blipFill>
          <a:blip r:embed="rId14" cstate="print"/>
          <a:srcRect/>
          <a:stretch>
            <a:fillRect/>
          </a:stretch>
        </p:blipFill>
        <p:spPr bwMode="auto">
          <a:xfrm>
            <a:off x="249" y="1092435"/>
            <a:ext cx="10702925" cy="52387"/>
          </a:xfrm>
          <a:prstGeom prst="rect">
            <a:avLst/>
          </a:prstGeom>
          <a:noFill/>
          <a:ln w="9525">
            <a:noFill/>
            <a:miter lim="800000"/>
            <a:headEnd/>
            <a:tailEnd/>
          </a:ln>
        </p:spPr>
      </p:pic>
      <p:pic>
        <p:nvPicPr>
          <p:cNvPr id="1032" name="Picture 2"/>
          <p:cNvPicPr>
            <a:picLocks noChangeAspect="1" noChangeArrowheads="1"/>
          </p:cNvPicPr>
          <p:nvPr/>
        </p:nvPicPr>
        <p:blipFill>
          <a:blip r:embed="rId15" cstate="print"/>
          <a:srcRect/>
          <a:stretch>
            <a:fillRect/>
          </a:stretch>
        </p:blipFill>
        <p:spPr bwMode="gray">
          <a:xfrm>
            <a:off x="450850" y="7021748"/>
            <a:ext cx="952500" cy="363537"/>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76" r:id="rId1"/>
    <p:sldLayoutId id="2147483664" r:id="rId2"/>
    <p:sldLayoutId id="2147483663" r:id="rId3"/>
    <p:sldLayoutId id="2147483662" r:id="rId4"/>
    <p:sldLayoutId id="2147483661" r:id="rId5"/>
    <p:sldLayoutId id="2147483660" r:id="rId6"/>
    <p:sldLayoutId id="2147483659" r:id="rId7"/>
    <p:sldLayoutId id="2147483658" r:id="rId8"/>
    <p:sldLayoutId id="2147483657" r:id="rId9"/>
    <p:sldLayoutId id="2147483656" r:id="rId10"/>
    <p:sldLayoutId id="2147483655" r:id="rId11"/>
    <p:sldLayoutId id="2147483654" r:id="rId12"/>
  </p:sldLayoutIdLst>
  <p:txStyles>
    <p:titleStyle>
      <a:lvl1pPr algn="l" defTabSz="1004522" rtl="0" eaLnBrk="0" fontAlgn="base" hangingPunct="0">
        <a:spcBef>
          <a:spcPct val="0"/>
        </a:spcBef>
        <a:spcAft>
          <a:spcPct val="0"/>
        </a:spcAft>
        <a:defRPr sz="2600">
          <a:solidFill>
            <a:srgbClr val="6D6E71"/>
          </a:solidFill>
          <a:latin typeface="+mj-lt"/>
          <a:ea typeface="+mj-ea"/>
          <a:cs typeface="+mj-cs"/>
        </a:defRPr>
      </a:lvl1pPr>
      <a:lvl2pPr algn="l" defTabSz="1004522" rtl="0" eaLnBrk="0" fontAlgn="base" hangingPunct="0">
        <a:spcBef>
          <a:spcPct val="0"/>
        </a:spcBef>
        <a:spcAft>
          <a:spcPct val="0"/>
        </a:spcAft>
        <a:defRPr sz="2600">
          <a:solidFill>
            <a:srgbClr val="6D6E71"/>
          </a:solidFill>
          <a:latin typeface="Arial" charset="0"/>
        </a:defRPr>
      </a:lvl2pPr>
      <a:lvl3pPr algn="l" defTabSz="1004522" rtl="0" eaLnBrk="0" fontAlgn="base" hangingPunct="0">
        <a:spcBef>
          <a:spcPct val="0"/>
        </a:spcBef>
        <a:spcAft>
          <a:spcPct val="0"/>
        </a:spcAft>
        <a:defRPr sz="2600">
          <a:solidFill>
            <a:srgbClr val="6D6E71"/>
          </a:solidFill>
          <a:latin typeface="Arial" charset="0"/>
        </a:defRPr>
      </a:lvl3pPr>
      <a:lvl4pPr algn="l" defTabSz="1004522" rtl="0" eaLnBrk="0" fontAlgn="base" hangingPunct="0">
        <a:spcBef>
          <a:spcPct val="0"/>
        </a:spcBef>
        <a:spcAft>
          <a:spcPct val="0"/>
        </a:spcAft>
        <a:defRPr sz="2600">
          <a:solidFill>
            <a:srgbClr val="6D6E71"/>
          </a:solidFill>
          <a:latin typeface="Arial" charset="0"/>
        </a:defRPr>
      </a:lvl4pPr>
      <a:lvl5pPr algn="l" defTabSz="1004522" rtl="0" eaLnBrk="0" fontAlgn="base" hangingPunct="0">
        <a:spcBef>
          <a:spcPct val="0"/>
        </a:spcBef>
        <a:spcAft>
          <a:spcPct val="0"/>
        </a:spcAft>
        <a:defRPr sz="2600">
          <a:solidFill>
            <a:srgbClr val="6D6E71"/>
          </a:solidFill>
          <a:latin typeface="Arial" charset="0"/>
        </a:defRPr>
      </a:lvl5pPr>
      <a:lvl6pPr marL="440298" algn="l" defTabSz="1004522" rtl="0" fontAlgn="base">
        <a:spcBef>
          <a:spcPct val="0"/>
        </a:spcBef>
        <a:spcAft>
          <a:spcPct val="0"/>
        </a:spcAft>
        <a:defRPr sz="3200">
          <a:solidFill>
            <a:schemeClr val="hlink"/>
          </a:solidFill>
          <a:latin typeface="Arial" charset="0"/>
        </a:defRPr>
      </a:lvl6pPr>
      <a:lvl7pPr marL="880657" algn="l" defTabSz="1004522" rtl="0" fontAlgn="base">
        <a:spcBef>
          <a:spcPct val="0"/>
        </a:spcBef>
        <a:spcAft>
          <a:spcPct val="0"/>
        </a:spcAft>
        <a:defRPr sz="3200">
          <a:solidFill>
            <a:schemeClr val="hlink"/>
          </a:solidFill>
          <a:latin typeface="Arial" charset="0"/>
        </a:defRPr>
      </a:lvl7pPr>
      <a:lvl8pPr marL="1320993" algn="l" defTabSz="1004522" rtl="0" fontAlgn="base">
        <a:spcBef>
          <a:spcPct val="0"/>
        </a:spcBef>
        <a:spcAft>
          <a:spcPct val="0"/>
        </a:spcAft>
        <a:defRPr sz="3200">
          <a:solidFill>
            <a:schemeClr val="hlink"/>
          </a:solidFill>
          <a:latin typeface="Arial" charset="0"/>
        </a:defRPr>
      </a:lvl8pPr>
      <a:lvl9pPr marL="1761331" algn="l" defTabSz="1004522" rtl="0" fontAlgn="base">
        <a:spcBef>
          <a:spcPct val="0"/>
        </a:spcBef>
        <a:spcAft>
          <a:spcPct val="0"/>
        </a:spcAft>
        <a:defRPr sz="3200">
          <a:solidFill>
            <a:schemeClr val="hlink"/>
          </a:solidFill>
          <a:latin typeface="Arial" charset="0"/>
        </a:defRPr>
      </a:lvl9pPr>
    </p:titleStyle>
    <p:bodyStyle>
      <a:lvl1pPr marL="330252" indent="-330252" algn="l" defTabSz="1004522" rtl="0" eaLnBrk="0" fontAlgn="base" hangingPunct="0">
        <a:spcBef>
          <a:spcPct val="40000"/>
        </a:spcBef>
        <a:spcAft>
          <a:spcPct val="20000"/>
        </a:spcAft>
        <a:buClr>
          <a:srgbClr val="005C87"/>
        </a:buClr>
        <a:defRPr sz="1600" b="1">
          <a:solidFill>
            <a:srgbClr val="005C87"/>
          </a:solidFill>
          <a:latin typeface="+mn-lt"/>
          <a:ea typeface="+mn-ea"/>
          <a:cs typeface="+mn-cs"/>
        </a:defRPr>
      </a:lvl1pPr>
      <a:lvl2pPr marL="293555" indent="-292025" algn="l" defTabSz="1004522" rtl="0" eaLnBrk="0" fontAlgn="base" hangingPunct="0">
        <a:spcBef>
          <a:spcPct val="30000"/>
        </a:spcBef>
        <a:spcAft>
          <a:spcPct val="20000"/>
        </a:spcAft>
        <a:buClr>
          <a:schemeClr val="accent1"/>
        </a:buClr>
        <a:buSzPct val="110000"/>
        <a:buFont typeface="Wingdings" pitchFamily="2" charset="2"/>
        <a:buChar char="§"/>
        <a:defRPr sz="1400">
          <a:solidFill>
            <a:schemeClr val="tx1"/>
          </a:solidFill>
          <a:latin typeface="+mn-lt"/>
        </a:defRPr>
      </a:lvl2pPr>
      <a:lvl3pPr marL="585581" indent="-290507" algn="l" defTabSz="1004522" rtl="0" eaLnBrk="0" fontAlgn="base" hangingPunct="0">
        <a:spcBef>
          <a:spcPct val="20000"/>
        </a:spcBef>
        <a:spcAft>
          <a:spcPct val="20000"/>
        </a:spcAft>
        <a:buClr>
          <a:schemeClr val="accent1"/>
        </a:buClr>
        <a:buSzPct val="90000"/>
        <a:buFont typeface="Wingdings" pitchFamily="2" charset="2"/>
        <a:buChar char="§"/>
        <a:defRPr sz="1400">
          <a:solidFill>
            <a:schemeClr val="tx1"/>
          </a:solidFill>
          <a:latin typeface="+mn-lt"/>
        </a:defRPr>
      </a:lvl3pPr>
      <a:lvl4pPr marL="879134" indent="-292025" algn="l" defTabSz="1004522" rtl="0" eaLnBrk="0" fontAlgn="base" hangingPunct="0">
        <a:spcBef>
          <a:spcPct val="20000"/>
        </a:spcBef>
        <a:spcAft>
          <a:spcPct val="30000"/>
        </a:spcAft>
        <a:buClr>
          <a:schemeClr val="accent1"/>
        </a:buClr>
        <a:buSzPct val="80000"/>
        <a:buFont typeface="Wingdings" pitchFamily="2" charset="2"/>
        <a:buChar char="§"/>
        <a:defRPr sz="1400">
          <a:solidFill>
            <a:schemeClr val="tx1"/>
          </a:solidFill>
          <a:latin typeface="+mn-lt"/>
        </a:defRPr>
      </a:lvl4pPr>
      <a:lvl5pPr marL="2258235" indent="-249218" algn="l" defTabSz="1004522" rtl="0" eaLnBrk="0" fontAlgn="base" hangingPunct="0">
        <a:spcBef>
          <a:spcPct val="20000"/>
        </a:spcBef>
        <a:spcAft>
          <a:spcPct val="0"/>
        </a:spcAft>
        <a:buChar char="»"/>
        <a:defRPr sz="2700">
          <a:solidFill>
            <a:schemeClr val="tx1"/>
          </a:solidFill>
          <a:latin typeface="+mn-lt"/>
        </a:defRPr>
      </a:lvl5pPr>
      <a:lvl6pPr marL="2700106" indent="-250751" algn="l" defTabSz="1004522" rtl="0" fontAlgn="base">
        <a:spcBef>
          <a:spcPct val="20000"/>
        </a:spcBef>
        <a:spcAft>
          <a:spcPct val="0"/>
        </a:spcAft>
        <a:buChar char="»"/>
        <a:defRPr sz="2700">
          <a:solidFill>
            <a:schemeClr val="tx1"/>
          </a:solidFill>
          <a:latin typeface="+mn-lt"/>
        </a:defRPr>
      </a:lvl6pPr>
      <a:lvl7pPr marL="3140438" indent="-250751" algn="l" defTabSz="1004522" rtl="0" fontAlgn="base">
        <a:spcBef>
          <a:spcPct val="20000"/>
        </a:spcBef>
        <a:spcAft>
          <a:spcPct val="0"/>
        </a:spcAft>
        <a:buChar char="»"/>
        <a:defRPr sz="2700">
          <a:solidFill>
            <a:schemeClr val="tx1"/>
          </a:solidFill>
          <a:latin typeface="+mn-lt"/>
        </a:defRPr>
      </a:lvl7pPr>
      <a:lvl8pPr marL="3580778" indent="-250751" algn="l" defTabSz="1004522" rtl="0" fontAlgn="base">
        <a:spcBef>
          <a:spcPct val="20000"/>
        </a:spcBef>
        <a:spcAft>
          <a:spcPct val="0"/>
        </a:spcAft>
        <a:buChar char="»"/>
        <a:defRPr sz="2700">
          <a:solidFill>
            <a:schemeClr val="tx1"/>
          </a:solidFill>
          <a:latin typeface="+mn-lt"/>
        </a:defRPr>
      </a:lvl8pPr>
      <a:lvl9pPr marL="4021114" indent="-250751" algn="l" defTabSz="1004522" rtl="0" fontAlgn="base">
        <a:spcBef>
          <a:spcPct val="20000"/>
        </a:spcBef>
        <a:spcAft>
          <a:spcPct val="0"/>
        </a:spcAft>
        <a:buChar char="»"/>
        <a:defRPr sz="2700">
          <a:solidFill>
            <a:schemeClr val="tx1"/>
          </a:solidFill>
          <a:latin typeface="+mn-lt"/>
        </a:defRPr>
      </a:lvl9pPr>
    </p:bodyStyle>
    <p:otherStyle>
      <a:defPPr>
        <a:defRPr lang="en-US"/>
      </a:defPPr>
      <a:lvl1pPr marL="0" algn="l" defTabSz="880657" rtl="0" eaLnBrk="1" latinLnBrk="0" hangingPunct="1">
        <a:defRPr sz="1800" kern="1200">
          <a:solidFill>
            <a:schemeClr val="tx1"/>
          </a:solidFill>
          <a:latin typeface="+mn-lt"/>
          <a:ea typeface="+mn-ea"/>
          <a:cs typeface="+mn-cs"/>
        </a:defRPr>
      </a:lvl1pPr>
      <a:lvl2pPr marL="440298" algn="l" defTabSz="880657" rtl="0" eaLnBrk="1" latinLnBrk="0" hangingPunct="1">
        <a:defRPr sz="1800" kern="1200">
          <a:solidFill>
            <a:schemeClr val="tx1"/>
          </a:solidFill>
          <a:latin typeface="+mn-lt"/>
          <a:ea typeface="+mn-ea"/>
          <a:cs typeface="+mn-cs"/>
        </a:defRPr>
      </a:lvl2pPr>
      <a:lvl3pPr marL="880657" algn="l" defTabSz="880657" rtl="0" eaLnBrk="1" latinLnBrk="0" hangingPunct="1">
        <a:defRPr sz="1800" kern="1200">
          <a:solidFill>
            <a:schemeClr val="tx1"/>
          </a:solidFill>
          <a:latin typeface="+mn-lt"/>
          <a:ea typeface="+mn-ea"/>
          <a:cs typeface="+mn-cs"/>
        </a:defRPr>
      </a:lvl3pPr>
      <a:lvl4pPr marL="1320993" algn="l" defTabSz="880657" rtl="0" eaLnBrk="1" latinLnBrk="0" hangingPunct="1">
        <a:defRPr sz="1800" kern="1200">
          <a:solidFill>
            <a:schemeClr val="tx1"/>
          </a:solidFill>
          <a:latin typeface="+mn-lt"/>
          <a:ea typeface="+mn-ea"/>
          <a:cs typeface="+mn-cs"/>
        </a:defRPr>
      </a:lvl4pPr>
      <a:lvl5pPr marL="1761331" algn="l" defTabSz="880657" rtl="0" eaLnBrk="1" latinLnBrk="0" hangingPunct="1">
        <a:defRPr sz="1800" kern="1200">
          <a:solidFill>
            <a:schemeClr val="tx1"/>
          </a:solidFill>
          <a:latin typeface="+mn-lt"/>
          <a:ea typeface="+mn-ea"/>
          <a:cs typeface="+mn-cs"/>
        </a:defRPr>
      </a:lvl5pPr>
      <a:lvl6pPr marL="2201681" algn="l" defTabSz="880657" rtl="0" eaLnBrk="1" latinLnBrk="0" hangingPunct="1">
        <a:defRPr sz="1800" kern="1200">
          <a:solidFill>
            <a:schemeClr val="tx1"/>
          </a:solidFill>
          <a:latin typeface="+mn-lt"/>
          <a:ea typeface="+mn-ea"/>
          <a:cs typeface="+mn-cs"/>
        </a:defRPr>
      </a:lvl6pPr>
      <a:lvl7pPr marL="2642007" algn="l" defTabSz="880657" rtl="0" eaLnBrk="1" latinLnBrk="0" hangingPunct="1">
        <a:defRPr sz="1800" kern="1200">
          <a:solidFill>
            <a:schemeClr val="tx1"/>
          </a:solidFill>
          <a:latin typeface="+mn-lt"/>
          <a:ea typeface="+mn-ea"/>
          <a:cs typeface="+mn-cs"/>
        </a:defRPr>
      </a:lvl7pPr>
      <a:lvl8pPr marL="3082336" algn="l" defTabSz="880657" rtl="0" eaLnBrk="1" latinLnBrk="0" hangingPunct="1">
        <a:defRPr sz="1800" kern="1200">
          <a:solidFill>
            <a:schemeClr val="tx1"/>
          </a:solidFill>
          <a:latin typeface="+mn-lt"/>
          <a:ea typeface="+mn-ea"/>
          <a:cs typeface="+mn-cs"/>
        </a:defRPr>
      </a:lvl8pPr>
      <a:lvl9pPr marL="3522673" algn="l" defTabSz="88065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2598" name="Text Box 6"/>
          <p:cNvSpPr txBox="1">
            <a:spLocks noChangeArrowheads="1"/>
          </p:cNvSpPr>
          <p:nvPr/>
        </p:nvSpPr>
        <p:spPr bwMode="auto">
          <a:xfrm>
            <a:off x="10069762" y="7056438"/>
            <a:ext cx="357187" cy="298450"/>
          </a:xfrm>
          <a:prstGeom prst="rect">
            <a:avLst/>
          </a:prstGeom>
          <a:noFill/>
          <a:ln w="9525">
            <a:noFill/>
            <a:miter lim="800000"/>
            <a:headEnd/>
            <a:tailEnd/>
          </a:ln>
        </p:spPr>
        <p:txBody>
          <a:bodyPr lIns="0" tIns="0" rIns="0" bIns="0" anchor="ctr"/>
          <a:lstStyle/>
          <a:p>
            <a:pPr algn="ctr" defTabSz="1004522">
              <a:defRPr/>
            </a:pPr>
            <a:fld id="{636E5B5B-A0E5-4080-925D-D18045B389D4}" type="slidenum">
              <a:rPr lang="en-US" baseline="0">
                <a:solidFill>
                  <a:srgbClr val="6D6E71"/>
                </a:solidFill>
              </a:rPr>
              <a:pPr algn="ctr" defTabSz="1004522">
                <a:defRPr/>
              </a:pPr>
              <a:t>‹#›</a:t>
            </a:fld>
            <a:endParaRPr lang="en-US" baseline="0" dirty="0">
              <a:solidFill>
                <a:srgbClr val="6D6E71"/>
              </a:solidFill>
            </a:endParaRPr>
          </a:p>
        </p:txBody>
      </p:sp>
      <p:sp>
        <p:nvSpPr>
          <p:cNvPr id="14339" name="Rectangle 18"/>
          <p:cNvSpPr>
            <a:spLocks noGrp="1" noChangeArrowheads="1"/>
          </p:cNvSpPr>
          <p:nvPr>
            <p:ph type="body" idx="1"/>
          </p:nvPr>
        </p:nvSpPr>
        <p:spPr bwMode="auto">
          <a:xfrm>
            <a:off x="446088" y="1512888"/>
            <a:ext cx="9796462" cy="527685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22611" name="Text Box 19"/>
          <p:cNvSpPr txBox="1">
            <a:spLocks noChangeArrowheads="1"/>
          </p:cNvSpPr>
          <p:nvPr/>
        </p:nvSpPr>
        <p:spPr bwMode="auto">
          <a:xfrm>
            <a:off x="412751" y="671513"/>
            <a:ext cx="9867900" cy="515937"/>
          </a:xfrm>
          <a:prstGeom prst="rect">
            <a:avLst/>
          </a:prstGeom>
          <a:noFill/>
          <a:ln w="9525">
            <a:noFill/>
            <a:miter lim="800000"/>
            <a:headEnd/>
            <a:tailEnd/>
          </a:ln>
        </p:spPr>
        <p:txBody>
          <a:bodyPr lIns="100430" tIns="50247" rIns="100430" bIns="50247">
            <a:spAutoFit/>
          </a:bodyPr>
          <a:lstStyle/>
          <a:p>
            <a:pPr defTabSz="1004522">
              <a:spcBef>
                <a:spcPct val="50000"/>
              </a:spcBef>
              <a:defRPr/>
            </a:pPr>
            <a:endParaRPr lang="en-GB" sz="2700" b="1" baseline="0" dirty="0"/>
          </a:p>
        </p:txBody>
      </p:sp>
      <p:sp>
        <p:nvSpPr>
          <p:cNvPr id="14341" name="Rectangle 20"/>
          <p:cNvSpPr>
            <a:spLocks noGrp="1" noChangeArrowheads="1"/>
          </p:cNvSpPr>
          <p:nvPr>
            <p:ph type="title"/>
          </p:nvPr>
        </p:nvSpPr>
        <p:spPr bwMode="auto">
          <a:xfrm>
            <a:off x="412751" y="368300"/>
            <a:ext cx="9867900" cy="587375"/>
          </a:xfrm>
          <a:prstGeom prst="rect">
            <a:avLst/>
          </a:prstGeom>
          <a:noFill/>
          <a:ln w="9525">
            <a:noFill/>
            <a:miter lim="800000"/>
            <a:headEnd/>
            <a:tailEnd/>
          </a:ln>
        </p:spPr>
        <p:txBody>
          <a:bodyPr vert="horz" wrap="square" lIns="0" tIns="50247" rIns="100430" bIns="50247" numCol="1" anchor="ctr" anchorCtr="0" compatLnSpc="1">
            <a:prstTxWarp prst="textNoShape">
              <a:avLst/>
            </a:prstTxWarp>
          </a:bodyPr>
          <a:lstStyle/>
          <a:p>
            <a:pPr lvl="0"/>
            <a:r>
              <a:rPr lang="en-US" smtClean="0"/>
              <a:t>Click to edit Master title style</a:t>
            </a:r>
          </a:p>
        </p:txBody>
      </p:sp>
      <p:sp>
        <p:nvSpPr>
          <p:cNvPr id="622617" name="Text Box 25"/>
          <p:cNvSpPr txBox="1">
            <a:spLocks noChangeArrowheads="1"/>
          </p:cNvSpPr>
          <p:nvPr/>
        </p:nvSpPr>
        <p:spPr bwMode="auto">
          <a:xfrm>
            <a:off x="6505579" y="7080250"/>
            <a:ext cx="3475038" cy="252413"/>
          </a:xfrm>
          <a:prstGeom prst="rect">
            <a:avLst/>
          </a:prstGeom>
          <a:noFill/>
          <a:ln w="9525">
            <a:noFill/>
            <a:miter lim="800000"/>
            <a:headEnd/>
            <a:tailEnd/>
          </a:ln>
        </p:spPr>
        <p:txBody>
          <a:bodyPr lIns="0" tIns="0" rIns="118604" bIns="0" anchor="ctr"/>
          <a:lstStyle/>
          <a:p>
            <a:pPr marL="503050" indent="-503050" algn="r" defTabSz="1004522">
              <a:spcBef>
                <a:spcPct val="40000"/>
              </a:spcBef>
              <a:spcAft>
                <a:spcPct val="40000"/>
              </a:spcAft>
              <a:defRPr/>
            </a:pPr>
            <a:r>
              <a:rPr lang="en-GB" baseline="0" dirty="0">
                <a:solidFill>
                  <a:srgbClr val="6D6E71"/>
                </a:solidFill>
              </a:rPr>
              <a:t>WB </a:t>
            </a:r>
            <a:r>
              <a:rPr lang="en-GB" baseline="0" dirty="0" smtClean="0">
                <a:solidFill>
                  <a:srgbClr val="6D6E71"/>
                </a:solidFill>
              </a:rPr>
              <a:t>Performance Management - </a:t>
            </a:r>
            <a:r>
              <a:rPr lang="en-GB" baseline="0" dirty="0">
                <a:solidFill>
                  <a:srgbClr val="6D6E71"/>
                </a:solidFill>
              </a:rPr>
              <a:t>External Performance Analytics</a:t>
            </a:r>
          </a:p>
        </p:txBody>
      </p:sp>
      <p:pic>
        <p:nvPicPr>
          <p:cNvPr id="14343" name="Picture 26" descr="Visual Identitiy Band"/>
          <p:cNvPicPr preferRelativeResize="0">
            <a:picLocks noChangeAspect="1" noChangeArrowheads="1"/>
          </p:cNvPicPr>
          <p:nvPr/>
        </p:nvPicPr>
        <p:blipFill>
          <a:blip r:embed="rId13" cstate="print"/>
          <a:srcRect/>
          <a:stretch>
            <a:fillRect/>
          </a:stretch>
        </p:blipFill>
        <p:spPr bwMode="auto">
          <a:xfrm>
            <a:off x="249" y="1092435"/>
            <a:ext cx="10702925" cy="52387"/>
          </a:xfrm>
          <a:prstGeom prst="rect">
            <a:avLst/>
          </a:prstGeom>
          <a:noFill/>
          <a:ln w="9525">
            <a:noFill/>
            <a:miter lim="800000"/>
            <a:headEnd/>
            <a:tailEnd/>
          </a:ln>
        </p:spPr>
      </p:pic>
      <p:pic>
        <p:nvPicPr>
          <p:cNvPr id="14344" name="Picture 2"/>
          <p:cNvPicPr>
            <a:picLocks noChangeAspect="1" noChangeArrowheads="1"/>
          </p:cNvPicPr>
          <p:nvPr/>
        </p:nvPicPr>
        <p:blipFill>
          <a:blip r:embed="rId14" cstate="print"/>
          <a:srcRect/>
          <a:stretch>
            <a:fillRect/>
          </a:stretch>
        </p:blipFill>
        <p:spPr bwMode="gray">
          <a:xfrm>
            <a:off x="450850" y="7021748"/>
            <a:ext cx="952500" cy="363537"/>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75" r:id="rId1"/>
    <p:sldLayoutId id="2147483674" r:id="rId2"/>
    <p:sldLayoutId id="2147483673" r:id="rId3"/>
    <p:sldLayoutId id="2147483672" r:id="rId4"/>
    <p:sldLayoutId id="2147483671" r:id="rId5"/>
    <p:sldLayoutId id="2147483670" r:id="rId6"/>
    <p:sldLayoutId id="2147483669" r:id="rId7"/>
    <p:sldLayoutId id="2147483668" r:id="rId8"/>
    <p:sldLayoutId id="2147483667" r:id="rId9"/>
    <p:sldLayoutId id="2147483666" r:id="rId10"/>
    <p:sldLayoutId id="2147483665" r:id="rId11"/>
  </p:sldLayoutIdLst>
  <p:txStyles>
    <p:titleStyle>
      <a:lvl1pPr algn="l" defTabSz="1004522" rtl="0" eaLnBrk="0" fontAlgn="base" hangingPunct="0">
        <a:spcBef>
          <a:spcPct val="0"/>
        </a:spcBef>
        <a:spcAft>
          <a:spcPct val="0"/>
        </a:spcAft>
        <a:defRPr sz="2600">
          <a:solidFill>
            <a:srgbClr val="6D6E71"/>
          </a:solidFill>
          <a:latin typeface="+mj-lt"/>
          <a:ea typeface="+mj-ea"/>
          <a:cs typeface="+mj-cs"/>
        </a:defRPr>
      </a:lvl1pPr>
      <a:lvl2pPr algn="l" defTabSz="1004522" rtl="0" eaLnBrk="0" fontAlgn="base" hangingPunct="0">
        <a:spcBef>
          <a:spcPct val="0"/>
        </a:spcBef>
        <a:spcAft>
          <a:spcPct val="0"/>
        </a:spcAft>
        <a:defRPr sz="2600">
          <a:solidFill>
            <a:srgbClr val="6D6E71"/>
          </a:solidFill>
          <a:latin typeface="Arial" charset="0"/>
          <a:cs typeface="Arial" charset="0"/>
        </a:defRPr>
      </a:lvl2pPr>
      <a:lvl3pPr algn="l" defTabSz="1004522" rtl="0" eaLnBrk="0" fontAlgn="base" hangingPunct="0">
        <a:spcBef>
          <a:spcPct val="0"/>
        </a:spcBef>
        <a:spcAft>
          <a:spcPct val="0"/>
        </a:spcAft>
        <a:defRPr sz="2600">
          <a:solidFill>
            <a:srgbClr val="6D6E71"/>
          </a:solidFill>
          <a:latin typeface="Arial" charset="0"/>
          <a:cs typeface="Arial" charset="0"/>
        </a:defRPr>
      </a:lvl3pPr>
      <a:lvl4pPr algn="l" defTabSz="1004522" rtl="0" eaLnBrk="0" fontAlgn="base" hangingPunct="0">
        <a:spcBef>
          <a:spcPct val="0"/>
        </a:spcBef>
        <a:spcAft>
          <a:spcPct val="0"/>
        </a:spcAft>
        <a:defRPr sz="2600">
          <a:solidFill>
            <a:srgbClr val="6D6E71"/>
          </a:solidFill>
          <a:latin typeface="Arial" charset="0"/>
          <a:cs typeface="Arial" charset="0"/>
        </a:defRPr>
      </a:lvl4pPr>
      <a:lvl5pPr algn="l" defTabSz="1004522" rtl="0" eaLnBrk="0" fontAlgn="base" hangingPunct="0">
        <a:spcBef>
          <a:spcPct val="0"/>
        </a:spcBef>
        <a:spcAft>
          <a:spcPct val="0"/>
        </a:spcAft>
        <a:defRPr sz="2600">
          <a:solidFill>
            <a:srgbClr val="6D6E71"/>
          </a:solidFill>
          <a:latin typeface="Arial" charset="0"/>
          <a:cs typeface="Arial" charset="0"/>
        </a:defRPr>
      </a:lvl5pPr>
      <a:lvl6pPr marL="440298" algn="l" defTabSz="1004522" rtl="0" fontAlgn="base">
        <a:spcBef>
          <a:spcPct val="0"/>
        </a:spcBef>
        <a:spcAft>
          <a:spcPct val="0"/>
        </a:spcAft>
        <a:defRPr sz="2600">
          <a:solidFill>
            <a:srgbClr val="6D6E71"/>
          </a:solidFill>
          <a:latin typeface="Arial" charset="0"/>
          <a:cs typeface="Arial" charset="0"/>
        </a:defRPr>
      </a:lvl6pPr>
      <a:lvl7pPr marL="880657" algn="l" defTabSz="1004522" rtl="0" fontAlgn="base">
        <a:spcBef>
          <a:spcPct val="0"/>
        </a:spcBef>
        <a:spcAft>
          <a:spcPct val="0"/>
        </a:spcAft>
        <a:defRPr sz="2600">
          <a:solidFill>
            <a:srgbClr val="6D6E71"/>
          </a:solidFill>
          <a:latin typeface="Arial" charset="0"/>
          <a:cs typeface="Arial" charset="0"/>
        </a:defRPr>
      </a:lvl7pPr>
      <a:lvl8pPr marL="1320993" algn="l" defTabSz="1004522" rtl="0" fontAlgn="base">
        <a:spcBef>
          <a:spcPct val="0"/>
        </a:spcBef>
        <a:spcAft>
          <a:spcPct val="0"/>
        </a:spcAft>
        <a:defRPr sz="2600">
          <a:solidFill>
            <a:srgbClr val="6D6E71"/>
          </a:solidFill>
          <a:latin typeface="Arial" charset="0"/>
          <a:cs typeface="Arial" charset="0"/>
        </a:defRPr>
      </a:lvl8pPr>
      <a:lvl9pPr marL="1761331" algn="l" defTabSz="1004522" rtl="0" fontAlgn="base">
        <a:spcBef>
          <a:spcPct val="0"/>
        </a:spcBef>
        <a:spcAft>
          <a:spcPct val="0"/>
        </a:spcAft>
        <a:defRPr sz="2600">
          <a:solidFill>
            <a:srgbClr val="6D6E71"/>
          </a:solidFill>
          <a:latin typeface="Arial" charset="0"/>
          <a:cs typeface="Arial" charset="0"/>
        </a:defRPr>
      </a:lvl9pPr>
    </p:titleStyle>
    <p:bodyStyle>
      <a:lvl1pPr marL="330252" indent="-330252" algn="l" defTabSz="1004522" rtl="0" eaLnBrk="0" fontAlgn="base" hangingPunct="0">
        <a:spcBef>
          <a:spcPct val="40000"/>
        </a:spcBef>
        <a:spcAft>
          <a:spcPct val="20000"/>
        </a:spcAft>
        <a:buClr>
          <a:srgbClr val="005C87"/>
        </a:buClr>
        <a:defRPr sz="1600" b="1">
          <a:solidFill>
            <a:srgbClr val="005C87"/>
          </a:solidFill>
          <a:latin typeface="+mn-lt"/>
          <a:ea typeface="+mn-ea"/>
          <a:cs typeface="+mn-cs"/>
        </a:defRPr>
      </a:lvl1pPr>
      <a:lvl2pPr marL="293555" indent="-292025" algn="l" defTabSz="1004522" rtl="0" eaLnBrk="0" fontAlgn="base" hangingPunct="0">
        <a:spcBef>
          <a:spcPct val="30000"/>
        </a:spcBef>
        <a:spcAft>
          <a:spcPct val="20000"/>
        </a:spcAft>
        <a:buClr>
          <a:schemeClr val="accent1"/>
        </a:buClr>
        <a:buSzPct val="110000"/>
        <a:buFont typeface="Wingdings" pitchFamily="2" charset="2"/>
        <a:buChar char="§"/>
        <a:defRPr sz="1400">
          <a:solidFill>
            <a:schemeClr val="tx1"/>
          </a:solidFill>
          <a:latin typeface="+mn-lt"/>
          <a:cs typeface="+mn-cs"/>
        </a:defRPr>
      </a:lvl2pPr>
      <a:lvl3pPr marL="585581" indent="-290507" algn="l" defTabSz="1004522" rtl="0" eaLnBrk="0" fontAlgn="base" hangingPunct="0">
        <a:spcBef>
          <a:spcPct val="20000"/>
        </a:spcBef>
        <a:spcAft>
          <a:spcPct val="20000"/>
        </a:spcAft>
        <a:buClr>
          <a:schemeClr val="accent1"/>
        </a:buClr>
        <a:buSzPct val="90000"/>
        <a:buFont typeface="Wingdings" pitchFamily="2" charset="2"/>
        <a:buChar char="§"/>
        <a:defRPr sz="1400">
          <a:solidFill>
            <a:schemeClr val="tx1"/>
          </a:solidFill>
          <a:latin typeface="+mn-lt"/>
          <a:cs typeface="+mn-cs"/>
        </a:defRPr>
      </a:lvl3pPr>
      <a:lvl4pPr marL="879134" indent="-292025" algn="l" defTabSz="1004522" rtl="0" eaLnBrk="0" fontAlgn="base" hangingPunct="0">
        <a:spcBef>
          <a:spcPct val="20000"/>
        </a:spcBef>
        <a:spcAft>
          <a:spcPct val="30000"/>
        </a:spcAft>
        <a:buClr>
          <a:schemeClr val="accent1"/>
        </a:buClr>
        <a:buSzPct val="80000"/>
        <a:buFont typeface="Wingdings" pitchFamily="2" charset="2"/>
        <a:buChar char="§"/>
        <a:defRPr sz="1400">
          <a:solidFill>
            <a:schemeClr val="tx1"/>
          </a:solidFill>
          <a:latin typeface="+mn-lt"/>
          <a:cs typeface="+mn-cs"/>
        </a:defRPr>
      </a:lvl4pPr>
      <a:lvl5pPr marL="2258235" indent="-249218" algn="l" defTabSz="1004522" rtl="0" eaLnBrk="0" fontAlgn="base" hangingPunct="0">
        <a:spcBef>
          <a:spcPct val="20000"/>
        </a:spcBef>
        <a:spcAft>
          <a:spcPct val="0"/>
        </a:spcAft>
        <a:buChar char="»"/>
        <a:defRPr sz="2700">
          <a:solidFill>
            <a:schemeClr val="tx1"/>
          </a:solidFill>
          <a:latin typeface="+mn-lt"/>
          <a:cs typeface="+mn-cs"/>
        </a:defRPr>
      </a:lvl5pPr>
      <a:lvl6pPr marL="2700106" indent="-250751" algn="l" defTabSz="1004522" rtl="0" fontAlgn="base">
        <a:spcBef>
          <a:spcPct val="20000"/>
        </a:spcBef>
        <a:spcAft>
          <a:spcPct val="0"/>
        </a:spcAft>
        <a:buChar char="»"/>
        <a:defRPr sz="2700">
          <a:solidFill>
            <a:schemeClr val="tx1"/>
          </a:solidFill>
          <a:latin typeface="+mn-lt"/>
          <a:cs typeface="+mn-cs"/>
        </a:defRPr>
      </a:lvl6pPr>
      <a:lvl7pPr marL="3140438" indent="-250751" algn="l" defTabSz="1004522" rtl="0" fontAlgn="base">
        <a:spcBef>
          <a:spcPct val="20000"/>
        </a:spcBef>
        <a:spcAft>
          <a:spcPct val="0"/>
        </a:spcAft>
        <a:buChar char="»"/>
        <a:defRPr sz="2700">
          <a:solidFill>
            <a:schemeClr val="tx1"/>
          </a:solidFill>
          <a:latin typeface="+mn-lt"/>
          <a:cs typeface="+mn-cs"/>
        </a:defRPr>
      </a:lvl7pPr>
      <a:lvl8pPr marL="3580778" indent="-250751" algn="l" defTabSz="1004522" rtl="0" fontAlgn="base">
        <a:spcBef>
          <a:spcPct val="20000"/>
        </a:spcBef>
        <a:spcAft>
          <a:spcPct val="0"/>
        </a:spcAft>
        <a:buChar char="»"/>
        <a:defRPr sz="2700">
          <a:solidFill>
            <a:schemeClr val="tx1"/>
          </a:solidFill>
          <a:latin typeface="+mn-lt"/>
          <a:cs typeface="+mn-cs"/>
        </a:defRPr>
      </a:lvl8pPr>
      <a:lvl9pPr marL="4021114" indent="-250751" algn="l" defTabSz="1004522" rtl="0" fontAlgn="base">
        <a:spcBef>
          <a:spcPct val="20000"/>
        </a:spcBef>
        <a:spcAft>
          <a:spcPct val="0"/>
        </a:spcAft>
        <a:buChar char="»"/>
        <a:defRPr sz="2700">
          <a:solidFill>
            <a:schemeClr val="tx1"/>
          </a:solidFill>
          <a:latin typeface="+mn-lt"/>
          <a:cs typeface="+mn-cs"/>
        </a:defRPr>
      </a:lvl9pPr>
    </p:bodyStyle>
    <p:otherStyle>
      <a:defPPr>
        <a:defRPr lang="en-US"/>
      </a:defPPr>
      <a:lvl1pPr marL="0" algn="l" defTabSz="880657" rtl="0" eaLnBrk="1" latinLnBrk="0" hangingPunct="1">
        <a:defRPr sz="1800" kern="1200">
          <a:solidFill>
            <a:schemeClr val="tx1"/>
          </a:solidFill>
          <a:latin typeface="+mn-lt"/>
          <a:ea typeface="+mn-ea"/>
          <a:cs typeface="+mn-cs"/>
        </a:defRPr>
      </a:lvl1pPr>
      <a:lvl2pPr marL="440298" algn="l" defTabSz="880657" rtl="0" eaLnBrk="1" latinLnBrk="0" hangingPunct="1">
        <a:defRPr sz="1800" kern="1200">
          <a:solidFill>
            <a:schemeClr val="tx1"/>
          </a:solidFill>
          <a:latin typeface="+mn-lt"/>
          <a:ea typeface="+mn-ea"/>
          <a:cs typeface="+mn-cs"/>
        </a:defRPr>
      </a:lvl2pPr>
      <a:lvl3pPr marL="880657" algn="l" defTabSz="880657" rtl="0" eaLnBrk="1" latinLnBrk="0" hangingPunct="1">
        <a:defRPr sz="1800" kern="1200">
          <a:solidFill>
            <a:schemeClr val="tx1"/>
          </a:solidFill>
          <a:latin typeface="+mn-lt"/>
          <a:ea typeface="+mn-ea"/>
          <a:cs typeface="+mn-cs"/>
        </a:defRPr>
      </a:lvl3pPr>
      <a:lvl4pPr marL="1320993" algn="l" defTabSz="880657" rtl="0" eaLnBrk="1" latinLnBrk="0" hangingPunct="1">
        <a:defRPr sz="1800" kern="1200">
          <a:solidFill>
            <a:schemeClr val="tx1"/>
          </a:solidFill>
          <a:latin typeface="+mn-lt"/>
          <a:ea typeface="+mn-ea"/>
          <a:cs typeface="+mn-cs"/>
        </a:defRPr>
      </a:lvl4pPr>
      <a:lvl5pPr marL="1761331" algn="l" defTabSz="880657" rtl="0" eaLnBrk="1" latinLnBrk="0" hangingPunct="1">
        <a:defRPr sz="1800" kern="1200">
          <a:solidFill>
            <a:schemeClr val="tx1"/>
          </a:solidFill>
          <a:latin typeface="+mn-lt"/>
          <a:ea typeface="+mn-ea"/>
          <a:cs typeface="+mn-cs"/>
        </a:defRPr>
      </a:lvl5pPr>
      <a:lvl6pPr marL="2201681" algn="l" defTabSz="880657" rtl="0" eaLnBrk="1" latinLnBrk="0" hangingPunct="1">
        <a:defRPr sz="1800" kern="1200">
          <a:solidFill>
            <a:schemeClr val="tx1"/>
          </a:solidFill>
          <a:latin typeface="+mn-lt"/>
          <a:ea typeface="+mn-ea"/>
          <a:cs typeface="+mn-cs"/>
        </a:defRPr>
      </a:lvl6pPr>
      <a:lvl7pPr marL="2642007" algn="l" defTabSz="880657" rtl="0" eaLnBrk="1" latinLnBrk="0" hangingPunct="1">
        <a:defRPr sz="1800" kern="1200">
          <a:solidFill>
            <a:schemeClr val="tx1"/>
          </a:solidFill>
          <a:latin typeface="+mn-lt"/>
          <a:ea typeface="+mn-ea"/>
          <a:cs typeface="+mn-cs"/>
        </a:defRPr>
      </a:lvl7pPr>
      <a:lvl8pPr marL="3082336" algn="l" defTabSz="880657" rtl="0" eaLnBrk="1" latinLnBrk="0" hangingPunct="1">
        <a:defRPr sz="1800" kern="1200">
          <a:solidFill>
            <a:schemeClr val="tx1"/>
          </a:solidFill>
          <a:latin typeface="+mn-lt"/>
          <a:ea typeface="+mn-ea"/>
          <a:cs typeface="+mn-cs"/>
        </a:defRPr>
      </a:lvl8pPr>
      <a:lvl9pPr marL="3522673" algn="l" defTabSz="88065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2598" name="Text Box 6"/>
          <p:cNvSpPr txBox="1">
            <a:spLocks noChangeArrowheads="1"/>
          </p:cNvSpPr>
          <p:nvPr/>
        </p:nvSpPr>
        <p:spPr bwMode="auto">
          <a:xfrm>
            <a:off x="10069762" y="7056438"/>
            <a:ext cx="357187" cy="298450"/>
          </a:xfrm>
          <a:prstGeom prst="rect">
            <a:avLst/>
          </a:prstGeom>
          <a:noFill/>
          <a:ln w="9525">
            <a:noFill/>
            <a:miter lim="800000"/>
            <a:headEnd/>
            <a:tailEnd/>
          </a:ln>
        </p:spPr>
        <p:txBody>
          <a:bodyPr lIns="0" tIns="0" rIns="0" bIns="0" anchor="ctr"/>
          <a:lstStyle/>
          <a:p>
            <a:pPr algn="ctr" defTabSz="1004522">
              <a:defRPr/>
            </a:pPr>
            <a:fld id="{11BBAC88-D85F-4C74-9FFA-07A924DA6D92}" type="slidenum">
              <a:rPr lang="en-US" baseline="0">
                <a:solidFill>
                  <a:srgbClr val="6D6E71"/>
                </a:solidFill>
              </a:rPr>
              <a:pPr algn="ctr" defTabSz="1004522">
                <a:defRPr/>
              </a:pPr>
              <a:t>‹#›</a:t>
            </a:fld>
            <a:endParaRPr lang="en-US" baseline="0" dirty="0">
              <a:solidFill>
                <a:srgbClr val="6D6E71"/>
              </a:solidFill>
            </a:endParaRPr>
          </a:p>
        </p:txBody>
      </p:sp>
      <p:sp>
        <p:nvSpPr>
          <p:cNvPr id="1027" name="Rectangle 18"/>
          <p:cNvSpPr>
            <a:spLocks noGrp="1" noChangeArrowheads="1"/>
          </p:cNvSpPr>
          <p:nvPr>
            <p:ph type="body" idx="1"/>
          </p:nvPr>
        </p:nvSpPr>
        <p:spPr bwMode="auto">
          <a:xfrm>
            <a:off x="446088" y="1512888"/>
            <a:ext cx="9796462" cy="527685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22611" name="Text Box 19"/>
          <p:cNvSpPr txBox="1">
            <a:spLocks noChangeArrowheads="1"/>
          </p:cNvSpPr>
          <p:nvPr/>
        </p:nvSpPr>
        <p:spPr bwMode="auto">
          <a:xfrm>
            <a:off x="412751" y="671513"/>
            <a:ext cx="9867900" cy="515937"/>
          </a:xfrm>
          <a:prstGeom prst="rect">
            <a:avLst/>
          </a:prstGeom>
          <a:noFill/>
          <a:ln w="9525">
            <a:noFill/>
            <a:miter lim="800000"/>
            <a:headEnd/>
            <a:tailEnd/>
          </a:ln>
        </p:spPr>
        <p:txBody>
          <a:bodyPr lIns="100412" tIns="50238" rIns="100412" bIns="50238">
            <a:spAutoFit/>
          </a:bodyPr>
          <a:lstStyle/>
          <a:p>
            <a:pPr defTabSz="1004522">
              <a:spcBef>
                <a:spcPct val="50000"/>
              </a:spcBef>
              <a:defRPr/>
            </a:pPr>
            <a:endParaRPr lang="en-GB" sz="2700" b="1" baseline="0" dirty="0"/>
          </a:p>
        </p:txBody>
      </p:sp>
      <p:sp>
        <p:nvSpPr>
          <p:cNvPr id="1029" name="Rectangle 20"/>
          <p:cNvSpPr>
            <a:spLocks noGrp="1" noChangeArrowheads="1"/>
          </p:cNvSpPr>
          <p:nvPr>
            <p:ph type="title"/>
          </p:nvPr>
        </p:nvSpPr>
        <p:spPr bwMode="auto">
          <a:xfrm>
            <a:off x="412751" y="368300"/>
            <a:ext cx="9867900" cy="587375"/>
          </a:xfrm>
          <a:prstGeom prst="rect">
            <a:avLst/>
          </a:prstGeom>
          <a:noFill/>
          <a:ln w="9525">
            <a:noFill/>
            <a:miter lim="800000"/>
            <a:headEnd/>
            <a:tailEnd/>
          </a:ln>
        </p:spPr>
        <p:txBody>
          <a:bodyPr vert="horz" wrap="square" lIns="0" tIns="50238" rIns="100412" bIns="50238" numCol="1" anchor="ctr" anchorCtr="0" compatLnSpc="1">
            <a:prstTxWarp prst="textNoShape">
              <a:avLst/>
            </a:prstTxWarp>
          </a:bodyPr>
          <a:lstStyle/>
          <a:p>
            <a:pPr lvl="0"/>
            <a:r>
              <a:rPr lang="en-US" smtClean="0"/>
              <a:t>Click to edit Master title style</a:t>
            </a:r>
          </a:p>
        </p:txBody>
      </p:sp>
      <p:sp>
        <p:nvSpPr>
          <p:cNvPr id="622617" name="Text Box 25"/>
          <p:cNvSpPr txBox="1">
            <a:spLocks noChangeArrowheads="1"/>
          </p:cNvSpPr>
          <p:nvPr/>
        </p:nvSpPr>
        <p:spPr bwMode="auto">
          <a:xfrm>
            <a:off x="6505579" y="7080250"/>
            <a:ext cx="3475038" cy="252413"/>
          </a:xfrm>
          <a:prstGeom prst="rect">
            <a:avLst/>
          </a:prstGeom>
          <a:noFill/>
          <a:ln w="9525">
            <a:noFill/>
            <a:miter lim="800000"/>
            <a:headEnd/>
            <a:tailEnd/>
          </a:ln>
        </p:spPr>
        <p:txBody>
          <a:bodyPr lIns="0" tIns="0" rIns="118583" bIns="0" anchor="ctr"/>
          <a:lstStyle/>
          <a:p>
            <a:pPr marL="503050" indent="-503050" algn="r" defTabSz="1004522">
              <a:spcBef>
                <a:spcPct val="40000"/>
              </a:spcBef>
              <a:spcAft>
                <a:spcPct val="40000"/>
              </a:spcAft>
              <a:defRPr/>
            </a:pPr>
            <a:r>
              <a:rPr lang="en-GB" baseline="0" dirty="0" smtClean="0">
                <a:solidFill>
                  <a:srgbClr val="6D6E71"/>
                </a:solidFill>
              </a:rPr>
              <a:t>WB Performance Management - </a:t>
            </a:r>
            <a:r>
              <a:rPr lang="en-GB" baseline="0" dirty="0">
                <a:solidFill>
                  <a:srgbClr val="6D6E71"/>
                </a:solidFill>
              </a:rPr>
              <a:t>External Performance Analytics</a:t>
            </a:r>
          </a:p>
        </p:txBody>
      </p:sp>
      <p:pic>
        <p:nvPicPr>
          <p:cNvPr id="1031" name="Picture 26" descr="Visual Identitiy Band"/>
          <p:cNvPicPr preferRelativeResize="0">
            <a:picLocks noChangeAspect="1" noChangeArrowheads="1"/>
          </p:cNvPicPr>
          <p:nvPr/>
        </p:nvPicPr>
        <p:blipFill>
          <a:blip r:embed="rId14" cstate="print"/>
          <a:srcRect/>
          <a:stretch>
            <a:fillRect/>
          </a:stretch>
        </p:blipFill>
        <p:spPr bwMode="auto">
          <a:xfrm>
            <a:off x="249" y="1092435"/>
            <a:ext cx="10702925" cy="52387"/>
          </a:xfrm>
          <a:prstGeom prst="rect">
            <a:avLst/>
          </a:prstGeom>
          <a:noFill/>
          <a:ln w="9525">
            <a:noFill/>
            <a:miter lim="800000"/>
            <a:headEnd/>
            <a:tailEnd/>
          </a:ln>
        </p:spPr>
      </p:pic>
      <p:pic>
        <p:nvPicPr>
          <p:cNvPr id="1032" name="Picture 2"/>
          <p:cNvPicPr>
            <a:picLocks noChangeAspect="1" noChangeArrowheads="1"/>
          </p:cNvPicPr>
          <p:nvPr/>
        </p:nvPicPr>
        <p:blipFill>
          <a:blip r:embed="rId15" cstate="print"/>
          <a:srcRect/>
          <a:stretch>
            <a:fillRect/>
          </a:stretch>
        </p:blipFill>
        <p:spPr bwMode="gray">
          <a:xfrm>
            <a:off x="450850" y="7021748"/>
            <a:ext cx="952500" cy="363537"/>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Lst>
  <p:txStyles>
    <p:titleStyle>
      <a:lvl1pPr algn="l" defTabSz="1004522" rtl="0" eaLnBrk="0" fontAlgn="base" hangingPunct="0">
        <a:spcBef>
          <a:spcPct val="0"/>
        </a:spcBef>
        <a:spcAft>
          <a:spcPct val="0"/>
        </a:spcAft>
        <a:defRPr sz="2600">
          <a:solidFill>
            <a:srgbClr val="6D6E71"/>
          </a:solidFill>
          <a:latin typeface="+mj-lt"/>
          <a:ea typeface="+mj-ea"/>
          <a:cs typeface="+mj-cs"/>
        </a:defRPr>
      </a:lvl1pPr>
      <a:lvl2pPr algn="l" defTabSz="1004522" rtl="0" eaLnBrk="0" fontAlgn="base" hangingPunct="0">
        <a:spcBef>
          <a:spcPct val="0"/>
        </a:spcBef>
        <a:spcAft>
          <a:spcPct val="0"/>
        </a:spcAft>
        <a:defRPr sz="2600">
          <a:solidFill>
            <a:srgbClr val="6D6E71"/>
          </a:solidFill>
          <a:latin typeface="Arial" charset="0"/>
        </a:defRPr>
      </a:lvl2pPr>
      <a:lvl3pPr algn="l" defTabSz="1004522" rtl="0" eaLnBrk="0" fontAlgn="base" hangingPunct="0">
        <a:spcBef>
          <a:spcPct val="0"/>
        </a:spcBef>
        <a:spcAft>
          <a:spcPct val="0"/>
        </a:spcAft>
        <a:defRPr sz="2600">
          <a:solidFill>
            <a:srgbClr val="6D6E71"/>
          </a:solidFill>
          <a:latin typeface="Arial" charset="0"/>
        </a:defRPr>
      </a:lvl3pPr>
      <a:lvl4pPr algn="l" defTabSz="1004522" rtl="0" eaLnBrk="0" fontAlgn="base" hangingPunct="0">
        <a:spcBef>
          <a:spcPct val="0"/>
        </a:spcBef>
        <a:spcAft>
          <a:spcPct val="0"/>
        </a:spcAft>
        <a:defRPr sz="2600">
          <a:solidFill>
            <a:srgbClr val="6D6E71"/>
          </a:solidFill>
          <a:latin typeface="Arial" charset="0"/>
        </a:defRPr>
      </a:lvl4pPr>
      <a:lvl5pPr algn="l" defTabSz="1004522" rtl="0" eaLnBrk="0" fontAlgn="base" hangingPunct="0">
        <a:spcBef>
          <a:spcPct val="0"/>
        </a:spcBef>
        <a:spcAft>
          <a:spcPct val="0"/>
        </a:spcAft>
        <a:defRPr sz="2600">
          <a:solidFill>
            <a:srgbClr val="6D6E71"/>
          </a:solidFill>
          <a:latin typeface="Arial" charset="0"/>
        </a:defRPr>
      </a:lvl5pPr>
      <a:lvl6pPr marL="440298" algn="l" defTabSz="1004522" rtl="0" fontAlgn="base">
        <a:spcBef>
          <a:spcPct val="0"/>
        </a:spcBef>
        <a:spcAft>
          <a:spcPct val="0"/>
        </a:spcAft>
        <a:defRPr sz="3200">
          <a:solidFill>
            <a:schemeClr val="hlink"/>
          </a:solidFill>
          <a:latin typeface="Arial" charset="0"/>
        </a:defRPr>
      </a:lvl6pPr>
      <a:lvl7pPr marL="880657" algn="l" defTabSz="1004522" rtl="0" fontAlgn="base">
        <a:spcBef>
          <a:spcPct val="0"/>
        </a:spcBef>
        <a:spcAft>
          <a:spcPct val="0"/>
        </a:spcAft>
        <a:defRPr sz="3200">
          <a:solidFill>
            <a:schemeClr val="hlink"/>
          </a:solidFill>
          <a:latin typeface="Arial" charset="0"/>
        </a:defRPr>
      </a:lvl7pPr>
      <a:lvl8pPr marL="1320993" algn="l" defTabSz="1004522" rtl="0" fontAlgn="base">
        <a:spcBef>
          <a:spcPct val="0"/>
        </a:spcBef>
        <a:spcAft>
          <a:spcPct val="0"/>
        </a:spcAft>
        <a:defRPr sz="3200">
          <a:solidFill>
            <a:schemeClr val="hlink"/>
          </a:solidFill>
          <a:latin typeface="Arial" charset="0"/>
        </a:defRPr>
      </a:lvl8pPr>
      <a:lvl9pPr marL="1761331" algn="l" defTabSz="1004522" rtl="0" fontAlgn="base">
        <a:spcBef>
          <a:spcPct val="0"/>
        </a:spcBef>
        <a:spcAft>
          <a:spcPct val="0"/>
        </a:spcAft>
        <a:defRPr sz="3200">
          <a:solidFill>
            <a:schemeClr val="hlink"/>
          </a:solidFill>
          <a:latin typeface="Arial" charset="0"/>
        </a:defRPr>
      </a:lvl9pPr>
    </p:titleStyle>
    <p:bodyStyle>
      <a:lvl1pPr marL="330252" indent="-330252" algn="l" defTabSz="1004522" rtl="0" eaLnBrk="0" fontAlgn="base" hangingPunct="0">
        <a:spcBef>
          <a:spcPct val="40000"/>
        </a:spcBef>
        <a:spcAft>
          <a:spcPct val="20000"/>
        </a:spcAft>
        <a:buClr>
          <a:srgbClr val="005C87"/>
        </a:buClr>
        <a:buChar char="•"/>
        <a:defRPr sz="1600" b="1">
          <a:solidFill>
            <a:srgbClr val="005C87"/>
          </a:solidFill>
          <a:latin typeface="+mn-lt"/>
          <a:ea typeface="+mn-ea"/>
          <a:cs typeface="+mn-cs"/>
        </a:defRPr>
      </a:lvl1pPr>
      <a:lvl2pPr marL="293555" indent="-292025" algn="l" defTabSz="1004522" rtl="0" eaLnBrk="0" fontAlgn="base" hangingPunct="0">
        <a:spcBef>
          <a:spcPct val="30000"/>
        </a:spcBef>
        <a:spcAft>
          <a:spcPct val="20000"/>
        </a:spcAft>
        <a:buClr>
          <a:schemeClr val="accent1"/>
        </a:buClr>
        <a:buSzPct val="110000"/>
        <a:buFont typeface="Wingdings" pitchFamily="2" charset="2"/>
        <a:buChar char="§"/>
        <a:defRPr sz="1400">
          <a:solidFill>
            <a:schemeClr val="tx1"/>
          </a:solidFill>
          <a:latin typeface="+mn-lt"/>
        </a:defRPr>
      </a:lvl2pPr>
      <a:lvl3pPr marL="585581" indent="-290507" algn="l" defTabSz="1004522" rtl="0" eaLnBrk="0" fontAlgn="base" hangingPunct="0">
        <a:spcBef>
          <a:spcPct val="20000"/>
        </a:spcBef>
        <a:spcAft>
          <a:spcPct val="20000"/>
        </a:spcAft>
        <a:buClr>
          <a:schemeClr val="accent1"/>
        </a:buClr>
        <a:buSzPct val="90000"/>
        <a:buFont typeface="Wingdings" pitchFamily="2" charset="2"/>
        <a:buChar char="§"/>
        <a:defRPr sz="1400">
          <a:solidFill>
            <a:schemeClr val="tx1"/>
          </a:solidFill>
          <a:latin typeface="+mn-lt"/>
        </a:defRPr>
      </a:lvl3pPr>
      <a:lvl4pPr marL="879134" indent="-292025" algn="l" defTabSz="1004522" rtl="0" eaLnBrk="0" fontAlgn="base" hangingPunct="0">
        <a:spcBef>
          <a:spcPct val="20000"/>
        </a:spcBef>
        <a:spcAft>
          <a:spcPct val="30000"/>
        </a:spcAft>
        <a:buClr>
          <a:schemeClr val="accent1"/>
        </a:buClr>
        <a:buSzPct val="80000"/>
        <a:buFont typeface="Wingdings" pitchFamily="2" charset="2"/>
        <a:buChar char="§"/>
        <a:defRPr sz="1400">
          <a:solidFill>
            <a:schemeClr val="tx1"/>
          </a:solidFill>
          <a:latin typeface="+mn-lt"/>
        </a:defRPr>
      </a:lvl4pPr>
      <a:lvl5pPr marL="2258235" indent="-249218" algn="l" defTabSz="1004522" rtl="0" eaLnBrk="0" fontAlgn="base" hangingPunct="0">
        <a:spcBef>
          <a:spcPct val="20000"/>
        </a:spcBef>
        <a:spcAft>
          <a:spcPct val="0"/>
        </a:spcAft>
        <a:buChar char="»"/>
        <a:defRPr sz="2700">
          <a:solidFill>
            <a:schemeClr val="tx1"/>
          </a:solidFill>
          <a:latin typeface="+mn-lt"/>
        </a:defRPr>
      </a:lvl5pPr>
      <a:lvl6pPr marL="2700106" indent="-250751" algn="l" defTabSz="1004522" rtl="0" fontAlgn="base">
        <a:spcBef>
          <a:spcPct val="20000"/>
        </a:spcBef>
        <a:spcAft>
          <a:spcPct val="0"/>
        </a:spcAft>
        <a:buChar char="»"/>
        <a:defRPr sz="2700">
          <a:solidFill>
            <a:schemeClr val="tx1"/>
          </a:solidFill>
          <a:latin typeface="+mn-lt"/>
        </a:defRPr>
      </a:lvl6pPr>
      <a:lvl7pPr marL="3140438" indent="-250751" algn="l" defTabSz="1004522" rtl="0" fontAlgn="base">
        <a:spcBef>
          <a:spcPct val="20000"/>
        </a:spcBef>
        <a:spcAft>
          <a:spcPct val="0"/>
        </a:spcAft>
        <a:buChar char="»"/>
        <a:defRPr sz="2700">
          <a:solidFill>
            <a:schemeClr val="tx1"/>
          </a:solidFill>
          <a:latin typeface="+mn-lt"/>
        </a:defRPr>
      </a:lvl7pPr>
      <a:lvl8pPr marL="3580778" indent="-250751" algn="l" defTabSz="1004522" rtl="0" fontAlgn="base">
        <a:spcBef>
          <a:spcPct val="20000"/>
        </a:spcBef>
        <a:spcAft>
          <a:spcPct val="0"/>
        </a:spcAft>
        <a:buChar char="»"/>
        <a:defRPr sz="2700">
          <a:solidFill>
            <a:schemeClr val="tx1"/>
          </a:solidFill>
          <a:latin typeface="+mn-lt"/>
        </a:defRPr>
      </a:lvl8pPr>
      <a:lvl9pPr marL="4021114" indent="-250751" algn="l" defTabSz="1004522" rtl="0" fontAlgn="base">
        <a:spcBef>
          <a:spcPct val="20000"/>
        </a:spcBef>
        <a:spcAft>
          <a:spcPct val="0"/>
        </a:spcAft>
        <a:buChar char="»"/>
        <a:defRPr sz="2700">
          <a:solidFill>
            <a:schemeClr val="tx1"/>
          </a:solidFill>
          <a:latin typeface="+mn-lt"/>
        </a:defRPr>
      </a:lvl9pPr>
    </p:bodyStyle>
    <p:otherStyle>
      <a:defPPr>
        <a:defRPr lang="en-US"/>
      </a:defPPr>
      <a:lvl1pPr marL="0" algn="l" defTabSz="880657" rtl="0" eaLnBrk="1" latinLnBrk="0" hangingPunct="1">
        <a:defRPr sz="1800" kern="1200">
          <a:solidFill>
            <a:schemeClr val="tx1"/>
          </a:solidFill>
          <a:latin typeface="+mn-lt"/>
          <a:ea typeface="+mn-ea"/>
          <a:cs typeface="+mn-cs"/>
        </a:defRPr>
      </a:lvl1pPr>
      <a:lvl2pPr marL="440298" algn="l" defTabSz="880657" rtl="0" eaLnBrk="1" latinLnBrk="0" hangingPunct="1">
        <a:defRPr sz="1800" kern="1200">
          <a:solidFill>
            <a:schemeClr val="tx1"/>
          </a:solidFill>
          <a:latin typeface="+mn-lt"/>
          <a:ea typeface="+mn-ea"/>
          <a:cs typeface="+mn-cs"/>
        </a:defRPr>
      </a:lvl2pPr>
      <a:lvl3pPr marL="880657" algn="l" defTabSz="880657" rtl="0" eaLnBrk="1" latinLnBrk="0" hangingPunct="1">
        <a:defRPr sz="1800" kern="1200">
          <a:solidFill>
            <a:schemeClr val="tx1"/>
          </a:solidFill>
          <a:latin typeface="+mn-lt"/>
          <a:ea typeface="+mn-ea"/>
          <a:cs typeface="+mn-cs"/>
        </a:defRPr>
      </a:lvl3pPr>
      <a:lvl4pPr marL="1320993" algn="l" defTabSz="880657" rtl="0" eaLnBrk="1" latinLnBrk="0" hangingPunct="1">
        <a:defRPr sz="1800" kern="1200">
          <a:solidFill>
            <a:schemeClr val="tx1"/>
          </a:solidFill>
          <a:latin typeface="+mn-lt"/>
          <a:ea typeface="+mn-ea"/>
          <a:cs typeface="+mn-cs"/>
        </a:defRPr>
      </a:lvl4pPr>
      <a:lvl5pPr marL="1761331" algn="l" defTabSz="880657" rtl="0" eaLnBrk="1" latinLnBrk="0" hangingPunct="1">
        <a:defRPr sz="1800" kern="1200">
          <a:solidFill>
            <a:schemeClr val="tx1"/>
          </a:solidFill>
          <a:latin typeface="+mn-lt"/>
          <a:ea typeface="+mn-ea"/>
          <a:cs typeface="+mn-cs"/>
        </a:defRPr>
      </a:lvl5pPr>
      <a:lvl6pPr marL="2201681" algn="l" defTabSz="880657" rtl="0" eaLnBrk="1" latinLnBrk="0" hangingPunct="1">
        <a:defRPr sz="1800" kern="1200">
          <a:solidFill>
            <a:schemeClr val="tx1"/>
          </a:solidFill>
          <a:latin typeface="+mn-lt"/>
          <a:ea typeface="+mn-ea"/>
          <a:cs typeface="+mn-cs"/>
        </a:defRPr>
      </a:lvl6pPr>
      <a:lvl7pPr marL="2642007" algn="l" defTabSz="880657" rtl="0" eaLnBrk="1" latinLnBrk="0" hangingPunct="1">
        <a:defRPr sz="1800" kern="1200">
          <a:solidFill>
            <a:schemeClr val="tx1"/>
          </a:solidFill>
          <a:latin typeface="+mn-lt"/>
          <a:ea typeface="+mn-ea"/>
          <a:cs typeface="+mn-cs"/>
        </a:defRPr>
      </a:lvl7pPr>
      <a:lvl8pPr marL="3082336" algn="l" defTabSz="880657" rtl="0" eaLnBrk="1" latinLnBrk="0" hangingPunct="1">
        <a:defRPr sz="1800" kern="1200">
          <a:solidFill>
            <a:schemeClr val="tx1"/>
          </a:solidFill>
          <a:latin typeface="+mn-lt"/>
          <a:ea typeface="+mn-ea"/>
          <a:cs typeface="+mn-cs"/>
        </a:defRPr>
      </a:lvl8pPr>
      <a:lvl9pPr marL="3522673" algn="l" defTabSz="880657"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8"/>
          <p:cNvSpPr>
            <a:spLocks noGrp="1" noChangeArrowheads="1"/>
          </p:cNvSpPr>
          <p:nvPr>
            <p:ph type="body" idx="1"/>
          </p:nvPr>
        </p:nvSpPr>
        <p:spPr bwMode="auto">
          <a:xfrm>
            <a:off x="446088" y="1512888"/>
            <a:ext cx="9796462" cy="527685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22611" name="Text Box 19"/>
          <p:cNvSpPr txBox="1">
            <a:spLocks noChangeArrowheads="1"/>
          </p:cNvSpPr>
          <p:nvPr/>
        </p:nvSpPr>
        <p:spPr bwMode="auto">
          <a:xfrm>
            <a:off x="412751" y="671513"/>
            <a:ext cx="9867900" cy="515937"/>
          </a:xfrm>
          <a:prstGeom prst="rect">
            <a:avLst/>
          </a:prstGeom>
          <a:noFill/>
          <a:ln w="9525">
            <a:noFill/>
            <a:miter lim="800000"/>
            <a:headEnd/>
            <a:tailEnd/>
          </a:ln>
          <a:effectLst/>
        </p:spPr>
        <p:txBody>
          <a:bodyPr lIns="100464" tIns="50263" rIns="100464" bIns="50263">
            <a:spAutoFit/>
          </a:bodyPr>
          <a:lstStyle/>
          <a:p>
            <a:pPr defTabSz="1004522">
              <a:spcBef>
                <a:spcPct val="50000"/>
              </a:spcBef>
              <a:defRPr/>
            </a:pPr>
            <a:endParaRPr lang="en-GB" sz="2700" b="1" baseline="0" dirty="0"/>
          </a:p>
        </p:txBody>
      </p:sp>
      <p:sp>
        <p:nvSpPr>
          <p:cNvPr id="1028" name="Rectangle 20"/>
          <p:cNvSpPr>
            <a:spLocks noGrp="1" noChangeArrowheads="1"/>
          </p:cNvSpPr>
          <p:nvPr>
            <p:ph type="title"/>
          </p:nvPr>
        </p:nvSpPr>
        <p:spPr bwMode="auto">
          <a:xfrm>
            <a:off x="412751" y="368300"/>
            <a:ext cx="9867900" cy="587375"/>
          </a:xfrm>
          <a:prstGeom prst="rect">
            <a:avLst/>
          </a:prstGeom>
          <a:noFill/>
          <a:ln w="9525">
            <a:noFill/>
            <a:miter lim="800000"/>
            <a:headEnd/>
            <a:tailEnd/>
          </a:ln>
        </p:spPr>
        <p:txBody>
          <a:bodyPr vert="horz" wrap="square" lIns="0" tIns="50263" rIns="100464" bIns="50263" numCol="1" anchor="ctr" anchorCtr="0" compatLnSpc="1">
            <a:prstTxWarp prst="textNoShape">
              <a:avLst/>
            </a:prstTxWarp>
          </a:bodyPr>
          <a:lstStyle/>
          <a:p>
            <a:pPr lvl="0"/>
            <a:r>
              <a:rPr lang="en-US" smtClean="0"/>
              <a:t>Click to edit Master title style</a:t>
            </a:r>
          </a:p>
        </p:txBody>
      </p:sp>
      <p:pic>
        <p:nvPicPr>
          <p:cNvPr id="1029" name="Picture 26" descr="Visual Identitiy Band"/>
          <p:cNvPicPr preferRelativeResize="0">
            <a:picLocks noChangeArrowheads="1"/>
          </p:cNvPicPr>
          <p:nvPr/>
        </p:nvPicPr>
        <p:blipFill>
          <a:blip r:embed="rId17" cstate="print"/>
          <a:srcRect/>
          <a:stretch>
            <a:fillRect/>
          </a:stretch>
        </p:blipFill>
        <p:spPr bwMode="auto">
          <a:xfrm>
            <a:off x="249" y="1092434"/>
            <a:ext cx="10702925" cy="53975"/>
          </a:xfrm>
          <a:prstGeom prst="rect">
            <a:avLst/>
          </a:prstGeom>
          <a:noFill/>
          <a:ln w="9525">
            <a:noFill/>
            <a:miter lim="800000"/>
            <a:headEnd/>
            <a:tailEnd/>
          </a:ln>
        </p:spPr>
      </p:pic>
      <p:pic>
        <p:nvPicPr>
          <p:cNvPr id="1030" name="Picture 2"/>
          <p:cNvPicPr>
            <a:picLocks noChangeAspect="1" noChangeArrowheads="1"/>
          </p:cNvPicPr>
          <p:nvPr/>
        </p:nvPicPr>
        <p:blipFill>
          <a:blip r:embed="rId18" cstate="print"/>
          <a:srcRect/>
          <a:stretch>
            <a:fillRect/>
          </a:stretch>
        </p:blipFill>
        <p:spPr bwMode="gray">
          <a:xfrm>
            <a:off x="450850" y="7021748"/>
            <a:ext cx="952500" cy="363537"/>
          </a:xfrm>
          <a:prstGeom prst="rect">
            <a:avLst/>
          </a:prstGeom>
          <a:noFill/>
          <a:ln w="9525">
            <a:noFill/>
            <a:miter lim="800000"/>
            <a:headEnd/>
            <a:tailEnd/>
          </a:ln>
        </p:spPr>
      </p:pic>
      <p:sp>
        <p:nvSpPr>
          <p:cNvPr id="12" name="Footer Placeholder 11"/>
          <p:cNvSpPr>
            <a:spLocks noGrp="1"/>
          </p:cNvSpPr>
          <p:nvPr>
            <p:ph type="ftr" sz="quarter" idx="3"/>
          </p:nvPr>
        </p:nvSpPr>
        <p:spPr>
          <a:xfrm>
            <a:off x="2038350" y="7096125"/>
            <a:ext cx="8047038" cy="146050"/>
          </a:xfrm>
          <a:prstGeom prst="rect">
            <a:avLst/>
          </a:prstGeom>
        </p:spPr>
        <p:txBody>
          <a:bodyPr vert="horz" lIns="0" tIns="0" rIns="0" bIns="0" rtlCol="0" anchor="ctr"/>
          <a:lstStyle>
            <a:lvl1pPr algn="r">
              <a:spcBef>
                <a:spcPct val="40000"/>
              </a:spcBef>
              <a:spcAft>
                <a:spcPct val="40000"/>
              </a:spcAft>
              <a:defRPr sz="900" dirty="0">
                <a:solidFill>
                  <a:srgbClr val="6C6C6C"/>
                </a:solidFill>
                <a:cs typeface="+mn-cs"/>
              </a:defRPr>
            </a:lvl1pPr>
          </a:lstStyle>
          <a:p>
            <a:pPr>
              <a:defRPr/>
            </a:pPr>
            <a:endParaRPr lang="en-GB" b="1" baseline="0"/>
          </a:p>
        </p:txBody>
      </p:sp>
      <p:sp>
        <p:nvSpPr>
          <p:cNvPr id="13" name="Slide Number Placeholder 12"/>
          <p:cNvSpPr>
            <a:spLocks noGrp="1"/>
          </p:cNvSpPr>
          <p:nvPr>
            <p:ph type="sldNum" sz="quarter" idx="4"/>
          </p:nvPr>
        </p:nvSpPr>
        <p:spPr>
          <a:xfrm>
            <a:off x="10085637" y="7096125"/>
            <a:ext cx="155575" cy="146050"/>
          </a:xfrm>
          <a:prstGeom prst="rect">
            <a:avLst/>
          </a:prstGeom>
        </p:spPr>
        <p:txBody>
          <a:bodyPr vert="horz" lIns="0" tIns="0" rIns="0" bIns="0" rtlCol="0" anchor="ctr"/>
          <a:lstStyle>
            <a:lvl1pPr algn="r">
              <a:spcBef>
                <a:spcPct val="40000"/>
              </a:spcBef>
              <a:spcAft>
                <a:spcPct val="40000"/>
              </a:spcAft>
              <a:defRPr sz="900" smtClean="0">
                <a:solidFill>
                  <a:srgbClr val="6C6C6C"/>
                </a:solidFill>
                <a:cs typeface="+mn-cs"/>
              </a:defRPr>
            </a:lvl1pPr>
          </a:lstStyle>
          <a:p>
            <a:pPr>
              <a:defRPr/>
            </a:pPr>
            <a:fld id="{88608D92-F1F6-42FD-B321-E84A15844632}" type="slidenum">
              <a:rPr lang="en-GB" b="1" baseline="0"/>
              <a:pPr>
                <a:defRPr/>
              </a:pPr>
              <a:t>‹#›</a:t>
            </a:fld>
            <a:endParaRPr lang="en-GB" b="1" baseline="0" dirty="0"/>
          </a:p>
        </p:txBody>
      </p:sp>
    </p:spTree>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Lst>
  <p:hf sldNum="0" hdr="0" ftr="0" dt="0"/>
  <p:txStyles>
    <p:titleStyle>
      <a:lvl1pPr algn="l" defTabSz="1004522" rtl="0" eaLnBrk="0" fontAlgn="base" hangingPunct="0">
        <a:spcBef>
          <a:spcPct val="0"/>
        </a:spcBef>
        <a:spcAft>
          <a:spcPct val="0"/>
        </a:spcAft>
        <a:defRPr sz="2600">
          <a:solidFill>
            <a:schemeClr val="hlink"/>
          </a:solidFill>
          <a:latin typeface="+mj-lt"/>
          <a:ea typeface="+mj-ea"/>
          <a:cs typeface="+mj-cs"/>
        </a:defRPr>
      </a:lvl1pPr>
      <a:lvl2pPr algn="l" defTabSz="1004522" rtl="0" eaLnBrk="0" fontAlgn="base" hangingPunct="0">
        <a:spcBef>
          <a:spcPct val="0"/>
        </a:spcBef>
        <a:spcAft>
          <a:spcPct val="0"/>
        </a:spcAft>
        <a:defRPr sz="2600">
          <a:solidFill>
            <a:schemeClr val="hlink"/>
          </a:solidFill>
          <a:latin typeface="Arial" charset="0"/>
        </a:defRPr>
      </a:lvl2pPr>
      <a:lvl3pPr algn="l" defTabSz="1004522" rtl="0" eaLnBrk="0" fontAlgn="base" hangingPunct="0">
        <a:spcBef>
          <a:spcPct val="0"/>
        </a:spcBef>
        <a:spcAft>
          <a:spcPct val="0"/>
        </a:spcAft>
        <a:defRPr sz="2600">
          <a:solidFill>
            <a:schemeClr val="hlink"/>
          </a:solidFill>
          <a:latin typeface="Arial" charset="0"/>
        </a:defRPr>
      </a:lvl3pPr>
      <a:lvl4pPr algn="l" defTabSz="1004522" rtl="0" eaLnBrk="0" fontAlgn="base" hangingPunct="0">
        <a:spcBef>
          <a:spcPct val="0"/>
        </a:spcBef>
        <a:spcAft>
          <a:spcPct val="0"/>
        </a:spcAft>
        <a:defRPr sz="2600">
          <a:solidFill>
            <a:schemeClr val="hlink"/>
          </a:solidFill>
          <a:latin typeface="Arial" charset="0"/>
        </a:defRPr>
      </a:lvl4pPr>
      <a:lvl5pPr algn="l" defTabSz="1004522" rtl="0" eaLnBrk="0" fontAlgn="base" hangingPunct="0">
        <a:spcBef>
          <a:spcPct val="0"/>
        </a:spcBef>
        <a:spcAft>
          <a:spcPct val="0"/>
        </a:spcAft>
        <a:defRPr sz="2600">
          <a:solidFill>
            <a:schemeClr val="hlink"/>
          </a:solidFill>
          <a:latin typeface="Arial" charset="0"/>
        </a:defRPr>
      </a:lvl5pPr>
      <a:lvl6pPr marL="440298" algn="l" defTabSz="1004522" rtl="0" fontAlgn="base">
        <a:spcBef>
          <a:spcPct val="0"/>
        </a:spcBef>
        <a:spcAft>
          <a:spcPct val="0"/>
        </a:spcAft>
        <a:defRPr sz="2600">
          <a:solidFill>
            <a:schemeClr val="hlink"/>
          </a:solidFill>
          <a:latin typeface="Arial" charset="0"/>
        </a:defRPr>
      </a:lvl6pPr>
      <a:lvl7pPr marL="880657" algn="l" defTabSz="1004522" rtl="0" fontAlgn="base">
        <a:spcBef>
          <a:spcPct val="0"/>
        </a:spcBef>
        <a:spcAft>
          <a:spcPct val="0"/>
        </a:spcAft>
        <a:defRPr sz="2600">
          <a:solidFill>
            <a:schemeClr val="hlink"/>
          </a:solidFill>
          <a:latin typeface="Arial" charset="0"/>
        </a:defRPr>
      </a:lvl7pPr>
      <a:lvl8pPr marL="1320993" algn="l" defTabSz="1004522" rtl="0" fontAlgn="base">
        <a:spcBef>
          <a:spcPct val="0"/>
        </a:spcBef>
        <a:spcAft>
          <a:spcPct val="0"/>
        </a:spcAft>
        <a:defRPr sz="2600">
          <a:solidFill>
            <a:schemeClr val="hlink"/>
          </a:solidFill>
          <a:latin typeface="Arial" charset="0"/>
        </a:defRPr>
      </a:lvl8pPr>
      <a:lvl9pPr marL="1761331" algn="l" defTabSz="1004522" rtl="0" fontAlgn="base">
        <a:spcBef>
          <a:spcPct val="0"/>
        </a:spcBef>
        <a:spcAft>
          <a:spcPct val="0"/>
        </a:spcAft>
        <a:defRPr sz="2600">
          <a:solidFill>
            <a:schemeClr val="hlink"/>
          </a:solidFill>
          <a:latin typeface="Arial" charset="0"/>
        </a:defRPr>
      </a:lvl9pPr>
    </p:titleStyle>
    <p:bodyStyle>
      <a:lvl1pPr marL="330252" indent="-330252" algn="l" defTabSz="1004522" rtl="0" eaLnBrk="0" fontAlgn="base" hangingPunct="0">
        <a:spcBef>
          <a:spcPct val="40000"/>
        </a:spcBef>
        <a:spcAft>
          <a:spcPct val="20000"/>
        </a:spcAft>
        <a:buClr>
          <a:srgbClr val="005C87"/>
        </a:buClr>
        <a:defRPr sz="1600" b="1">
          <a:solidFill>
            <a:srgbClr val="005C87"/>
          </a:solidFill>
          <a:latin typeface="+mn-lt"/>
          <a:ea typeface="+mn-ea"/>
          <a:cs typeface="+mn-cs"/>
        </a:defRPr>
      </a:lvl1pPr>
      <a:lvl2pPr marL="293555" indent="-292025" algn="l" defTabSz="1004522" rtl="0" eaLnBrk="0" fontAlgn="base" hangingPunct="0">
        <a:spcBef>
          <a:spcPct val="30000"/>
        </a:spcBef>
        <a:spcAft>
          <a:spcPct val="20000"/>
        </a:spcAft>
        <a:buClr>
          <a:srgbClr val="00984A"/>
        </a:buClr>
        <a:buSzPct val="120000"/>
        <a:buFont typeface="Wingdings" pitchFamily="2" charset="2"/>
        <a:buChar char="§"/>
        <a:defRPr sz="1400">
          <a:solidFill>
            <a:schemeClr val="tx1"/>
          </a:solidFill>
          <a:latin typeface="+mn-lt"/>
        </a:defRPr>
      </a:lvl2pPr>
      <a:lvl3pPr marL="585581" indent="-290507" algn="l" defTabSz="1004522" rtl="0" eaLnBrk="0" fontAlgn="base" hangingPunct="0">
        <a:spcBef>
          <a:spcPct val="20000"/>
        </a:spcBef>
        <a:spcAft>
          <a:spcPct val="20000"/>
        </a:spcAft>
        <a:buClr>
          <a:srgbClr val="00984A"/>
        </a:buClr>
        <a:buFont typeface="Wingdings" pitchFamily="2" charset="2"/>
        <a:buChar char="§"/>
        <a:defRPr sz="1400">
          <a:solidFill>
            <a:schemeClr val="tx1"/>
          </a:solidFill>
          <a:latin typeface="+mn-lt"/>
        </a:defRPr>
      </a:lvl3pPr>
      <a:lvl4pPr marL="879134" indent="-292025" algn="l" defTabSz="1004522" rtl="0" eaLnBrk="0" fontAlgn="base" hangingPunct="0">
        <a:spcBef>
          <a:spcPct val="20000"/>
        </a:spcBef>
        <a:spcAft>
          <a:spcPct val="30000"/>
        </a:spcAft>
        <a:buClr>
          <a:srgbClr val="00984A"/>
        </a:buClr>
        <a:buSzPct val="90000"/>
        <a:buFont typeface="Wingdings" pitchFamily="2" charset="2"/>
        <a:buChar char="§"/>
        <a:defRPr sz="1400">
          <a:solidFill>
            <a:schemeClr val="tx1"/>
          </a:solidFill>
          <a:latin typeface="+mn-lt"/>
        </a:defRPr>
      </a:lvl4pPr>
      <a:lvl5pPr marL="2259775" indent="-250751" algn="l" defTabSz="1004522" rtl="0" eaLnBrk="0" fontAlgn="base" hangingPunct="0">
        <a:spcBef>
          <a:spcPct val="20000"/>
        </a:spcBef>
        <a:spcAft>
          <a:spcPct val="0"/>
        </a:spcAft>
        <a:buChar char="»"/>
        <a:defRPr sz="2700">
          <a:solidFill>
            <a:schemeClr val="tx1"/>
          </a:solidFill>
          <a:latin typeface="+mn-lt"/>
        </a:defRPr>
      </a:lvl5pPr>
      <a:lvl6pPr marL="2700106" indent="-250751" algn="l" defTabSz="1004522" rtl="0" fontAlgn="base">
        <a:spcBef>
          <a:spcPct val="20000"/>
        </a:spcBef>
        <a:spcAft>
          <a:spcPct val="0"/>
        </a:spcAft>
        <a:buChar char="»"/>
        <a:defRPr sz="2700">
          <a:solidFill>
            <a:schemeClr val="tx1"/>
          </a:solidFill>
          <a:latin typeface="+mn-lt"/>
        </a:defRPr>
      </a:lvl6pPr>
      <a:lvl7pPr marL="3140438" indent="-250751" algn="l" defTabSz="1004522" rtl="0" fontAlgn="base">
        <a:spcBef>
          <a:spcPct val="20000"/>
        </a:spcBef>
        <a:spcAft>
          <a:spcPct val="0"/>
        </a:spcAft>
        <a:buChar char="»"/>
        <a:defRPr sz="2700">
          <a:solidFill>
            <a:schemeClr val="tx1"/>
          </a:solidFill>
          <a:latin typeface="+mn-lt"/>
        </a:defRPr>
      </a:lvl7pPr>
      <a:lvl8pPr marL="3580778" indent="-250751" algn="l" defTabSz="1004522" rtl="0" fontAlgn="base">
        <a:spcBef>
          <a:spcPct val="20000"/>
        </a:spcBef>
        <a:spcAft>
          <a:spcPct val="0"/>
        </a:spcAft>
        <a:buChar char="»"/>
        <a:defRPr sz="2700">
          <a:solidFill>
            <a:schemeClr val="tx1"/>
          </a:solidFill>
          <a:latin typeface="+mn-lt"/>
        </a:defRPr>
      </a:lvl8pPr>
      <a:lvl9pPr marL="4021114" indent="-250751" algn="l" defTabSz="1004522" rtl="0" fontAlgn="base">
        <a:spcBef>
          <a:spcPct val="20000"/>
        </a:spcBef>
        <a:spcAft>
          <a:spcPct val="0"/>
        </a:spcAft>
        <a:buChar char="»"/>
        <a:defRPr sz="2700">
          <a:solidFill>
            <a:schemeClr val="tx1"/>
          </a:solidFill>
          <a:latin typeface="+mn-lt"/>
        </a:defRPr>
      </a:lvl9pPr>
    </p:bodyStyle>
    <p:otherStyle>
      <a:defPPr>
        <a:defRPr lang="en-US"/>
      </a:defPPr>
      <a:lvl1pPr marL="0" algn="l" defTabSz="880657" rtl="0" eaLnBrk="1" latinLnBrk="0" hangingPunct="1">
        <a:defRPr sz="1800" kern="1200">
          <a:solidFill>
            <a:schemeClr val="tx1"/>
          </a:solidFill>
          <a:latin typeface="+mn-lt"/>
          <a:ea typeface="+mn-ea"/>
          <a:cs typeface="+mn-cs"/>
        </a:defRPr>
      </a:lvl1pPr>
      <a:lvl2pPr marL="440298" algn="l" defTabSz="880657" rtl="0" eaLnBrk="1" latinLnBrk="0" hangingPunct="1">
        <a:defRPr sz="1800" kern="1200">
          <a:solidFill>
            <a:schemeClr val="tx1"/>
          </a:solidFill>
          <a:latin typeface="+mn-lt"/>
          <a:ea typeface="+mn-ea"/>
          <a:cs typeface="+mn-cs"/>
        </a:defRPr>
      </a:lvl2pPr>
      <a:lvl3pPr marL="880657" algn="l" defTabSz="880657" rtl="0" eaLnBrk="1" latinLnBrk="0" hangingPunct="1">
        <a:defRPr sz="1800" kern="1200">
          <a:solidFill>
            <a:schemeClr val="tx1"/>
          </a:solidFill>
          <a:latin typeface="+mn-lt"/>
          <a:ea typeface="+mn-ea"/>
          <a:cs typeface="+mn-cs"/>
        </a:defRPr>
      </a:lvl3pPr>
      <a:lvl4pPr marL="1320993" algn="l" defTabSz="880657" rtl="0" eaLnBrk="1" latinLnBrk="0" hangingPunct="1">
        <a:defRPr sz="1800" kern="1200">
          <a:solidFill>
            <a:schemeClr val="tx1"/>
          </a:solidFill>
          <a:latin typeface="+mn-lt"/>
          <a:ea typeface="+mn-ea"/>
          <a:cs typeface="+mn-cs"/>
        </a:defRPr>
      </a:lvl4pPr>
      <a:lvl5pPr marL="1761331" algn="l" defTabSz="880657" rtl="0" eaLnBrk="1" latinLnBrk="0" hangingPunct="1">
        <a:defRPr sz="1800" kern="1200">
          <a:solidFill>
            <a:schemeClr val="tx1"/>
          </a:solidFill>
          <a:latin typeface="+mn-lt"/>
          <a:ea typeface="+mn-ea"/>
          <a:cs typeface="+mn-cs"/>
        </a:defRPr>
      </a:lvl5pPr>
      <a:lvl6pPr marL="2201681" algn="l" defTabSz="880657" rtl="0" eaLnBrk="1" latinLnBrk="0" hangingPunct="1">
        <a:defRPr sz="1800" kern="1200">
          <a:solidFill>
            <a:schemeClr val="tx1"/>
          </a:solidFill>
          <a:latin typeface="+mn-lt"/>
          <a:ea typeface="+mn-ea"/>
          <a:cs typeface="+mn-cs"/>
        </a:defRPr>
      </a:lvl6pPr>
      <a:lvl7pPr marL="2642007" algn="l" defTabSz="880657" rtl="0" eaLnBrk="1" latinLnBrk="0" hangingPunct="1">
        <a:defRPr sz="1800" kern="1200">
          <a:solidFill>
            <a:schemeClr val="tx1"/>
          </a:solidFill>
          <a:latin typeface="+mn-lt"/>
          <a:ea typeface="+mn-ea"/>
          <a:cs typeface="+mn-cs"/>
        </a:defRPr>
      </a:lvl7pPr>
      <a:lvl8pPr marL="3082336" algn="l" defTabSz="880657" rtl="0" eaLnBrk="1" latinLnBrk="0" hangingPunct="1">
        <a:defRPr sz="1800" kern="1200">
          <a:solidFill>
            <a:schemeClr val="tx1"/>
          </a:solidFill>
          <a:latin typeface="+mn-lt"/>
          <a:ea typeface="+mn-ea"/>
          <a:cs typeface="+mn-cs"/>
        </a:defRPr>
      </a:lvl8pPr>
      <a:lvl9pPr marL="3522673" algn="l" defTabSz="880657"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8"/>
          <p:cNvSpPr>
            <a:spLocks noGrp="1" noChangeArrowheads="1"/>
          </p:cNvSpPr>
          <p:nvPr>
            <p:ph type="body" idx="1"/>
          </p:nvPr>
        </p:nvSpPr>
        <p:spPr bwMode="auto">
          <a:xfrm>
            <a:off x="446088" y="1512888"/>
            <a:ext cx="9796462" cy="527685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22611" name="Text Box 19"/>
          <p:cNvSpPr txBox="1">
            <a:spLocks noChangeArrowheads="1"/>
          </p:cNvSpPr>
          <p:nvPr userDrawn="1"/>
        </p:nvSpPr>
        <p:spPr bwMode="auto">
          <a:xfrm>
            <a:off x="412751" y="671513"/>
            <a:ext cx="9867900" cy="515937"/>
          </a:xfrm>
          <a:prstGeom prst="rect">
            <a:avLst/>
          </a:prstGeom>
          <a:noFill/>
          <a:ln w="9525">
            <a:noFill/>
            <a:miter lim="800000"/>
            <a:headEnd/>
            <a:tailEnd/>
          </a:ln>
          <a:effectLst/>
        </p:spPr>
        <p:txBody>
          <a:bodyPr lIns="100785" tIns="50409" rIns="100785" bIns="50409">
            <a:spAutoFit/>
          </a:bodyPr>
          <a:lstStyle/>
          <a:p>
            <a:pPr defTabSz="1007722">
              <a:spcBef>
                <a:spcPct val="50000"/>
              </a:spcBef>
              <a:defRPr/>
            </a:pPr>
            <a:endParaRPr lang="en-GB" sz="2700" b="1" baseline="0" dirty="0"/>
          </a:p>
        </p:txBody>
      </p:sp>
      <p:sp>
        <p:nvSpPr>
          <p:cNvPr id="1028" name="Rectangle 20"/>
          <p:cNvSpPr>
            <a:spLocks noGrp="1" noChangeArrowheads="1"/>
          </p:cNvSpPr>
          <p:nvPr>
            <p:ph type="title"/>
          </p:nvPr>
        </p:nvSpPr>
        <p:spPr bwMode="auto">
          <a:xfrm>
            <a:off x="412751" y="368300"/>
            <a:ext cx="9867900" cy="587375"/>
          </a:xfrm>
          <a:prstGeom prst="rect">
            <a:avLst/>
          </a:prstGeom>
          <a:noFill/>
          <a:ln w="9525">
            <a:noFill/>
            <a:miter lim="800000"/>
            <a:headEnd/>
            <a:tailEnd/>
          </a:ln>
        </p:spPr>
        <p:txBody>
          <a:bodyPr vert="horz" wrap="square" lIns="0" tIns="50409" rIns="100785" bIns="50409" numCol="1" anchor="ctr" anchorCtr="0" compatLnSpc="1">
            <a:prstTxWarp prst="textNoShape">
              <a:avLst/>
            </a:prstTxWarp>
          </a:bodyPr>
          <a:lstStyle/>
          <a:p>
            <a:pPr lvl="0"/>
            <a:r>
              <a:rPr lang="en-US" smtClean="0"/>
              <a:t>Click to edit Master title style</a:t>
            </a:r>
          </a:p>
        </p:txBody>
      </p:sp>
      <p:pic>
        <p:nvPicPr>
          <p:cNvPr id="1029" name="Picture 26" descr="Visual Identitiy Band"/>
          <p:cNvPicPr preferRelativeResize="0">
            <a:picLocks noChangeArrowheads="1"/>
          </p:cNvPicPr>
          <p:nvPr userDrawn="1"/>
        </p:nvPicPr>
        <p:blipFill>
          <a:blip r:embed="rId17" cstate="print"/>
          <a:srcRect/>
          <a:stretch>
            <a:fillRect/>
          </a:stretch>
        </p:blipFill>
        <p:spPr bwMode="auto">
          <a:xfrm>
            <a:off x="228" y="1092415"/>
            <a:ext cx="10702925" cy="53975"/>
          </a:xfrm>
          <a:prstGeom prst="rect">
            <a:avLst/>
          </a:prstGeom>
          <a:noFill/>
          <a:ln w="9525">
            <a:noFill/>
            <a:miter lim="800000"/>
            <a:headEnd/>
            <a:tailEnd/>
          </a:ln>
        </p:spPr>
      </p:pic>
      <p:pic>
        <p:nvPicPr>
          <p:cNvPr id="1030" name="Picture 2"/>
          <p:cNvPicPr>
            <a:picLocks noChangeAspect="1" noChangeArrowheads="1"/>
          </p:cNvPicPr>
          <p:nvPr userDrawn="1"/>
        </p:nvPicPr>
        <p:blipFill>
          <a:blip r:embed="rId18" cstate="print"/>
          <a:srcRect/>
          <a:stretch>
            <a:fillRect/>
          </a:stretch>
        </p:blipFill>
        <p:spPr bwMode="gray">
          <a:xfrm>
            <a:off x="450850" y="7021728"/>
            <a:ext cx="952500" cy="363537"/>
          </a:xfrm>
          <a:prstGeom prst="rect">
            <a:avLst/>
          </a:prstGeom>
          <a:noFill/>
          <a:ln w="9525">
            <a:noFill/>
            <a:miter lim="800000"/>
            <a:headEnd/>
            <a:tailEnd/>
          </a:ln>
        </p:spPr>
      </p:pic>
      <p:sp>
        <p:nvSpPr>
          <p:cNvPr id="12" name="Footer Placeholder 11"/>
          <p:cNvSpPr>
            <a:spLocks noGrp="1"/>
          </p:cNvSpPr>
          <p:nvPr>
            <p:ph type="ftr" sz="quarter" idx="3"/>
          </p:nvPr>
        </p:nvSpPr>
        <p:spPr>
          <a:xfrm>
            <a:off x="2038350" y="7096125"/>
            <a:ext cx="8047038" cy="146050"/>
          </a:xfrm>
          <a:prstGeom prst="rect">
            <a:avLst/>
          </a:prstGeom>
        </p:spPr>
        <p:txBody>
          <a:bodyPr vert="horz" lIns="0" tIns="0" rIns="0" bIns="0" rtlCol="0" anchor="ctr"/>
          <a:lstStyle>
            <a:lvl1pPr algn="r">
              <a:spcBef>
                <a:spcPct val="40000"/>
              </a:spcBef>
              <a:spcAft>
                <a:spcPct val="40000"/>
              </a:spcAft>
              <a:defRPr sz="900" dirty="0">
                <a:solidFill>
                  <a:srgbClr val="6C6C6C"/>
                </a:solidFill>
                <a:cs typeface="+mn-cs"/>
              </a:defRPr>
            </a:lvl1pPr>
          </a:lstStyle>
          <a:p>
            <a:pPr>
              <a:defRPr/>
            </a:pPr>
            <a:endParaRPr lang="en-GB" b="1" baseline="0"/>
          </a:p>
        </p:txBody>
      </p:sp>
      <p:sp>
        <p:nvSpPr>
          <p:cNvPr id="13" name="Slide Number Placeholder 12"/>
          <p:cNvSpPr>
            <a:spLocks noGrp="1"/>
          </p:cNvSpPr>
          <p:nvPr>
            <p:ph type="sldNum" sz="quarter" idx="4"/>
          </p:nvPr>
        </p:nvSpPr>
        <p:spPr>
          <a:xfrm>
            <a:off x="10085616" y="7096125"/>
            <a:ext cx="155575" cy="146050"/>
          </a:xfrm>
          <a:prstGeom prst="rect">
            <a:avLst/>
          </a:prstGeom>
        </p:spPr>
        <p:txBody>
          <a:bodyPr vert="horz" lIns="0" tIns="0" rIns="0" bIns="0" rtlCol="0" anchor="ctr"/>
          <a:lstStyle>
            <a:lvl1pPr algn="r">
              <a:spcBef>
                <a:spcPct val="40000"/>
              </a:spcBef>
              <a:spcAft>
                <a:spcPct val="40000"/>
              </a:spcAft>
              <a:defRPr sz="900" smtClean="0">
                <a:solidFill>
                  <a:srgbClr val="6C6C6C"/>
                </a:solidFill>
                <a:cs typeface="+mn-cs"/>
              </a:defRPr>
            </a:lvl1pPr>
          </a:lstStyle>
          <a:p>
            <a:pPr>
              <a:defRPr/>
            </a:pPr>
            <a:fld id="{88608D92-F1F6-42FD-B321-E84A15844632}" type="slidenum">
              <a:rPr lang="en-GB" b="1" baseline="0"/>
              <a:pPr>
                <a:defRPr/>
              </a:pPr>
              <a:t>‹#›</a:t>
            </a:fld>
            <a:endParaRPr lang="en-GB" b="1" baseline="0" dirty="0"/>
          </a:p>
        </p:txBody>
      </p:sp>
    </p:spTree>
  </p:cSld>
  <p:clrMap bg1="lt1" tx1="dk1" bg2="lt2" tx2="dk2" accent1="accent1" accent2="accent2" accent3="accent3" accent4="accent4" accent5="accent5" accent6="accent6" hlink="hlink" folHlink="folHlink"/>
  <p:sldLayoutIdLst>
    <p:sldLayoutId id="2147483810" r:id="rId1"/>
    <p:sldLayoutId id="2147483811" r:id="rId2"/>
    <p:sldLayoutId id="2147483812" r:id="rId3"/>
    <p:sldLayoutId id="2147483813" r:id="rId4"/>
    <p:sldLayoutId id="2147483814" r:id="rId5"/>
    <p:sldLayoutId id="2147483815" r:id="rId6"/>
    <p:sldLayoutId id="2147483816" r:id="rId7"/>
    <p:sldLayoutId id="2147483817" r:id="rId8"/>
    <p:sldLayoutId id="2147483818" r:id="rId9"/>
    <p:sldLayoutId id="2147483819" r:id="rId10"/>
    <p:sldLayoutId id="2147483820" r:id="rId11"/>
    <p:sldLayoutId id="2147483821" r:id="rId12"/>
    <p:sldLayoutId id="2147483822" r:id="rId13"/>
    <p:sldLayoutId id="2147483823" r:id="rId14"/>
    <p:sldLayoutId id="2147483824" r:id="rId15"/>
  </p:sldLayoutIdLst>
  <p:hf sldNum="0" hdr="0" ftr="0" dt="0"/>
  <p:txStyles>
    <p:titleStyle>
      <a:lvl1pPr algn="l" defTabSz="1007722" rtl="0" eaLnBrk="0" fontAlgn="base" hangingPunct="0">
        <a:spcBef>
          <a:spcPct val="0"/>
        </a:spcBef>
        <a:spcAft>
          <a:spcPct val="0"/>
        </a:spcAft>
        <a:defRPr sz="2600">
          <a:solidFill>
            <a:schemeClr val="hlink"/>
          </a:solidFill>
          <a:latin typeface="+mj-lt"/>
          <a:ea typeface="+mj-ea"/>
          <a:cs typeface="+mj-cs"/>
        </a:defRPr>
      </a:lvl1pPr>
      <a:lvl2pPr algn="l" defTabSz="1007722" rtl="0" eaLnBrk="0" fontAlgn="base" hangingPunct="0">
        <a:spcBef>
          <a:spcPct val="0"/>
        </a:spcBef>
        <a:spcAft>
          <a:spcPct val="0"/>
        </a:spcAft>
        <a:defRPr sz="2600">
          <a:solidFill>
            <a:schemeClr val="hlink"/>
          </a:solidFill>
          <a:latin typeface="Arial" charset="0"/>
        </a:defRPr>
      </a:lvl2pPr>
      <a:lvl3pPr algn="l" defTabSz="1007722" rtl="0" eaLnBrk="0" fontAlgn="base" hangingPunct="0">
        <a:spcBef>
          <a:spcPct val="0"/>
        </a:spcBef>
        <a:spcAft>
          <a:spcPct val="0"/>
        </a:spcAft>
        <a:defRPr sz="2600">
          <a:solidFill>
            <a:schemeClr val="hlink"/>
          </a:solidFill>
          <a:latin typeface="Arial" charset="0"/>
        </a:defRPr>
      </a:lvl3pPr>
      <a:lvl4pPr algn="l" defTabSz="1007722" rtl="0" eaLnBrk="0" fontAlgn="base" hangingPunct="0">
        <a:spcBef>
          <a:spcPct val="0"/>
        </a:spcBef>
        <a:spcAft>
          <a:spcPct val="0"/>
        </a:spcAft>
        <a:defRPr sz="2600">
          <a:solidFill>
            <a:schemeClr val="hlink"/>
          </a:solidFill>
          <a:latin typeface="Arial" charset="0"/>
        </a:defRPr>
      </a:lvl4pPr>
      <a:lvl5pPr algn="l" defTabSz="1007722" rtl="0" eaLnBrk="0" fontAlgn="base" hangingPunct="0">
        <a:spcBef>
          <a:spcPct val="0"/>
        </a:spcBef>
        <a:spcAft>
          <a:spcPct val="0"/>
        </a:spcAft>
        <a:defRPr sz="2600">
          <a:solidFill>
            <a:schemeClr val="hlink"/>
          </a:solidFill>
          <a:latin typeface="Arial" charset="0"/>
        </a:defRPr>
      </a:lvl5pPr>
      <a:lvl6pPr marL="441698" algn="l" defTabSz="1007722" rtl="0" fontAlgn="base">
        <a:spcBef>
          <a:spcPct val="0"/>
        </a:spcBef>
        <a:spcAft>
          <a:spcPct val="0"/>
        </a:spcAft>
        <a:defRPr sz="2600">
          <a:solidFill>
            <a:schemeClr val="hlink"/>
          </a:solidFill>
          <a:latin typeface="Arial" charset="0"/>
        </a:defRPr>
      </a:lvl6pPr>
      <a:lvl7pPr marL="883458" algn="l" defTabSz="1007722" rtl="0" fontAlgn="base">
        <a:spcBef>
          <a:spcPct val="0"/>
        </a:spcBef>
        <a:spcAft>
          <a:spcPct val="0"/>
        </a:spcAft>
        <a:defRPr sz="2600">
          <a:solidFill>
            <a:schemeClr val="hlink"/>
          </a:solidFill>
          <a:latin typeface="Arial" charset="0"/>
        </a:defRPr>
      </a:lvl7pPr>
      <a:lvl8pPr marL="1325197" algn="l" defTabSz="1007722" rtl="0" fontAlgn="base">
        <a:spcBef>
          <a:spcPct val="0"/>
        </a:spcBef>
        <a:spcAft>
          <a:spcPct val="0"/>
        </a:spcAft>
        <a:defRPr sz="2600">
          <a:solidFill>
            <a:schemeClr val="hlink"/>
          </a:solidFill>
          <a:latin typeface="Arial" charset="0"/>
        </a:defRPr>
      </a:lvl8pPr>
      <a:lvl9pPr marL="1766936" algn="l" defTabSz="1007722" rtl="0" fontAlgn="base">
        <a:spcBef>
          <a:spcPct val="0"/>
        </a:spcBef>
        <a:spcAft>
          <a:spcPct val="0"/>
        </a:spcAft>
        <a:defRPr sz="2600">
          <a:solidFill>
            <a:schemeClr val="hlink"/>
          </a:solidFill>
          <a:latin typeface="Arial" charset="0"/>
        </a:defRPr>
      </a:lvl9pPr>
    </p:titleStyle>
    <p:bodyStyle>
      <a:lvl1pPr marL="331303" indent="-331303" algn="l" defTabSz="1007722" rtl="0" eaLnBrk="0" fontAlgn="base" hangingPunct="0">
        <a:spcBef>
          <a:spcPct val="40000"/>
        </a:spcBef>
        <a:spcAft>
          <a:spcPct val="20000"/>
        </a:spcAft>
        <a:buClr>
          <a:srgbClr val="005C87"/>
        </a:buClr>
        <a:defRPr sz="1600" b="1">
          <a:solidFill>
            <a:srgbClr val="005C87"/>
          </a:solidFill>
          <a:latin typeface="+mn-lt"/>
          <a:ea typeface="+mn-ea"/>
          <a:cs typeface="+mn-cs"/>
        </a:defRPr>
      </a:lvl1pPr>
      <a:lvl2pPr marL="294487" indent="-292955" algn="l" defTabSz="1007722" rtl="0" eaLnBrk="0" fontAlgn="base" hangingPunct="0">
        <a:spcBef>
          <a:spcPct val="30000"/>
        </a:spcBef>
        <a:spcAft>
          <a:spcPct val="20000"/>
        </a:spcAft>
        <a:buClr>
          <a:srgbClr val="00984A"/>
        </a:buClr>
        <a:buSzPct val="120000"/>
        <a:buFont typeface="Wingdings" pitchFamily="2" charset="2"/>
        <a:buChar char="§"/>
        <a:defRPr sz="1400">
          <a:solidFill>
            <a:schemeClr val="tx1"/>
          </a:solidFill>
          <a:latin typeface="+mn-lt"/>
        </a:defRPr>
      </a:lvl2pPr>
      <a:lvl3pPr marL="587446" indent="-291431" algn="l" defTabSz="1007722" rtl="0" eaLnBrk="0" fontAlgn="base" hangingPunct="0">
        <a:spcBef>
          <a:spcPct val="20000"/>
        </a:spcBef>
        <a:spcAft>
          <a:spcPct val="20000"/>
        </a:spcAft>
        <a:buClr>
          <a:srgbClr val="00984A"/>
        </a:buClr>
        <a:buFont typeface="Wingdings" pitchFamily="2" charset="2"/>
        <a:buChar char="§"/>
        <a:defRPr sz="1400">
          <a:solidFill>
            <a:schemeClr val="tx1"/>
          </a:solidFill>
          <a:latin typeface="+mn-lt"/>
        </a:defRPr>
      </a:lvl3pPr>
      <a:lvl4pPr marL="881929" indent="-292955" algn="l" defTabSz="1007722" rtl="0" eaLnBrk="0" fontAlgn="base" hangingPunct="0">
        <a:spcBef>
          <a:spcPct val="20000"/>
        </a:spcBef>
        <a:spcAft>
          <a:spcPct val="30000"/>
        </a:spcAft>
        <a:buClr>
          <a:srgbClr val="00984A"/>
        </a:buClr>
        <a:buSzPct val="90000"/>
        <a:buFont typeface="Wingdings" pitchFamily="2" charset="2"/>
        <a:buChar char="§"/>
        <a:defRPr sz="1400">
          <a:solidFill>
            <a:schemeClr val="tx1"/>
          </a:solidFill>
          <a:latin typeface="+mn-lt"/>
        </a:defRPr>
      </a:lvl4pPr>
      <a:lvl5pPr marL="2266963" indent="-251552" algn="l" defTabSz="1007722" rtl="0" eaLnBrk="0" fontAlgn="base" hangingPunct="0">
        <a:spcBef>
          <a:spcPct val="20000"/>
        </a:spcBef>
        <a:spcAft>
          <a:spcPct val="0"/>
        </a:spcAft>
        <a:buChar char="»"/>
        <a:defRPr sz="2700">
          <a:solidFill>
            <a:schemeClr val="tx1"/>
          </a:solidFill>
          <a:latin typeface="+mn-lt"/>
        </a:defRPr>
      </a:lvl5pPr>
      <a:lvl6pPr marL="2708698" indent="-251552" algn="l" defTabSz="1007722" rtl="0" fontAlgn="base">
        <a:spcBef>
          <a:spcPct val="20000"/>
        </a:spcBef>
        <a:spcAft>
          <a:spcPct val="0"/>
        </a:spcAft>
        <a:buChar char="»"/>
        <a:defRPr sz="2700">
          <a:solidFill>
            <a:schemeClr val="tx1"/>
          </a:solidFill>
          <a:latin typeface="+mn-lt"/>
        </a:defRPr>
      </a:lvl6pPr>
      <a:lvl7pPr marL="3150429" indent="-251552" algn="l" defTabSz="1007722" rtl="0" fontAlgn="base">
        <a:spcBef>
          <a:spcPct val="20000"/>
        </a:spcBef>
        <a:spcAft>
          <a:spcPct val="0"/>
        </a:spcAft>
        <a:buChar char="»"/>
        <a:defRPr sz="2700">
          <a:solidFill>
            <a:schemeClr val="tx1"/>
          </a:solidFill>
          <a:latin typeface="+mn-lt"/>
        </a:defRPr>
      </a:lvl7pPr>
      <a:lvl8pPr marL="3592167" indent="-251552" algn="l" defTabSz="1007722" rtl="0" fontAlgn="base">
        <a:spcBef>
          <a:spcPct val="20000"/>
        </a:spcBef>
        <a:spcAft>
          <a:spcPct val="0"/>
        </a:spcAft>
        <a:buChar char="»"/>
        <a:defRPr sz="2700">
          <a:solidFill>
            <a:schemeClr val="tx1"/>
          </a:solidFill>
          <a:latin typeface="+mn-lt"/>
        </a:defRPr>
      </a:lvl8pPr>
      <a:lvl9pPr marL="4033905" indent="-251552" algn="l" defTabSz="1007722" rtl="0" fontAlgn="base">
        <a:spcBef>
          <a:spcPct val="20000"/>
        </a:spcBef>
        <a:spcAft>
          <a:spcPct val="0"/>
        </a:spcAft>
        <a:buChar char="»"/>
        <a:defRPr sz="2700">
          <a:solidFill>
            <a:schemeClr val="tx1"/>
          </a:solidFill>
          <a:latin typeface="+mn-lt"/>
        </a:defRPr>
      </a:lvl9pPr>
    </p:bodyStyle>
    <p:otherStyle>
      <a:defPPr>
        <a:defRPr lang="en-US"/>
      </a:defPPr>
      <a:lvl1pPr marL="0" algn="l" defTabSz="883458" rtl="0" eaLnBrk="1" latinLnBrk="0" hangingPunct="1">
        <a:defRPr sz="1800" kern="1200">
          <a:solidFill>
            <a:schemeClr val="tx1"/>
          </a:solidFill>
          <a:latin typeface="+mn-lt"/>
          <a:ea typeface="+mn-ea"/>
          <a:cs typeface="+mn-cs"/>
        </a:defRPr>
      </a:lvl1pPr>
      <a:lvl2pPr marL="441698" algn="l" defTabSz="883458" rtl="0" eaLnBrk="1" latinLnBrk="0" hangingPunct="1">
        <a:defRPr sz="1800" kern="1200">
          <a:solidFill>
            <a:schemeClr val="tx1"/>
          </a:solidFill>
          <a:latin typeface="+mn-lt"/>
          <a:ea typeface="+mn-ea"/>
          <a:cs typeface="+mn-cs"/>
        </a:defRPr>
      </a:lvl2pPr>
      <a:lvl3pPr marL="883458" algn="l" defTabSz="883458" rtl="0" eaLnBrk="1" latinLnBrk="0" hangingPunct="1">
        <a:defRPr sz="1800" kern="1200">
          <a:solidFill>
            <a:schemeClr val="tx1"/>
          </a:solidFill>
          <a:latin typeface="+mn-lt"/>
          <a:ea typeface="+mn-ea"/>
          <a:cs typeface="+mn-cs"/>
        </a:defRPr>
      </a:lvl3pPr>
      <a:lvl4pPr marL="1325197" algn="l" defTabSz="883458" rtl="0" eaLnBrk="1" latinLnBrk="0" hangingPunct="1">
        <a:defRPr sz="1800" kern="1200">
          <a:solidFill>
            <a:schemeClr val="tx1"/>
          </a:solidFill>
          <a:latin typeface="+mn-lt"/>
          <a:ea typeface="+mn-ea"/>
          <a:cs typeface="+mn-cs"/>
        </a:defRPr>
      </a:lvl4pPr>
      <a:lvl5pPr marL="1766936" algn="l" defTabSz="883458" rtl="0" eaLnBrk="1" latinLnBrk="0" hangingPunct="1">
        <a:defRPr sz="1800" kern="1200">
          <a:solidFill>
            <a:schemeClr val="tx1"/>
          </a:solidFill>
          <a:latin typeface="+mn-lt"/>
          <a:ea typeface="+mn-ea"/>
          <a:cs typeface="+mn-cs"/>
        </a:defRPr>
      </a:lvl5pPr>
      <a:lvl6pPr marL="2208683" algn="l" defTabSz="883458" rtl="0" eaLnBrk="1" latinLnBrk="0" hangingPunct="1">
        <a:defRPr sz="1800" kern="1200">
          <a:solidFill>
            <a:schemeClr val="tx1"/>
          </a:solidFill>
          <a:latin typeface="+mn-lt"/>
          <a:ea typeface="+mn-ea"/>
          <a:cs typeface="+mn-cs"/>
        </a:defRPr>
      </a:lvl6pPr>
      <a:lvl7pPr marL="2650412" algn="l" defTabSz="883458" rtl="0" eaLnBrk="1" latinLnBrk="0" hangingPunct="1">
        <a:defRPr sz="1800" kern="1200">
          <a:solidFill>
            <a:schemeClr val="tx1"/>
          </a:solidFill>
          <a:latin typeface="+mn-lt"/>
          <a:ea typeface="+mn-ea"/>
          <a:cs typeface="+mn-cs"/>
        </a:defRPr>
      </a:lvl7pPr>
      <a:lvl8pPr marL="3092143" algn="l" defTabSz="883458" rtl="0" eaLnBrk="1" latinLnBrk="0" hangingPunct="1">
        <a:defRPr sz="1800" kern="1200">
          <a:solidFill>
            <a:schemeClr val="tx1"/>
          </a:solidFill>
          <a:latin typeface="+mn-lt"/>
          <a:ea typeface="+mn-ea"/>
          <a:cs typeface="+mn-cs"/>
        </a:defRPr>
      </a:lvl8pPr>
      <a:lvl9pPr marL="3533884" algn="l" defTabSz="883458"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2598" name="Text Box 6"/>
          <p:cNvSpPr txBox="1">
            <a:spLocks noChangeArrowheads="1"/>
          </p:cNvSpPr>
          <p:nvPr/>
        </p:nvSpPr>
        <p:spPr bwMode="auto">
          <a:xfrm>
            <a:off x="10069748" y="7056438"/>
            <a:ext cx="357187" cy="298450"/>
          </a:xfrm>
          <a:prstGeom prst="rect">
            <a:avLst/>
          </a:prstGeom>
          <a:noFill/>
          <a:ln w="9525">
            <a:noFill/>
            <a:miter lim="800000"/>
            <a:headEnd/>
            <a:tailEnd/>
          </a:ln>
        </p:spPr>
        <p:txBody>
          <a:bodyPr lIns="0" tIns="0" rIns="0" bIns="0" anchor="ctr"/>
          <a:lstStyle/>
          <a:p>
            <a:pPr algn="ctr" defTabSz="1006654">
              <a:defRPr/>
            </a:pPr>
            <a:fld id="{11BBAC88-D85F-4C74-9FFA-07A924DA6D92}" type="slidenum">
              <a:rPr lang="en-US" baseline="0">
                <a:solidFill>
                  <a:srgbClr val="6D6E71"/>
                </a:solidFill>
                <a:latin typeface="Arial"/>
              </a:rPr>
              <a:pPr algn="ctr" defTabSz="1006654">
                <a:defRPr/>
              </a:pPr>
              <a:t>‹#›</a:t>
            </a:fld>
            <a:endParaRPr lang="en-US" baseline="0" dirty="0">
              <a:solidFill>
                <a:srgbClr val="6D6E71"/>
              </a:solidFill>
              <a:latin typeface="Arial"/>
            </a:endParaRPr>
          </a:p>
        </p:txBody>
      </p:sp>
      <p:sp>
        <p:nvSpPr>
          <p:cNvPr id="1027" name="Rectangle 18"/>
          <p:cNvSpPr>
            <a:spLocks noGrp="1" noChangeArrowheads="1"/>
          </p:cNvSpPr>
          <p:nvPr>
            <p:ph type="body" idx="1"/>
          </p:nvPr>
        </p:nvSpPr>
        <p:spPr bwMode="auto">
          <a:xfrm>
            <a:off x="446088" y="1512888"/>
            <a:ext cx="9796462" cy="527685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22611" name="Text Box 19"/>
          <p:cNvSpPr txBox="1">
            <a:spLocks noChangeArrowheads="1"/>
          </p:cNvSpPr>
          <p:nvPr/>
        </p:nvSpPr>
        <p:spPr bwMode="auto">
          <a:xfrm>
            <a:off x="412751" y="671513"/>
            <a:ext cx="9867900" cy="515937"/>
          </a:xfrm>
          <a:prstGeom prst="rect">
            <a:avLst/>
          </a:prstGeom>
          <a:noFill/>
          <a:ln w="9525">
            <a:noFill/>
            <a:miter lim="800000"/>
            <a:headEnd/>
            <a:tailEnd/>
          </a:ln>
        </p:spPr>
        <p:txBody>
          <a:bodyPr lIns="100625" tIns="50336" rIns="100625" bIns="50336">
            <a:spAutoFit/>
          </a:bodyPr>
          <a:lstStyle/>
          <a:p>
            <a:pPr defTabSz="1006654">
              <a:spcBef>
                <a:spcPct val="50000"/>
              </a:spcBef>
              <a:defRPr/>
            </a:pPr>
            <a:endParaRPr lang="en-GB" sz="2700" b="1" baseline="0" dirty="0">
              <a:latin typeface="Arial"/>
            </a:endParaRPr>
          </a:p>
        </p:txBody>
      </p:sp>
      <p:sp>
        <p:nvSpPr>
          <p:cNvPr id="1029" name="Rectangle 20"/>
          <p:cNvSpPr>
            <a:spLocks noGrp="1" noChangeArrowheads="1"/>
          </p:cNvSpPr>
          <p:nvPr>
            <p:ph type="title"/>
          </p:nvPr>
        </p:nvSpPr>
        <p:spPr bwMode="auto">
          <a:xfrm>
            <a:off x="412751" y="368300"/>
            <a:ext cx="9867900" cy="587375"/>
          </a:xfrm>
          <a:prstGeom prst="rect">
            <a:avLst/>
          </a:prstGeom>
          <a:noFill/>
          <a:ln w="9525">
            <a:noFill/>
            <a:miter lim="800000"/>
            <a:headEnd/>
            <a:tailEnd/>
          </a:ln>
        </p:spPr>
        <p:txBody>
          <a:bodyPr vert="horz" wrap="square" lIns="0" tIns="50336" rIns="100625" bIns="50336" numCol="1" anchor="ctr" anchorCtr="0" compatLnSpc="1">
            <a:prstTxWarp prst="textNoShape">
              <a:avLst/>
            </a:prstTxWarp>
          </a:bodyPr>
          <a:lstStyle/>
          <a:p>
            <a:pPr lvl="0"/>
            <a:r>
              <a:rPr lang="en-US" smtClean="0"/>
              <a:t>Click to edit Master title style</a:t>
            </a:r>
          </a:p>
        </p:txBody>
      </p:sp>
      <p:sp>
        <p:nvSpPr>
          <p:cNvPr id="622617" name="Text Box 25"/>
          <p:cNvSpPr txBox="1">
            <a:spLocks noChangeArrowheads="1"/>
          </p:cNvSpPr>
          <p:nvPr/>
        </p:nvSpPr>
        <p:spPr bwMode="auto">
          <a:xfrm>
            <a:off x="6505579" y="7080250"/>
            <a:ext cx="3475038" cy="252413"/>
          </a:xfrm>
          <a:prstGeom prst="rect">
            <a:avLst/>
          </a:prstGeom>
          <a:noFill/>
          <a:ln w="9525">
            <a:noFill/>
            <a:miter lim="800000"/>
            <a:headEnd/>
            <a:tailEnd/>
          </a:ln>
        </p:spPr>
        <p:txBody>
          <a:bodyPr lIns="0" tIns="0" rIns="118834" bIns="0" anchor="ctr"/>
          <a:lstStyle/>
          <a:p>
            <a:pPr marL="504118" indent="-504118" algn="r" defTabSz="1006654">
              <a:spcBef>
                <a:spcPct val="40000"/>
              </a:spcBef>
              <a:spcAft>
                <a:spcPct val="40000"/>
              </a:spcAft>
              <a:defRPr/>
            </a:pPr>
            <a:r>
              <a:rPr lang="en-GB" baseline="0" dirty="0" smtClean="0">
                <a:solidFill>
                  <a:srgbClr val="6D6E71"/>
                </a:solidFill>
                <a:latin typeface="Arial"/>
              </a:rPr>
              <a:t>WB Performance Management - </a:t>
            </a:r>
            <a:r>
              <a:rPr lang="en-GB" baseline="0" dirty="0">
                <a:solidFill>
                  <a:srgbClr val="6D6E71"/>
                </a:solidFill>
                <a:latin typeface="Arial"/>
              </a:rPr>
              <a:t>External Performance Analytics</a:t>
            </a:r>
          </a:p>
        </p:txBody>
      </p:sp>
      <p:pic>
        <p:nvPicPr>
          <p:cNvPr id="1031" name="Picture 26" descr="Visual Identitiy Band"/>
          <p:cNvPicPr preferRelativeResize="0">
            <a:picLocks noChangeAspect="1" noChangeArrowheads="1"/>
          </p:cNvPicPr>
          <p:nvPr/>
        </p:nvPicPr>
        <p:blipFill>
          <a:blip r:embed="rId14" cstate="print"/>
          <a:srcRect/>
          <a:stretch>
            <a:fillRect/>
          </a:stretch>
        </p:blipFill>
        <p:spPr bwMode="auto">
          <a:xfrm>
            <a:off x="235" y="1092421"/>
            <a:ext cx="10702925" cy="52387"/>
          </a:xfrm>
          <a:prstGeom prst="rect">
            <a:avLst/>
          </a:prstGeom>
          <a:noFill/>
          <a:ln w="9525">
            <a:noFill/>
            <a:miter lim="800000"/>
            <a:headEnd/>
            <a:tailEnd/>
          </a:ln>
        </p:spPr>
      </p:pic>
      <p:pic>
        <p:nvPicPr>
          <p:cNvPr id="1032" name="Picture 2"/>
          <p:cNvPicPr>
            <a:picLocks noChangeAspect="1" noChangeArrowheads="1"/>
          </p:cNvPicPr>
          <p:nvPr/>
        </p:nvPicPr>
        <p:blipFill>
          <a:blip r:embed="rId15" cstate="print"/>
          <a:srcRect/>
          <a:stretch>
            <a:fillRect/>
          </a:stretch>
        </p:blipFill>
        <p:spPr bwMode="gray">
          <a:xfrm>
            <a:off x="450850" y="7021735"/>
            <a:ext cx="952500" cy="363537"/>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826" r:id="rId1"/>
    <p:sldLayoutId id="2147483827" r:id="rId2"/>
    <p:sldLayoutId id="2147483828" r:id="rId3"/>
    <p:sldLayoutId id="2147483829" r:id="rId4"/>
    <p:sldLayoutId id="2147483830" r:id="rId5"/>
    <p:sldLayoutId id="2147483831" r:id="rId6"/>
    <p:sldLayoutId id="2147483832" r:id="rId7"/>
    <p:sldLayoutId id="2147483833" r:id="rId8"/>
    <p:sldLayoutId id="2147483834" r:id="rId9"/>
    <p:sldLayoutId id="2147483835" r:id="rId10"/>
    <p:sldLayoutId id="2147483836" r:id="rId11"/>
    <p:sldLayoutId id="2147483837" r:id="rId12"/>
  </p:sldLayoutIdLst>
  <p:txStyles>
    <p:titleStyle>
      <a:lvl1pPr algn="l" defTabSz="1006654" rtl="0" eaLnBrk="0" fontAlgn="base" hangingPunct="0">
        <a:spcBef>
          <a:spcPct val="0"/>
        </a:spcBef>
        <a:spcAft>
          <a:spcPct val="0"/>
        </a:spcAft>
        <a:defRPr sz="2600">
          <a:solidFill>
            <a:srgbClr val="6D6E71"/>
          </a:solidFill>
          <a:latin typeface="+mj-lt"/>
          <a:ea typeface="+mj-ea"/>
          <a:cs typeface="+mj-cs"/>
        </a:defRPr>
      </a:lvl1pPr>
      <a:lvl2pPr algn="l" defTabSz="1006654" rtl="0" eaLnBrk="0" fontAlgn="base" hangingPunct="0">
        <a:spcBef>
          <a:spcPct val="0"/>
        </a:spcBef>
        <a:spcAft>
          <a:spcPct val="0"/>
        </a:spcAft>
        <a:defRPr sz="2600">
          <a:solidFill>
            <a:srgbClr val="6D6E71"/>
          </a:solidFill>
          <a:latin typeface="Arial" charset="0"/>
        </a:defRPr>
      </a:lvl2pPr>
      <a:lvl3pPr algn="l" defTabSz="1006654" rtl="0" eaLnBrk="0" fontAlgn="base" hangingPunct="0">
        <a:spcBef>
          <a:spcPct val="0"/>
        </a:spcBef>
        <a:spcAft>
          <a:spcPct val="0"/>
        </a:spcAft>
        <a:defRPr sz="2600">
          <a:solidFill>
            <a:srgbClr val="6D6E71"/>
          </a:solidFill>
          <a:latin typeface="Arial" charset="0"/>
        </a:defRPr>
      </a:lvl3pPr>
      <a:lvl4pPr algn="l" defTabSz="1006654" rtl="0" eaLnBrk="0" fontAlgn="base" hangingPunct="0">
        <a:spcBef>
          <a:spcPct val="0"/>
        </a:spcBef>
        <a:spcAft>
          <a:spcPct val="0"/>
        </a:spcAft>
        <a:defRPr sz="2600">
          <a:solidFill>
            <a:srgbClr val="6D6E71"/>
          </a:solidFill>
          <a:latin typeface="Arial" charset="0"/>
        </a:defRPr>
      </a:lvl4pPr>
      <a:lvl5pPr algn="l" defTabSz="1006654" rtl="0" eaLnBrk="0" fontAlgn="base" hangingPunct="0">
        <a:spcBef>
          <a:spcPct val="0"/>
        </a:spcBef>
        <a:spcAft>
          <a:spcPct val="0"/>
        </a:spcAft>
        <a:defRPr sz="2600">
          <a:solidFill>
            <a:srgbClr val="6D6E71"/>
          </a:solidFill>
          <a:latin typeface="Arial" charset="0"/>
        </a:defRPr>
      </a:lvl5pPr>
      <a:lvl6pPr marL="441231" algn="l" defTabSz="1006654" rtl="0" fontAlgn="base">
        <a:spcBef>
          <a:spcPct val="0"/>
        </a:spcBef>
        <a:spcAft>
          <a:spcPct val="0"/>
        </a:spcAft>
        <a:defRPr sz="3200">
          <a:solidFill>
            <a:schemeClr val="hlink"/>
          </a:solidFill>
          <a:latin typeface="Arial" charset="0"/>
        </a:defRPr>
      </a:lvl6pPr>
      <a:lvl7pPr marL="882522" algn="l" defTabSz="1006654" rtl="0" fontAlgn="base">
        <a:spcBef>
          <a:spcPct val="0"/>
        </a:spcBef>
        <a:spcAft>
          <a:spcPct val="0"/>
        </a:spcAft>
        <a:defRPr sz="3200">
          <a:solidFill>
            <a:schemeClr val="hlink"/>
          </a:solidFill>
          <a:latin typeface="Arial" charset="0"/>
        </a:defRPr>
      </a:lvl7pPr>
      <a:lvl8pPr marL="1323795" algn="l" defTabSz="1006654" rtl="0" fontAlgn="base">
        <a:spcBef>
          <a:spcPct val="0"/>
        </a:spcBef>
        <a:spcAft>
          <a:spcPct val="0"/>
        </a:spcAft>
        <a:defRPr sz="3200">
          <a:solidFill>
            <a:schemeClr val="hlink"/>
          </a:solidFill>
          <a:latin typeface="Arial" charset="0"/>
        </a:defRPr>
      </a:lvl8pPr>
      <a:lvl9pPr marL="1765066" algn="l" defTabSz="1006654" rtl="0" fontAlgn="base">
        <a:spcBef>
          <a:spcPct val="0"/>
        </a:spcBef>
        <a:spcAft>
          <a:spcPct val="0"/>
        </a:spcAft>
        <a:defRPr sz="3200">
          <a:solidFill>
            <a:schemeClr val="hlink"/>
          </a:solidFill>
          <a:latin typeface="Arial" charset="0"/>
        </a:defRPr>
      </a:lvl9pPr>
    </p:titleStyle>
    <p:bodyStyle>
      <a:lvl1pPr marL="330952" indent="-330952" algn="l" defTabSz="1006654" rtl="0" eaLnBrk="0" fontAlgn="base" hangingPunct="0">
        <a:spcBef>
          <a:spcPct val="40000"/>
        </a:spcBef>
        <a:spcAft>
          <a:spcPct val="20000"/>
        </a:spcAft>
        <a:buClr>
          <a:srgbClr val="005C87"/>
        </a:buClr>
        <a:buChar char="•"/>
        <a:defRPr sz="1600" b="1">
          <a:solidFill>
            <a:srgbClr val="005C87"/>
          </a:solidFill>
          <a:latin typeface="+mn-lt"/>
          <a:ea typeface="+mn-ea"/>
          <a:cs typeface="+mn-cs"/>
        </a:defRPr>
      </a:lvl1pPr>
      <a:lvl2pPr marL="294176" indent="-292644" algn="l" defTabSz="1006654" rtl="0" eaLnBrk="0" fontAlgn="base" hangingPunct="0">
        <a:spcBef>
          <a:spcPct val="30000"/>
        </a:spcBef>
        <a:spcAft>
          <a:spcPct val="20000"/>
        </a:spcAft>
        <a:buClr>
          <a:schemeClr val="accent1"/>
        </a:buClr>
        <a:buSzPct val="110000"/>
        <a:buFont typeface="Wingdings" pitchFamily="2" charset="2"/>
        <a:buChar char="§"/>
        <a:defRPr sz="1400">
          <a:solidFill>
            <a:schemeClr val="tx1"/>
          </a:solidFill>
          <a:latin typeface="+mn-lt"/>
        </a:defRPr>
      </a:lvl2pPr>
      <a:lvl3pPr marL="586824" indent="-291123" algn="l" defTabSz="1006654" rtl="0" eaLnBrk="0" fontAlgn="base" hangingPunct="0">
        <a:spcBef>
          <a:spcPct val="20000"/>
        </a:spcBef>
        <a:spcAft>
          <a:spcPct val="20000"/>
        </a:spcAft>
        <a:buClr>
          <a:schemeClr val="accent1"/>
        </a:buClr>
        <a:buSzPct val="90000"/>
        <a:buFont typeface="Wingdings" pitchFamily="2" charset="2"/>
        <a:buChar char="§"/>
        <a:defRPr sz="1400">
          <a:solidFill>
            <a:schemeClr val="tx1"/>
          </a:solidFill>
          <a:latin typeface="+mn-lt"/>
        </a:defRPr>
      </a:lvl3pPr>
      <a:lvl4pPr marL="880997" indent="-292644" algn="l" defTabSz="1006654" rtl="0" eaLnBrk="0" fontAlgn="base" hangingPunct="0">
        <a:spcBef>
          <a:spcPct val="20000"/>
        </a:spcBef>
        <a:spcAft>
          <a:spcPct val="30000"/>
        </a:spcAft>
        <a:buClr>
          <a:schemeClr val="accent1"/>
        </a:buClr>
        <a:buSzPct val="80000"/>
        <a:buFont typeface="Wingdings" pitchFamily="2" charset="2"/>
        <a:buChar char="§"/>
        <a:defRPr sz="1400">
          <a:solidFill>
            <a:schemeClr val="tx1"/>
          </a:solidFill>
          <a:latin typeface="+mn-lt"/>
        </a:defRPr>
      </a:lvl4pPr>
      <a:lvl5pPr marL="2263021" indent="-249746" algn="l" defTabSz="1006654" rtl="0" eaLnBrk="0" fontAlgn="base" hangingPunct="0">
        <a:spcBef>
          <a:spcPct val="20000"/>
        </a:spcBef>
        <a:spcAft>
          <a:spcPct val="0"/>
        </a:spcAft>
        <a:buChar char="»"/>
        <a:defRPr sz="2700">
          <a:solidFill>
            <a:schemeClr val="tx1"/>
          </a:solidFill>
          <a:latin typeface="+mn-lt"/>
        </a:defRPr>
      </a:lvl5pPr>
      <a:lvl6pPr marL="2705831" indent="-251285" algn="l" defTabSz="1006654" rtl="0" fontAlgn="base">
        <a:spcBef>
          <a:spcPct val="20000"/>
        </a:spcBef>
        <a:spcAft>
          <a:spcPct val="0"/>
        </a:spcAft>
        <a:buChar char="»"/>
        <a:defRPr sz="2700">
          <a:solidFill>
            <a:schemeClr val="tx1"/>
          </a:solidFill>
          <a:latin typeface="+mn-lt"/>
        </a:defRPr>
      </a:lvl6pPr>
      <a:lvl7pPr marL="3147095" indent="-251285" algn="l" defTabSz="1006654" rtl="0" fontAlgn="base">
        <a:spcBef>
          <a:spcPct val="20000"/>
        </a:spcBef>
        <a:spcAft>
          <a:spcPct val="0"/>
        </a:spcAft>
        <a:buChar char="»"/>
        <a:defRPr sz="2700">
          <a:solidFill>
            <a:schemeClr val="tx1"/>
          </a:solidFill>
          <a:latin typeface="+mn-lt"/>
        </a:defRPr>
      </a:lvl7pPr>
      <a:lvl8pPr marL="3588366" indent="-251285" algn="l" defTabSz="1006654" rtl="0" fontAlgn="base">
        <a:spcBef>
          <a:spcPct val="20000"/>
        </a:spcBef>
        <a:spcAft>
          <a:spcPct val="0"/>
        </a:spcAft>
        <a:buChar char="»"/>
        <a:defRPr sz="2700">
          <a:solidFill>
            <a:schemeClr val="tx1"/>
          </a:solidFill>
          <a:latin typeface="+mn-lt"/>
        </a:defRPr>
      </a:lvl8pPr>
      <a:lvl9pPr marL="4029636" indent="-251285" algn="l" defTabSz="1006654" rtl="0" fontAlgn="base">
        <a:spcBef>
          <a:spcPct val="20000"/>
        </a:spcBef>
        <a:spcAft>
          <a:spcPct val="0"/>
        </a:spcAft>
        <a:buChar char="»"/>
        <a:defRPr sz="2700">
          <a:solidFill>
            <a:schemeClr val="tx1"/>
          </a:solidFill>
          <a:latin typeface="+mn-lt"/>
        </a:defRPr>
      </a:lvl9pPr>
    </p:bodyStyle>
    <p:otherStyle>
      <a:defPPr>
        <a:defRPr lang="en-US"/>
      </a:defPPr>
      <a:lvl1pPr marL="0" algn="l" defTabSz="882522" rtl="0" eaLnBrk="1" latinLnBrk="0" hangingPunct="1">
        <a:defRPr sz="1800" kern="1200">
          <a:solidFill>
            <a:schemeClr val="tx1"/>
          </a:solidFill>
          <a:latin typeface="+mn-lt"/>
          <a:ea typeface="+mn-ea"/>
          <a:cs typeface="+mn-cs"/>
        </a:defRPr>
      </a:lvl1pPr>
      <a:lvl2pPr marL="441231" algn="l" defTabSz="882522" rtl="0" eaLnBrk="1" latinLnBrk="0" hangingPunct="1">
        <a:defRPr sz="1800" kern="1200">
          <a:solidFill>
            <a:schemeClr val="tx1"/>
          </a:solidFill>
          <a:latin typeface="+mn-lt"/>
          <a:ea typeface="+mn-ea"/>
          <a:cs typeface="+mn-cs"/>
        </a:defRPr>
      </a:lvl2pPr>
      <a:lvl3pPr marL="882522" algn="l" defTabSz="882522" rtl="0" eaLnBrk="1" latinLnBrk="0" hangingPunct="1">
        <a:defRPr sz="1800" kern="1200">
          <a:solidFill>
            <a:schemeClr val="tx1"/>
          </a:solidFill>
          <a:latin typeface="+mn-lt"/>
          <a:ea typeface="+mn-ea"/>
          <a:cs typeface="+mn-cs"/>
        </a:defRPr>
      </a:lvl3pPr>
      <a:lvl4pPr marL="1323795" algn="l" defTabSz="882522" rtl="0" eaLnBrk="1" latinLnBrk="0" hangingPunct="1">
        <a:defRPr sz="1800" kern="1200">
          <a:solidFill>
            <a:schemeClr val="tx1"/>
          </a:solidFill>
          <a:latin typeface="+mn-lt"/>
          <a:ea typeface="+mn-ea"/>
          <a:cs typeface="+mn-cs"/>
        </a:defRPr>
      </a:lvl4pPr>
      <a:lvl5pPr marL="1765066" algn="l" defTabSz="882522" rtl="0" eaLnBrk="1" latinLnBrk="0" hangingPunct="1">
        <a:defRPr sz="1800" kern="1200">
          <a:solidFill>
            <a:schemeClr val="tx1"/>
          </a:solidFill>
          <a:latin typeface="+mn-lt"/>
          <a:ea typeface="+mn-ea"/>
          <a:cs typeface="+mn-cs"/>
        </a:defRPr>
      </a:lvl5pPr>
      <a:lvl6pPr marL="2206349" algn="l" defTabSz="882522" rtl="0" eaLnBrk="1" latinLnBrk="0" hangingPunct="1">
        <a:defRPr sz="1800" kern="1200">
          <a:solidFill>
            <a:schemeClr val="tx1"/>
          </a:solidFill>
          <a:latin typeface="+mn-lt"/>
          <a:ea typeface="+mn-ea"/>
          <a:cs typeface="+mn-cs"/>
        </a:defRPr>
      </a:lvl6pPr>
      <a:lvl7pPr marL="2647608" algn="l" defTabSz="882522" rtl="0" eaLnBrk="1" latinLnBrk="0" hangingPunct="1">
        <a:defRPr sz="1800" kern="1200">
          <a:solidFill>
            <a:schemeClr val="tx1"/>
          </a:solidFill>
          <a:latin typeface="+mn-lt"/>
          <a:ea typeface="+mn-ea"/>
          <a:cs typeface="+mn-cs"/>
        </a:defRPr>
      </a:lvl7pPr>
      <a:lvl8pPr marL="3088871" algn="l" defTabSz="882522" rtl="0" eaLnBrk="1" latinLnBrk="0" hangingPunct="1">
        <a:defRPr sz="1800" kern="1200">
          <a:solidFill>
            <a:schemeClr val="tx1"/>
          </a:solidFill>
          <a:latin typeface="+mn-lt"/>
          <a:ea typeface="+mn-ea"/>
          <a:cs typeface="+mn-cs"/>
        </a:defRPr>
      </a:lvl8pPr>
      <a:lvl9pPr marL="3530143" algn="l" defTabSz="882522"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2598" name="Text Box 6"/>
          <p:cNvSpPr txBox="1">
            <a:spLocks noChangeArrowheads="1"/>
          </p:cNvSpPr>
          <p:nvPr/>
        </p:nvSpPr>
        <p:spPr bwMode="auto">
          <a:xfrm>
            <a:off x="10069746" y="7056438"/>
            <a:ext cx="357187" cy="298450"/>
          </a:xfrm>
          <a:prstGeom prst="rect">
            <a:avLst/>
          </a:prstGeom>
          <a:noFill/>
          <a:ln w="9525">
            <a:noFill/>
            <a:miter lim="800000"/>
            <a:headEnd/>
            <a:tailEnd/>
          </a:ln>
        </p:spPr>
        <p:txBody>
          <a:bodyPr lIns="0" tIns="0" rIns="0" bIns="0" anchor="ctr"/>
          <a:lstStyle/>
          <a:p>
            <a:pPr algn="ctr" defTabSz="1006832">
              <a:defRPr/>
            </a:pPr>
            <a:fld id="{73F339DB-CFFF-4785-85A0-A3411D771B4A}" type="slidenum">
              <a:rPr lang="en-US" baseline="0">
                <a:solidFill>
                  <a:srgbClr val="6D6E71"/>
                </a:solidFill>
                <a:latin typeface="Arial"/>
              </a:rPr>
              <a:pPr algn="ctr" defTabSz="1006832">
                <a:defRPr/>
              </a:pPr>
              <a:t>‹#›</a:t>
            </a:fld>
            <a:endParaRPr lang="en-US" baseline="0" dirty="0">
              <a:solidFill>
                <a:srgbClr val="6D6E71"/>
              </a:solidFill>
              <a:latin typeface="Arial"/>
            </a:endParaRPr>
          </a:p>
        </p:txBody>
      </p:sp>
      <p:sp>
        <p:nvSpPr>
          <p:cNvPr id="1027" name="Rectangle 18"/>
          <p:cNvSpPr>
            <a:spLocks noGrp="1" noChangeArrowheads="1"/>
          </p:cNvSpPr>
          <p:nvPr>
            <p:ph type="body" idx="1"/>
          </p:nvPr>
        </p:nvSpPr>
        <p:spPr bwMode="auto">
          <a:xfrm>
            <a:off x="446088" y="1512888"/>
            <a:ext cx="9796462" cy="527685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22611" name="Text Box 19"/>
          <p:cNvSpPr txBox="1">
            <a:spLocks noChangeArrowheads="1"/>
          </p:cNvSpPr>
          <p:nvPr/>
        </p:nvSpPr>
        <p:spPr bwMode="auto">
          <a:xfrm>
            <a:off x="412751" y="671513"/>
            <a:ext cx="9867900" cy="515937"/>
          </a:xfrm>
          <a:prstGeom prst="rect">
            <a:avLst/>
          </a:prstGeom>
          <a:noFill/>
          <a:ln w="9525">
            <a:noFill/>
            <a:miter lim="800000"/>
            <a:headEnd/>
            <a:tailEnd/>
          </a:ln>
        </p:spPr>
        <p:txBody>
          <a:bodyPr lIns="100660" tIns="50352" rIns="100660" bIns="50352">
            <a:spAutoFit/>
          </a:bodyPr>
          <a:lstStyle/>
          <a:p>
            <a:pPr defTabSz="1006832">
              <a:spcBef>
                <a:spcPct val="50000"/>
              </a:spcBef>
              <a:defRPr/>
            </a:pPr>
            <a:endParaRPr lang="en-GB" sz="2700" b="1" baseline="0" dirty="0">
              <a:latin typeface="Arial"/>
            </a:endParaRPr>
          </a:p>
        </p:txBody>
      </p:sp>
      <p:sp>
        <p:nvSpPr>
          <p:cNvPr id="1029" name="Rectangle 20"/>
          <p:cNvSpPr>
            <a:spLocks noGrp="1" noChangeArrowheads="1"/>
          </p:cNvSpPr>
          <p:nvPr>
            <p:ph type="title"/>
          </p:nvPr>
        </p:nvSpPr>
        <p:spPr bwMode="auto">
          <a:xfrm>
            <a:off x="412751" y="368300"/>
            <a:ext cx="9867900" cy="587375"/>
          </a:xfrm>
          <a:prstGeom prst="rect">
            <a:avLst/>
          </a:prstGeom>
          <a:noFill/>
          <a:ln w="9525">
            <a:noFill/>
            <a:miter lim="800000"/>
            <a:headEnd/>
            <a:tailEnd/>
          </a:ln>
        </p:spPr>
        <p:txBody>
          <a:bodyPr vert="horz" wrap="square" lIns="0" tIns="50352" rIns="100660" bIns="50352" numCol="1" anchor="ctr" anchorCtr="0" compatLnSpc="1">
            <a:prstTxWarp prst="textNoShape">
              <a:avLst/>
            </a:prstTxWarp>
          </a:bodyPr>
          <a:lstStyle/>
          <a:p>
            <a:pPr lvl="0"/>
            <a:r>
              <a:rPr lang="en-US" smtClean="0"/>
              <a:t>Click to edit Master title style</a:t>
            </a:r>
          </a:p>
        </p:txBody>
      </p:sp>
      <p:sp>
        <p:nvSpPr>
          <p:cNvPr id="622617" name="Text Box 25"/>
          <p:cNvSpPr txBox="1">
            <a:spLocks noChangeArrowheads="1"/>
          </p:cNvSpPr>
          <p:nvPr/>
        </p:nvSpPr>
        <p:spPr bwMode="auto">
          <a:xfrm>
            <a:off x="6505579" y="7080250"/>
            <a:ext cx="3475038" cy="252413"/>
          </a:xfrm>
          <a:prstGeom prst="rect">
            <a:avLst/>
          </a:prstGeom>
          <a:noFill/>
          <a:ln w="9525">
            <a:noFill/>
            <a:miter lim="800000"/>
            <a:headEnd/>
            <a:tailEnd/>
          </a:ln>
        </p:spPr>
        <p:txBody>
          <a:bodyPr lIns="0" tIns="0" rIns="118876" bIns="0" anchor="ctr"/>
          <a:lstStyle/>
          <a:p>
            <a:pPr marL="504207" indent="-504207" algn="r" defTabSz="1006832">
              <a:spcBef>
                <a:spcPct val="40000"/>
              </a:spcBef>
              <a:spcAft>
                <a:spcPct val="40000"/>
              </a:spcAft>
              <a:defRPr/>
            </a:pPr>
            <a:r>
              <a:rPr lang="en-GB" baseline="0" dirty="0" smtClean="0">
                <a:solidFill>
                  <a:srgbClr val="6D6E71"/>
                </a:solidFill>
                <a:latin typeface="Arial"/>
              </a:rPr>
              <a:t>WB Performance Management </a:t>
            </a:r>
            <a:r>
              <a:rPr lang="en-GB" baseline="0" dirty="0">
                <a:solidFill>
                  <a:srgbClr val="6D6E71"/>
                </a:solidFill>
                <a:latin typeface="Arial"/>
              </a:rPr>
              <a:t>- External Performance Analytics</a:t>
            </a:r>
          </a:p>
        </p:txBody>
      </p:sp>
      <p:pic>
        <p:nvPicPr>
          <p:cNvPr id="1031" name="Picture 26" descr="Visual Identitiy Band"/>
          <p:cNvPicPr preferRelativeResize="0">
            <a:picLocks noChangeAspect="1" noChangeArrowheads="1"/>
          </p:cNvPicPr>
          <p:nvPr/>
        </p:nvPicPr>
        <p:blipFill>
          <a:blip r:embed="rId14" cstate="print"/>
          <a:srcRect/>
          <a:stretch>
            <a:fillRect/>
          </a:stretch>
        </p:blipFill>
        <p:spPr bwMode="auto">
          <a:xfrm>
            <a:off x="233" y="1092420"/>
            <a:ext cx="10702925" cy="52387"/>
          </a:xfrm>
          <a:prstGeom prst="rect">
            <a:avLst/>
          </a:prstGeom>
          <a:noFill/>
          <a:ln w="9525">
            <a:noFill/>
            <a:miter lim="800000"/>
            <a:headEnd/>
            <a:tailEnd/>
          </a:ln>
        </p:spPr>
      </p:pic>
      <p:pic>
        <p:nvPicPr>
          <p:cNvPr id="1032" name="Picture 2"/>
          <p:cNvPicPr>
            <a:picLocks noChangeAspect="1" noChangeArrowheads="1"/>
          </p:cNvPicPr>
          <p:nvPr/>
        </p:nvPicPr>
        <p:blipFill>
          <a:blip r:embed="rId15" cstate="print"/>
          <a:srcRect/>
          <a:stretch>
            <a:fillRect/>
          </a:stretch>
        </p:blipFill>
        <p:spPr bwMode="gray">
          <a:xfrm>
            <a:off x="450850" y="7021734"/>
            <a:ext cx="952500" cy="363537"/>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917" r:id="rId1"/>
    <p:sldLayoutId id="2147483918" r:id="rId2"/>
    <p:sldLayoutId id="2147483919" r:id="rId3"/>
    <p:sldLayoutId id="2147483920" r:id="rId4"/>
    <p:sldLayoutId id="2147483921" r:id="rId5"/>
    <p:sldLayoutId id="2147483922" r:id="rId6"/>
    <p:sldLayoutId id="2147483923" r:id="rId7"/>
    <p:sldLayoutId id="2147483924" r:id="rId8"/>
    <p:sldLayoutId id="2147483925" r:id="rId9"/>
    <p:sldLayoutId id="2147483926" r:id="rId10"/>
    <p:sldLayoutId id="2147483927" r:id="rId11"/>
    <p:sldLayoutId id="2147483928" r:id="rId12"/>
  </p:sldLayoutIdLst>
  <p:txStyles>
    <p:titleStyle>
      <a:lvl1pPr algn="l" defTabSz="1006832" rtl="0" eaLnBrk="0" fontAlgn="base" hangingPunct="0">
        <a:spcBef>
          <a:spcPct val="0"/>
        </a:spcBef>
        <a:spcAft>
          <a:spcPct val="0"/>
        </a:spcAft>
        <a:defRPr sz="2600">
          <a:solidFill>
            <a:srgbClr val="6D6E71"/>
          </a:solidFill>
          <a:latin typeface="+mj-lt"/>
          <a:ea typeface="+mj-ea"/>
          <a:cs typeface="+mj-cs"/>
        </a:defRPr>
      </a:lvl1pPr>
      <a:lvl2pPr algn="l" defTabSz="1006832" rtl="0" eaLnBrk="0" fontAlgn="base" hangingPunct="0">
        <a:spcBef>
          <a:spcPct val="0"/>
        </a:spcBef>
        <a:spcAft>
          <a:spcPct val="0"/>
        </a:spcAft>
        <a:defRPr sz="2600">
          <a:solidFill>
            <a:srgbClr val="6D6E71"/>
          </a:solidFill>
          <a:latin typeface="Arial" charset="0"/>
        </a:defRPr>
      </a:lvl2pPr>
      <a:lvl3pPr algn="l" defTabSz="1006832" rtl="0" eaLnBrk="0" fontAlgn="base" hangingPunct="0">
        <a:spcBef>
          <a:spcPct val="0"/>
        </a:spcBef>
        <a:spcAft>
          <a:spcPct val="0"/>
        </a:spcAft>
        <a:defRPr sz="2600">
          <a:solidFill>
            <a:srgbClr val="6D6E71"/>
          </a:solidFill>
          <a:latin typeface="Arial" charset="0"/>
        </a:defRPr>
      </a:lvl3pPr>
      <a:lvl4pPr algn="l" defTabSz="1006832" rtl="0" eaLnBrk="0" fontAlgn="base" hangingPunct="0">
        <a:spcBef>
          <a:spcPct val="0"/>
        </a:spcBef>
        <a:spcAft>
          <a:spcPct val="0"/>
        </a:spcAft>
        <a:defRPr sz="2600">
          <a:solidFill>
            <a:srgbClr val="6D6E71"/>
          </a:solidFill>
          <a:latin typeface="Arial" charset="0"/>
        </a:defRPr>
      </a:lvl4pPr>
      <a:lvl5pPr algn="l" defTabSz="1006832" rtl="0" eaLnBrk="0" fontAlgn="base" hangingPunct="0">
        <a:spcBef>
          <a:spcPct val="0"/>
        </a:spcBef>
        <a:spcAft>
          <a:spcPct val="0"/>
        </a:spcAft>
        <a:defRPr sz="2600">
          <a:solidFill>
            <a:srgbClr val="6D6E71"/>
          </a:solidFill>
          <a:latin typeface="Arial" charset="0"/>
        </a:defRPr>
      </a:lvl5pPr>
      <a:lvl6pPr marL="441309" algn="l" defTabSz="1006832" rtl="0" fontAlgn="base">
        <a:spcBef>
          <a:spcPct val="0"/>
        </a:spcBef>
        <a:spcAft>
          <a:spcPct val="0"/>
        </a:spcAft>
        <a:defRPr sz="3200">
          <a:solidFill>
            <a:schemeClr val="hlink"/>
          </a:solidFill>
          <a:latin typeface="Arial" charset="0"/>
        </a:defRPr>
      </a:lvl6pPr>
      <a:lvl7pPr marL="882678" algn="l" defTabSz="1006832" rtl="0" fontAlgn="base">
        <a:spcBef>
          <a:spcPct val="0"/>
        </a:spcBef>
        <a:spcAft>
          <a:spcPct val="0"/>
        </a:spcAft>
        <a:defRPr sz="3200">
          <a:solidFill>
            <a:schemeClr val="hlink"/>
          </a:solidFill>
          <a:latin typeface="Arial" charset="0"/>
        </a:defRPr>
      </a:lvl7pPr>
      <a:lvl8pPr marL="1324028" algn="l" defTabSz="1006832" rtl="0" fontAlgn="base">
        <a:spcBef>
          <a:spcPct val="0"/>
        </a:spcBef>
        <a:spcAft>
          <a:spcPct val="0"/>
        </a:spcAft>
        <a:defRPr sz="3200">
          <a:solidFill>
            <a:schemeClr val="hlink"/>
          </a:solidFill>
          <a:latin typeface="Arial" charset="0"/>
        </a:defRPr>
      </a:lvl8pPr>
      <a:lvl9pPr marL="1765377" algn="l" defTabSz="1006832" rtl="0" fontAlgn="base">
        <a:spcBef>
          <a:spcPct val="0"/>
        </a:spcBef>
        <a:spcAft>
          <a:spcPct val="0"/>
        </a:spcAft>
        <a:defRPr sz="3200">
          <a:solidFill>
            <a:schemeClr val="hlink"/>
          </a:solidFill>
          <a:latin typeface="Arial" charset="0"/>
        </a:defRPr>
      </a:lvl9pPr>
    </p:titleStyle>
    <p:bodyStyle>
      <a:lvl1pPr marL="331011" indent="-331011" algn="l" defTabSz="1006832" rtl="0" eaLnBrk="0" fontAlgn="base" hangingPunct="0">
        <a:spcBef>
          <a:spcPct val="40000"/>
        </a:spcBef>
        <a:spcAft>
          <a:spcPct val="20000"/>
        </a:spcAft>
        <a:buClr>
          <a:srgbClr val="005C87"/>
        </a:buClr>
        <a:defRPr sz="1600" b="1">
          <a:solidFill>
            <a:srgbClr val="005C87"/>
          </a:solidFill>
          <a:latin typeface="+mn-lt"/>
          <a:ea typeface="+mn-ea"/>
          <a:cs typeface="+mn-cs"/>
        </a:defRPr>
      </a:lvl1pPr>
      <a:lvl2pPr marL="294228" indent="-292696" algn="l" defTabSz="1006832" rtl="0" eaLnBrk="0" fontAlgn="base" hangingPunct="0">
        <a:spcBef>
          <a:spcPct val="30000"/>
        </a:spcBef>
        <a:spcAft>
          <a:spcPct val="20000"/>
        </a:spcAft>
        <a:buClr>
          <a:schemeClr val="accent1"/>
        </a:buClr>
        <a:buSzPct val="110000"/>
        <a:buFont typeface="Wingdings" pitchFamily="2" charset="2"/>
        <a:buChar char="§"/>
        <a:defRPr sz="1400">
          <a:solidFill>
            <a:schemeClr val="tx1"/>
          </a:solidFill>
          <a:latin typeface="+mn-lt"/>
        </a:defRPr>
      </a:lvl2pPr>
      <a:lvl3pPr marL="586927" indent="-291174" algn="l" defTabSz="1006832" rtl="0" eaLnBrk="0" fontAlgn="base" hangingPunct="0">
        <a:spcBef>
          <a:spcPct val="20000"/>
        </a:spcBef>
        <a:spcAft>
          <a:spcPct val="20000"/>
        </a:spcAft>
        <a:buClr>
          <a:schemeClr val="accent1"/>
        </a:buClr>
        <a:buSzPct val="90000"/>
        <a:buFont typeface="Wingdings" pitchFamily="2" charset="2"/>
        <a:buChar char="§"/>
        <a:defRPr sz="1400">
          <a:solidFill>
            <a:schemeClr val="tx1"/>
          </a:solidFill>
          <a:latin typeface="+mn-lt"/>
        </a:defRPr>
      </a:lvl3pPr>
      <a:lvl4pPr marL="881152" indent="-292696" algn="l" defTabSz="1006832" rtl="0" eaLnBrk="0" fontAlgn="base" hangingPunct="0">
        <a:spcBef>
          <a:spcPct val="20000"/>
        </a:spcBef>
        <a:spcAft>
          <a:spcPct val="30000"/>
        </a:spcAft>
        <a:buClr>
          <a:schemeClr val="accent1"/>
        </a:buClr>
        <a:buSzPct val="80000"/>
        <a:buFont typeface="Wingdings" pitchFamily="2" charset="2"/>
        <a:buChar char="§"/>
        <a:defRPr sz="1400">
          <a:solidFill>
            <a:schemeClr val="tx1"/>
          </a:solidFill>
          <a:latin typeface="+mn-lt"/>
        </a:defRPr>
      </a:lvl4pPr>
      <a:lvl5pPr marL="2263420" indent="-249790" algn="l" defTabSz="1006832" rtl="0" eaLnBrk="0" fontAlgn="base" hangingPunct="0">
        <a:spcBef>
          <a:spcPct val="20000"/>
        </a:spcBef>
        <a:spcAft>
          <a:spcPct val="0"/>
        </a:spcAft>
        <a:buChar char="»"/>
        <a:defRPr sz="2700">
          <a:solidFill>
            <a:schemeClr val="tx1"/>
          </a:solidFill>
          <a:latin typeface="+mn-lt"/>
        </a:defRPr>
      </a:lvl5pPr>
      <a:lvl6pPr marL="2706308" indent="-251329" algn="l" defTabSz="1006832" rtl="0" fontAlgn="base">
        <a:spcBef>
          <a:spcPct val="20000"/>
        </a:spcBef>
        <a:spcAft>
          <a:spcPct val="0"/>
        </a:spcAft>
        <a:buChar char="»"/>
        <a:defRPr sz="2700">
          <a:solidFill>
            <a:schemeClr val="tx1"/>
          </a:solidFill>
          <a:latin typeface="+mn-lt"/>
        </a:defRPr>
      </a:lvl6pPr>
      <a:lvl7pPr marL="3147651" indent="-251329" algn="l" defTabSz="1006832" rtl="0" fontAlgn="base">
        <a:spcBef>
          <a:spcPct val="20000"/>
        </a:spcBef>
        <a:spcAft>
          <a:spcPct val="0"/>
        </a:spcAft>
        <a:buChar char="»"/>
        <a:defRPr sz="2700">
          <a:solidFill>
            <a:schemeClr val="tx1"/>
          </a:solidFill>
          <a:latin typeface="+mn-lt"/>
        </a:defRPr>
      </a:lvl7pPr>
      <a:lvl8pPr marL="3588999" indent="-251329" algn="l" defTabSz="1006832" rtl="0" fontAlgn="base">
        <a:spcBef>
          <a:spcPct val="20000"/>
        </a:spcBef>
        <a:spcAft>
          <a:spcPct val="0"/>
        </a:spcAft>
        <a:buChar char="»"/>
        <a:defRPr sz="2700">
          <a:solidFill>
            <a:schemeClr val="tx1"/>
          </a:solidFill>
          <a:latin typeface="+mn-lt"/>
        </a:defRPr>
      </a:lvl8pPr>
      <a:lvl9pPr marL="4030347" indent="-251329" algn="l" defTabSz="1006832" rtl="0" fontAlgn="base">
        <a:spcBef>
          <a:spcPct val="20000"/>
        </a:spcBef>
        <a:spcAft>
          <a:spcPct val="0"/>
        </a:spcAft>
        <a:buChar char="»"/>
        <a:defRPr sz="2700">
          <a:solidFill>
            <a:schemeClr val="tx1"/>
          </a:solidFill>
          <a:latin typeface="+mn-lt"/>
        </a:defRPr>
      </a:lvl9pPr>
    </p:bodyStyle>
    <p:otherStyle>
      <a:defPPr>
        <a:defRPr lang="en-US"/>
      </a:defPPr>
      <a:lvl1pPr marL="0" algn="l" defTabSz="882678" rtl="0" eaLnBrk="1" latinLnBrk="0" hangingPunct="1">
        <a:defRPr sz="1800" kern="1200">
          <a:solidFill>
            <a:schemeClr val="tx1"/>
          </a:solidFill>
          <a:latin typeface="+mn-lt"/>
          <a:ea typeface="+mn-ea"/>
          <a:cs typeface="+mn-cs"/>
        </a:defRPr>
      </a:lvl1pPr>
      <a:lvl2pPr marL="441309" algn="l" defTabSz="882678" rtl="0" eaLnBrk="1" latinLnBrk="0" hangingPunct="1">
        <a:defRPr sz="1800" kern="1200">
          <a:solidFill>
            <a:schemeClr val="tx1"/>
          </a:solidFill>
          <a:latin typeface="+mn-lt"/>
          <a:ea typeface="+mn-ea"/>
          <a:cs typeface="+mn-cs"/>
        </a:defRPr>
      </a:lvl2pPr>
      <a:lvl3pPr marL="882678" algn="l" defTabSz="882678" rtl="0" eaLnBrk="1" latinLnBrk="0" hangingPunct="1">
        <a:defRPr sz="1800" kern="1200">
          <a:solidFill>
            <a:schemeClr val="tx1"/>
          </a:solidFill>
          <a:latin typeface="+mn-lt"/>
          <a:ea typeface="+mn-ea"/>
          <a:cs typeface="+mn-cs"/>
        </a:defRPr>
      </a:lvl3pPr>
      <a:lvl4pPr marL="1324028" algn="l" defTabSz="882678" rtl="0" eaLnBrk="1" latinLnBrk="0" hangingPunct="1">
        <a:defRPr sz="1800" kern="1200">
          <a:solidFill>
            <a:schemeClr val="tx1"/>
          </a:solidFill>
          <a:latin typeface="+mn-lt"/>
          <a:ea typeface="+mn-ea"/>
          <a:cs typeface="+mn-cs"/>
        </a:defRPr>
      </a:lvl4pPr>
      <a:lvl5pPr marL="1765377" algn="l" defTabSz="882678" rtl="0" eaLnBrk="1" latinLnBrk="0" hangingPunct="1">
        <a:defRPr sz="1800" kern="1200">
          <a:solidFill>
            <a:schemeClr val="tx1"/>
          </a:solidFill>
          <a:latin typeface="+mn-lt"/>
          <a:ea typeface="+mn-ea"/>
          <a:cs typeface="+mn-cs"/>
        </a:defRPr>
      </a:lvl5pPr>
      <a:lvl6pPr marL="2206738" algn="l" defTabSz="882678" rtl="0" eaLnBrk="1" latinLnBrk="0" hangingPunct="1">
        <a:defRPr sz="1800" kern="1200">
          <a:solidFill>
            <a:schemeClr val="tx1"/>
          </a:solidFill>
          <a:latin typeface="+mn-lt"/>
          <a:ea typeface="+mn-ea"/>
          <a:cs typeface="+mn-cs"/>
        </a:defRPr>
      </a:lvl6pPr>
      <a:lvl7pPr marL="2648075" algn="l" defTabSz="882678" rtl="0" eaLnBrk="1" latinLnBrk="0" hangingPunct="1">
        <a:defRPr sz="1800" kern="1200">
          <a:solidFill>
            <a:schemeClr val="tx1"/>
          </a:solidFill>
          <a:latin typeface="+mn-lt"/>
          <a:ea typeface="+mn-ea"/>
          <a:cs typeface="+mn-cs"/>
        </a:defRPr>
      </a:lvl7pPr>
      <a:lvl8pPr marL="3089416" algn="l" defTabSz="882678" rtl="0" eaLnBrk="1" latinLnBrk="0" hangingPunct="1">
        <a:defRPr sz="1800" kern="1200">
          <a:solidFill>
            <a:schemeClr val="tx1"/>
          </a:solidFill>
          <a:latin typeface="+mn-lt"/>
          <a:ea typeface="+mn-ea"/>
          <a:cs typeface="+mn-cs"/>
        </a:defRPr>
      </a:lvl8pPr>
      <a:lvl9pPr marL="3530765" algn="l" defTabSz="882678"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2598" name="Text Box 6"/>
          <p:cNvSpPr txBox="1">
            <a:spLocks noChangeArrowheads="1"/>
          </p:cNvSpPr>
          <p:nvPr/>
        </p:nvSpPr>
        <p:spPr bwMode="auto">
          <a:xfrm>
            <a:off x="10069656" y="7056438"/>
            <a:ext cx="357187" cy="298450"/>
          </a:xfrm>
          <a:prstGeom prst="rect">
            <a:avLst/>
          </a:prstGeom>
          <a:noFill/>
          <a:ln w="9525">
            <a:noFill/>
            <a:miter lim="800000"/>
            <a:headEnd/>
            <a:tailEnd/>
          </a:ln>
        </p:spPr>
        <p:txBody>
          <a:bodyPr lIns="0" tIns="0" rIns="0" bIns="0" anchor="ctr"/>
          <a:lstStyle/>
          <a:p>
            <a:pPr algn="ctr" defTabSz="1020595">
              <a:defRPr/>
            </a:pPr>
            <a:fld id="{11BBAC88-D85F-4C74-9FFA-07A924DA6D92}" type="slidenum">
              <a:rPr lang="en-US" baseline="0">
                <a:solidFill>
                  <a:srgbClr val="6D6E71"/>
                </a:solidFill>
                <a:latin typeface="Arial"/>
              </a:rPr>
              <a:pPr algn="ctr" defTabSz="1020595">
                <a:defRPr/>
              </a:pPr>
              <a:t>‹#›</a:t>
            </a:fld>
            <a:endParaRPr lang="en-US" baseline="0" dirty="0">
              <a:solidFill>
                <a:srgbClr val="6D6E71"/>
              </a:solidFill>
              <a:latin typeface="Arial"/>
            </a:endParaRPr>
          </a:p>
        </p:txBody>
      </p:sp>
      <p:sp>
        <p:nvSpPr>
          <p:cNvPr id="1027" name="Rectangle 18"/>
          <p:cNvSpPr>
            <a:spLocks noGrp="1" noChangeArrowheads="1"/>
          </p:cNvSpPr>
          <p:nvPr>
            <p:ph type="body" idx="1"/>
          </p:nvPr>
        </p:nvSpPr>
        <p:spPr bwMode="auto">
          <a:xfrm>
            <a:off x="446088" y="1512888"/>
            <a:ext cx="9796462" cy="527685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22611" name="Text Box 19"/>
          <p:cNvSpPr txBox="1">
            <a:spLocks noChangeArrowheads="1"/>
          </p:cNvSpPr>
          <p:nvPr/>
        </p:nvSpPr>
        <p:spPr bwMode="auto">
          <a:xfrm>
            <a:off x="412751" y="671513"/>
            <a:ext cx="9867900" cy="515937"/>
          </a:xfrm>
          <a:prstGeom prst="rect">
            <a:avLst/>
          </a:prstGeom>
          <a:noFill/>
          <a:ln w="9525">
            <a:noFill/>
            <a:miter lim="800000"/>
            <a:headEnd/>
            <a:tailEnd/>
          </a:ln>
        </p:spPr>
        <p:txBody>
          <a:bodyPr lIns="102014" tIns="51003" rIns="102014" bIns="51003">
            <a:spAutoFit/>
          </a:bodyPr>
          <a:lstStyle/>
          <a:p>
            <a:pPr defTabSz="1020595">
              <a:spcBef>
                <a:spcPct val="50000"/>
              </a:spcBef>
              <a:defRPr/>
            </a:pPr>
            <a:endParaRPr lang="en-GB" sz="2700" b="1" baseline="0" dirty="0">
              <a:latin typeface="Arial"/>
            </a:endParaRPr>
          </a:p>
        </p:txBody>
      </p:sp>
      <p:sp>
        <p:nvSpPr>
          <p:cNvPr id="1029" name="Rectangle 20"/>
          <p:cNvSpPr>
            <a:spLocks noGrp="1" noChangeArrowheads="1"/>
          </p:cNvSpPr>
          <p:nvPr>
            <p:ph type="title"/>
          </p:nvPr>
        </p:nvSpPr>
        <p:spPr bwMode="auto">
          <a:xfrm>
            <a:off x="412751" y="368300"/>
            <a:ext cx="9867900" cy="587375"/>
          </a:xfrm>
          <a:prstGeom prst="rect">
            <a:avLst/>
          </a:prstGeom>
          <a:noFill/>
          <a:ln w="9525">
            <a:noFill/>
            <a:miter lim="800000"/>
            <a:headEnd/>
            <a:tailEnd/>
          </a:ln>
        </p:spPr>
        <p:txBody>
          <a:bodyPr vert="horz" wrap="square" lIns="0" tIns="51003" rIns="102014" bIns="51003" numCol="1" anchor="ctr" anchorCtr="0" compatLnSpc="1">
            <a:prstTxWarp prst="textNoShape">
              <a:avLst/>
            </a:prstTxWarp>
          </a:bodyPr>
          <a:lstStyle/>
          <a:p>
            <a:pPr lvl="0"/>
            <a:r>
              <a:rPr lang="en-US" smtClean="0"/>
              <a:t>Click to edit Master title style</a:t>
            </a:r>
          </a:p>
        </p:txBody>
      </p:sp>
      <p:sp>
        <p:nvSpPr>
          <p:cNvPr id="622617" name="Text Box 25"/>
          <p:cNvSpPr txBox="1">
            <a:spLocks noChangeArrowheads="1"/>
          </p:cNvSpPr>
          <p:nvPr/>
        </p:nvSpPr>
        <p:spPr bwMode="auto">
          <a:xfrm>
            <a:off x="6505579" y="7080250"/>
            <a:ext cx="3475038" cy="252413"/>
          </a:xfrm>
          <a:prstGeom prst="rect">
            <a:avLst/>
          </a:prstGeom>
          <a:noFill/>
          <a:ln w="9525">
            <a:noFill/>
            <a:miter lim="800000"/>
            <a:headEnd/>
            <a:tailEnd/>
          </a:ln>
        </p:spPr>
        <p:txBody>
          <a:bodyPr lIns="0" tIns="0" rIns="120481" bIns="0" anchor="ctr"/>
          <a:lstStyle/>
          <a:p>
            <a:pPr marL="511080" indent="-511080" algn="r" defTabSz="1020595">
              <a:spcBef>
                <a:spcPct val="40000"/>
              </a:spcBef>
              <a:spcAft>
                <a:spcPct val="40000"/>
              </a:spcAft>
              <a:defRPr/>
            </a:pPr>
            <a:r>
              <a:rPr lang="en-GB" baseline="0" dirty="0" smtClean="0">
                <a:solidFill>
                  <a:srgbClr val="6D6E71"/>
                </a:solidFill>
                <a:latin typeface="Arial"/>
              </a:rPr>
              <a:t>WB Performance Management - </a:t>
            </a:r>
            <a:r>
              <a:rPr lang="en-GB" baseline="0" dirty="0">
                <a:solidFill>
                  <a:srgbClr val="6D6E71"/>
                </a:solidFill>
                <a:latin typeface="Arial"/>
              </a:rPr>
              <a:t>External Performance Analytics</a:t>
            </a:r>
          </a:p>
        </p:txBody>
      </p:sp>
      <p:pic>
        <p:nvPicPr>
          <p:cNvPr id="1031" name="Picture 26" descr="Visual Identitiy Band"/>
          <p:cNvPicPr preferRelativeResize="0">
            <a:picLocks noChangeAspect="1" noChangeArrowheads="1"/>
          </p:cNvPicPr>
          <p:nvPr/>
        </p:nvPicPr>
        <p:blipFill>
          <a:blip r:embed="rId14" cstate="print"/>
          <a:srcRect/>
          <a:stretch>
            <a:fillRect/>
          </a:stretch>
        </p:blipFill>
        <p:spPr bwMode="auto">
          <a:xfrm>
            <a:off x="143" y="1092335"/>
            <a:ext cx="10702925" cy="52387"/>
          </a:xfrm>
          <a:prstGeom prst="rect">
            <a:avLst/>
          </a:prstGeom>
          <a:noFill/>
          <a:ln w="9525">
            <a:noFill/>
            <a:miter lim="800000"/>
            <a:headEnd/>
            <a:tailEnd/>
          </a:ln>
        </p:spPr>
      </p:pic>
      <p:pic>
        <p:nvPicPr>
          <p:cNvPr id="1032" name="Picture 2"/>
          <p:cNvPicPr>
            <a:picLocks noChangeAspect="1" noChangeArrowheads="1"/>
          </p:cNvPicPr>
          <p:nvPr/>
        </p:nvPicPr>
        <p:blipFill>
          <a:blip r:embed="rId15" cstate="print"/>
          <a:srcRect/>
          <a:stretch>
            <a:fillRect/>
          </a:stretch>
        </p:blipFill>
        <p:spPr bwMode="gray">
          <a:xfrm>
            <a:off x="450850" y="7021649"/>
            <a:ext cx="952500" cy="363537"/>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943" r:id="rId1"/>
    <p:sldLayoutId id="2147483944" r:id="rId2"/>
    <p:sldLayoutId id="2147483945" r:id="rId3"/>
    <p:sldLayoutId id="2147483946" r:id="rId4"/>
    <p:sldLayoutId id="2147483947" r:id="rId5"/>
    <p:sldLayoutId id="2147483948" r:id="rId6"/>
    <p:sldLayoutId id="2147483949" r:id="rId7"/>
    <p:sldLayoutId id="2147483950" r:id="rId8"/>
    <p:sldLayoutId id="2147483951" r:id="rId9"/>
    <p:sldLayoutId id="2147483952" r:id="rId10"/>
    <p:sldLayoutId id="2147483953" r:id="rId11"/>
    <p:sldLayoutId id="2147483954" r:id="rId12"/>
  </p:sldLayoutIdLst>
  <p:txStyles>
    <p:titleStyle>
      <a:lvl1pPr algn="l" defTabSz="1020595" rtl="0" eaLnBrk="0" fontAlgn="base" hangingPunct="0">
        <a:spcBef>
          <a:spcPct val="0"/>
        </a:spcBef>
        <a:spcAft>
          <a:spcPct val="0"/>
        </a:spcAft>
        <a:defRPr sz="2600">
          <a:solidFill>
            <a:srgbClr val="6D6E71"/>
          </a:solidFill>
          <a:latin typeface="+mj-lt"/>
          <a:ea typeface="+mj-ea"/>
          <a:cs typeface="+mj-cs"/>
        </a:defRPr>
      </a:lvl1pPr>
      <a:lvl2pPr algn="l" defTabSz="1020595" rtl="0" eaLnBrk="0" fontAlgn="base" hangingPunct="0">
        <a:spcBef>
          <a:spcPct val="0"/>
        </a:spcBef>
        <a:spcAft>
          <a:spcPct val="0"/>
        </a:spcAft>
        <a:defRPr sz="2600">
          <a:solidFill>
            <a:srgbClr val="6D6E71"/>
          </a:solidFill>
          <a:latin typeface="Arial" charset="0"/>
        </a:defRPr>
      </a:lvl2pPr>
      <a:lvl3pPr algn="l" defTabSz="1020595" rtl="0" eaLnBrk="0" fontAlgn="base" hangingPunct="0">
        <a:spcBef>
          <a:spcPct val="0"/>
        </a:spcBef>
        <a:spcAft>
          <a:spcPct val="0"/>
        </a:spcAft>
        <a:defRPr sz="2600">
          <a:solidFill>
            <a:srgbClr val="6D6E71"/>
          </a:solidFill>
          <a:latin typeface="Arial" charset="0"/>
        </a:defRPr>
      </a:lvl3pPr>
      <a:lvl4pPr algn="l" defTabSz="1020595" rtl="0" eaLnBrk="0" fontAlgn="base" hangingPunct="0">
        <a:spcBef>
          <a:spcPct val="0"/>
        </a:spcBef>
        <a:spcAft>
          <a:spcPct val="0"/>
        </a:spcAft>
        <a:defRPr sz="2600">
          <a:solidFill>
            <a:srgbClr val="6D6E71"/>
          </a:solidFill>
          <a:latin typeface="Arial" charset="0"/>
        </a:defRPr>
      </a:lvl4pPr>
      <a:lvl5pPr algn="l" defTabSz="1020595" rtl="0" eaLnBrk="0" fontAlgn="base" hangingPunct="0">
        <a:spcBef>
          <a:spcPct val="0"/>
        </a:spcBef>
        <a:spcAft>
          <a:spcPct val="0"/>
        </a:spcAft>
        <a:defRPr sz="2600">
          <a:solidFill>
            <a:srgbClr val="6D6E71"/>
          </a:solidFill>
          <a:latin typeface="Arial" charset="0"/>
        </a:defRPr>
      </a:lvl5pPr>
      <a:lvl6pPr marL="447349" algn="l" defTabSz="1020595" rtl="0" fontAlgn="base">
        <a:spcBef>
          <a:spcPct val="0"/>
        </a:spcBef>
        <a:spcAft>
          <a:spcPct val="0"/>
        </a:spcAft>
        <a:defRPr sz="3200">
          <a:solidFill>
            <a:schemeClr val="hlink"/>
          </a:solidFill>
          <a:latin typeface="Arial" charset="0"/>
        </a:defRPr>
      </a:lvl6pPr>
      <a:lvl7pPr marL="894755" algn="l" defTabSz="1020595" rtl="0" fontAlgn="base">
        <a:spcBef>
          <a:spcPct val="0"/>
        </a:spcBef>
        <a:spcAft>
          <a:spcPct val="0"/>
        </a:spcAft>
        <a:defRPr sz="3200">
          <a:solidFill>
            <a:schemeClr val="hlink"/>
          </a:solidFill>
          <a:latin typeface="Arial" charset="0"/>
        </a:defRPr>
      </a:lvl7pPr>
      <a:lvl8pPr marL="1342146" algn="l" defTabSz="1020595" rtl="0" fontAlgn="base">
        <a:spcBef>
          <a:spcPct val="0"/>
        </a:spcBef>
        <a:spcAft>
          <a:spcPct val="0"/>
        </a:spcAft>
        <a:defRPr sz="3200">
          <a:solidFill>
            <a:schemeClr val="hlink"/>
          </a:solidFill>
          <a:latin typeface="Arial" charset="0"/>
        </a:defRPr>
      </a:lvl8pPr>
      <a:lvl9pPr marL="1789538" algn="l" defTabSz="1020595" rtl="0" fontAlgn="base">
        <a:spcBef>
          <a:spcPct val="0"/>
        </a:spcBef>
        <a:spcAft>
          <a:spcPct val="0"/>
        </a:spcAft>
        <a:defRPr sz="3200">
          <a:solidFill>
            <a:schemeClr val="hlink"/>
          </a:solidFill>
          <a:latin typeface="Arial" charset="0"/>
        </a:defRPr>
      </a:lvl9pPr>
    </p:titleStyle>
    <p:bodyStyle>
      <a:lvl1pPr marL="335536" indent="-335536" algn="l" defTabSz="1020595" rtl="0" eaLnBrk="0" fontAlgn="base" hangingPunct="0">
        <a:spcBef>
          <a:spcPct val="40000"/>
        </a:spcBef>
        <a:spcAft>
          <a:spcPct val="20000"/>
        </a:spcAft>
        <a:buClr>
          <a:srgbClr val="005C87"/>
        </a:buClr>
        <a:buChar char="•"/>
        <a:defRPr sz="1600" b="1">
          <a:solidFill>
            <a:srgbClr val="005C87"/>
          </a:solidFill>
          <a:latin typeface="+mn-lt"/>
          <a:ea typeface="+mn-ea"/>
          <a:cs typeface="+mn-cs"/>
        </a:defRPr>
      </a:lvl1pPr>
      <a:lvl2pPr marL="298259" indent="-296705" algn="l" defTabSz="1020595" rtl="0" eaLnBrk="0" fontAlgn="base" hangingPunct="0">
        <a:spcBef>
          <a:spcPct val="30000"/>
        </a:spcBef>
        <a:spcAft>
          <a:spcPct val="20000"/>
        </a:spcAft>
        <a:buClr>
          <a:schemeClr val="accent1"/>
        </a:buClr>
        <a:buSzPct val="110000"/>
        <a:buFont typeface="Wingdings" pitchFamily="2" charset="2"/>
        <a:buChar char="§"/>
        <a:defRPr sz="1400">
          <a:solidFill>
            <a:schemeClr val="tx1"/>
          </a:solidFill>
          <a:latin typeface="+mn-lt"/>
        </a:defRPr>
      </a:lvl2pPr>
      <a:lvl3pPr marL="594969" indent="-295150" algn="l" defTabSz="1020595" rtl="0" eaLnBrk="0" fontAlgn="base" hangingPunct="0">
        <a:spcBef>
          <a:spcPct val="20000"/>
        </a:spcBef>
        <a:spcAft>
          <a:spcPct val="20000"/>
        </a:spcAft>
        <a:buClr>
          <a:schemeClr val="accent1"/>
        </a:buClr>
        <a:buSzPct val="90000"/>
        <a:buFont typeface="Wingdings" pitchFamily="2" charset="2"/>
        <a:buChar char="§"/>
        <a:defRPr sz="1400">
          <a:solidFill>
            <a:schemeClr val="tx1"/>
          </a:solidFill>
          <a:latin typeface="+mn-lt"/>
        </a:defRPr>
      </a:lvl3pPr>
      <a:lvl4pPr marL="893207" indent="-296705" algn="l" defTabSz="1020595" rtl="0" eaLnBrk="0" fontAlgn="base" hangingPunct="0">
        <a:spcBef>
          <a:spcPct val="20000"/>
        </a:spcBef>
        <a:spcAft>
          <a:spcPct val="30000"/>
        </a:spcAft>
        <a:buClr>
          <a:schemeClr val="accent1"/>
        </a:buClr>
        <a:buSzPct val="80000"/>
        <a:buFont typeface="Wingdings" pitchFamily="2" charset="2"/>
        <a:buChar char="§"/>
        <a:defRPr sz="1400">
          <a:solidFill>
            <a:schemeClr val="tx1"/>
          </a:solidFill>
          <a:latin typeface="+mn-lt"/>
        </a:defRPr>
      </a:lvl4pPr>
      <a:lvl5pPr marL="2294390" indent="-253215" algn="l" defTabSz="1020595" rtl="0" eaLnBrk="0" fontAlgn="base" hangingPunct="0">
        <a:spcBef>
          <a:spcPct val="20000"/>
        </a:spcBef>
        <a:spcAft>
          <a:spcPct val="0"/>
        </a:spcAft>
        <a:buChar char="»"/>
        <a:defRPr sz="2700">
          <a:solidFill>
            <a:schemeClr val="tx1"/>
          </a:solidFill>
          <a:latin typeface="+mn-lt"/>
        </a:defRPr>
      </a:lvl5pPr>
      <a:lvl6pPr marL="2743328" indent="-254757" algn="l" defTabSz="1020595" rtl="0" fontAlgn="base">
        <a:spcBef>
          <a:spcPct val="20000"/>
        </a:spcBef>
        <a:spcAft>
          <a:spcPct val="0"/>
        </a:spcAft>
        <a:buChar char="»"/>
        <a:defRPr sz="2700">
          <a:solidFill>
            <a:schemeClr val="tx1"/>
          </a:solidFill>
          <a:latin typeface="+mn-lt"/>
        </a:defRPr>
      </a:lvl6pPr>
      <a:lvl7pPr marL="3190711" indent="-254757" algn="l" defTabSz="1020595" rtl="0" fontAlgn="base">
        <a:spcBef>
          <a:spcPct val="20000"/>
        </a:spcBef>
        <a:spcAft>
          <a:spcPct val="0"/>
        </a:spcAft>
        <a:buChar char="»"/>
        <a:defRPr sz="2700">
          <a:solidFill>
            <a:schemeClr val="tx1"/>
          </a:solidFill>
          <a:latin typeface="+mn-lt"/>
        </a:defRPr>
      </a:lvl7pPr>
      <a:lvl8pPr marL="3638094" indent="-254757" algn="l" defTabSz="1020595" rtl="0" fontAlgn="base">
        <a:spcBef>
          <a:spcPct val="20000"/>
        </a:spcBef>
        <a:spcAft>
          <a:spcPct val="0"/>
        </a:spcAft>
        <a:buChar char="»"/>
        <a:defRPr sz="2700">
          <a:solidFill>
            <a:schemeClr val="tx1"/>
          </a:solidFill>
          <a:latin typeface="+mn-lt"/>
        </a:defRPr>
      </a:lvl8pPr>
      <a:lvl9pPr marL="4085483" indent="-254757" algn="l" defTabSz="1020595" rtl="0" fontAlgn="base">
        <a:spcBef>
          <a:spcPct val="20000"/>
        </a:spcBef>
        <a:spcAft>
          <a:spcPct val="0"/>
        </a:spcAft>
        <a:buChar char="»"/>
        <a:defRPr sz="2700">
          <a:solidFill>
            <a:schemeClr val="tx1"/>
          </a:solidFill>
          <a:latin typeface="+mn-lt"/>
        </a:defRPr>
      </a:lvl9pPr>
    </p:bodyStyle>
    <p:otherStyle>
      <a:defPPr>
        <a:defRPr lang="en-US"/>
      </a:defPPr>
      <a:lvl1pPr marL="0" algn="l" defTabSz="894755" rtl="0" eaLnBrk="1" latinLnBrk="0" hangingPunct="1">
        <a:defRPr sz="1800" kern="1200">
          <a:solidFill>
            <a:schemeClr val="tx1"/>
          </a:solidFill>
          <a:latin typeface="+mn-lt"/>
          <a:ea typeface="+mn-ea"/>
          <a:cs typeface="+mn-cs"/>
        </a:defRPr>
      </a:lvl1pPr>
      <a:lvl2pPr marL="447349" algn="l" defTabSz="894755" rtl="0" eaLnBrk="1" latinLnBrk="0" hangingPunct="1">
        <a:defRPr sz="1800" kern="1200">
          <a:solidFill>
            <a:schemeClr val="tx1"/>
          </a:solidFill>
          <a:latin typeface="+mn-lt"/>
          <a:ea typeface="+mn-ea"/>
          <a:cs typeface="+mn-cs"/>
        </a:defRPr>
      </a:lvl2pPr>
      <a:lvl3pPr marL="894755" algn="l" defTabSz="894755" rtl="0" eaLnBrk="1" latinLnBrk="0" hangingPunct="1">
        <a:defRPr sz="1800" kern="1200">
          <a:solidFill>
            <a:schemeClr val="tx1"/>
          </a:solidFill>
          <a:latin typeface="+mn-lt"/>
          <a:ea typeface="+mn-ea"/>
          <a:cs typeface="+mn-cs"/>
        </a:defRPr>
      </a:lvl3pPr>
      <a:lvl4pPr marL="1342146" algn="l" defTabSz="894755" rtl="0" eaLnBrk="1" latinLnBrk="0" hangingPunct="1">
        <a:defRPr sz="1800" kern="1200">
          <a:solidFill>
            <a:schemeClr val="tx1"/>
          </a:solidFill>
          <a:latin typeface="+mn-lt"/>
          <a:ea typeface="+mn-ea"/>
          <a:cs typeface="+mn-cs"/>
        </a:defRPr>
      </a:lvl4pPr>
      <a:lvl5pPr marL="1789538" algn="l" defTabSz="894755" rtl="0" eaLnBrk="1" latinLnBrk="0" hangingPunct="1">
        <a:defRPr sz="1800" kern="1200">
          <a:solidFill>
            <a:schemeClr val="tx1"/>
          </a:solidFill>
          <a:latin typeface="+mn-lt"/>
          <a:ea typeface="+mn-ea"/>
          <a:cs typeface="+mn-cs"/>
        </a:defRPr>
      </a:lvl5pPr>
      <a:lvl6pPr marL="2236920" algn="l" defTabSz="894755" rtl="0" eaLnBrk="1" latinLnBrk="0" hangingPunct="1">
        <a:defRPr sz="1800" kern="1200">
          <a:solidFill>
            <a:schemeClr val="tx1"/>
          </a:solidFill>
          <a:latin typeface="+mn-lt"/>
          <a:ea typeface="+mn-ea"/>
          <a:cs typeface="+mn-cs"/>
        </a:defRPr>
      </a:lvl6pPr>
      <a:lvl7pPr marL="2684304" algn="l" defTabSz="894755" rtl="0" eaLnBrk="1" latinLnBrk="0" hangingPunct="1">
        <a:defRPr sz="1800" kern="1200">
          <a:solidFill>
            <a:schemeClr val="tx1"/>
          </a:solidFill>
          <a:latin typeface="+mn-lt"/>
          <a:ea typeface="+mn-ea"/>
          <a:cs typeface="+mn-cs"/>
        </a:defRPr>
      </a:lvl7pPr>
      <a:lvl8pPr marL="3131686" algn="l" defTabSz="894755" rtl="0" eaLnBrk="1" latinLnBrk="0" hangingPunct="1">
        <a:defRPr sz="1800" kern="1200">
          <a:solidFill>
            <a:schemeClr val="tx1"/>
          </a:solidFill>
          <a:latin typeface="+mn-lt"/>
          <a:ea typeface="+mn-ea"/>
          <a:cs typeface="+mn-cs"/>
        </a:defRPr>
      </a:lvl8pPr>
      <a:lvl9pPr marL="3579069" algn="l" defTabSz="894755"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2598" name="Text Box 6"/>
          <p:cNvSpPr txBox="1">
            <a:spLocks noChangeArrowheads="1"/>
          </p:cNvSpPr>
          <p:nvPr/>
        </p:nvSpPr>
        <p:spPr bwMode="auto">
          <a:xfrm>
            <a:off x="10069710" y="7056438"/>
            <a:ext cx="357187" cy="298450"/>
          </a:xfrm>
          <a:prstGeom prst="rect">
            <a:avLst/>
          </a:prstGeom>
          <a:noFill/>
          <a:ln w="9525">
            <a:noFill/>
            <a:miter lim="800000"/>
            <a:headEnd/>
            <a:tailEnd/>
          </a:ln>
        </p:spPr>
        <p:txBody>
          <a:bodyPr lIns="0" tIns="0" rIns="0" bIns="0" anchor="ctr"/>
          <a:lstStyle/>
          <a:p>
            <a:pPr algn="ctr" defTabSz="1012352">
              <a:defRPr/>
            </a:pPr>
            <a:fld id="{73F339DB-CFFF-4785-85A0-A3411D771B4A}" type="slidenum">
              <a:rPr lang="en-US" baseline="0">
                <a:solidFill>
                  <a:srgbClr val="6D6E71"/>
                </a:solidFill>
                <a:latin typeface="Arial"/>
              </a:rPr>
              <a:pPr algn="ctr" defTabSz="1012352">
                <a:defRPr/>
              </a:pPr>
              <a:t>‹#›</a:t>
            </a:fld>
            <a:endParaRPr lang="en-US" baseline="0" dirty="0">
              <a:solidFill>
                <a:srgbClr val="6D6E71"/>
              </a:solidFill>
              <a:latin typeface="Arial"/>
            </a:endParaRPr>
          </a:p>
        </p:txBody>
      </p:sp>
      <p:sp>
        <p:nvSpPr>
          <p:cNvPr id="1027" name="Rectangle 18"/>
          <p:cNvSpPr>
            <a:spLocks noGrp="1" noChangeArrowheads="1"/>
          </p:cNvSpPr>
          <p:nvPr>
            <p:ph type="body" idx="1"/>
          </p:nvPr>
        </p:nvSpPr>
        <p:spPr bwMode="auto">
          <a:xfrm>
            <a:off x="446088" y="1512888"/>
            <a:ext cx="9796462" cy="527685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22611" name="Text Box 19"/>
          <p:cNvSpPr txBox="1">
            <a:spLocks noChangeArrowheads="1"/>
          </p:cNvSpPr>
          <p:nvPr/>
        </p:nvSpPr>
        <p:spPr bwMode="auto">
          <a:xfrm>
            <a:off x="412751" y="671513"/>
            <a:ext cx="9867900" cy="515937"/>
          </a:xfrm>
          <a:prstGeom prst="rect">
            <a:avLst/>
          </a:prstGeom>
          <a:noFill/>
          <a:ln w="9525">
            <a:noFill/>
            <a:miter lim="800000"/>
            <a:headEnd/>
            <a:tailEnd/>
          </a:ln>
        </p:spPr>
        <p:txBody>
          <a:bodyPr lIns="101211" tIns="50603" rIns="101211" bIns="50603">
            <a:spAutoFit/>
          </a:bodyPr>
          <a:lstStyle/>
          <a:p>
            <a:pPr defTabSz="1012352">
              <a:spcBef>
                <a:spcPct val="50000"/>
              </a:spcBef>
              <a:defRPr/>
            </a:pPr>
            <a:endParaRPr lang="en-GB" sz="2700" b="1" baseline="0" dirty="0">
              <a:latin typeface="Arial"/>
            </a:endParaRPr>
          </a:p>
        </p:txBody>
      </p:sp>
      <p:sp>
        <p:nvSpPr>
          <p:cNvPr id="1029" name="Rectangle 20"/>
          <p:cNvSpPr>
            <a:spLocks noGrp="1" noChangeArrowheads="1"/>
          </p:cNvSpPr>
          <p:nvPr>
            <p:ph type="title"/>
          </p:nvPr>
        </p:nvSpPr>
        <p:spPr bwMode="auto">
          <a:xfrm>
            <a:off x="412751" y="368300"/>
            <a:ext cx="9867900" cy="587375"/>
          </a:xfrm>
          <a:prstGeom prst="rect">
            <a:avLst/>
          </a:prstGeom>
          <a:noFill/>
          <a:ln w="9525">
            <a:noFill/>
            <a:miter lim="800000"/>
            <a:headEnd/>
            <a:tailEnd/>
          </a:ln>
        </p:spPr>
        <p:txBody>
          <a:bodyPr vert="horz" wrap="square" lIns="0" tIns="50603" rIns="101211" bIns="50603" numCol="1" anchor="ctr" anchorCtr="0" compatLnSpc="1">
            <a:prstTxWarp prst="textNoShape">
              <a:avLst/>
            </a:prstTxWarp>
          </a:bodyPr>
          <a:lstStyle/>
          <a:p>
            <a:pPr lvl="0"/>
            <a:r>
              <a:rPr lang="en-US" smtClean="0"/>
              <a:t>Click to edit Master title style</a:t>
            </a:r>
          </a:p>
        </p:txBody>
      </p:sp>
      <p:sp>
        <p:nvSpPr>
          <p:cNvPr id="622617" name="Text Box 25"/>
          <p:cNvSpPr txBox="1">
            <a:spLocks noChangeArrowheads="1"/>
          </p:cNvSpPr>
          <p:nvPr/>
        </p:nvSpPr>
        <p:spPr bwMode="auto">
          <a:xfrm>
            <a:off x="6505579" y="7080250"/>
            <a:ext cx="3475038" cy="252413"/>
          </a:xfrm>
          <a:prstGeom prst="rect">
            <a:avLst/>
          </a:prstGeom>
          <a:noFill/>
          <a:ln w="9525">
            <a:noFill/>
            <a:miter lim="800000"/>
            <a:headEnd/>
            <a:tailEnd/>
          </a:ln>
        </p:spPr>
        <p:txBody>
          <a:bodyPr lIns="0" tIns="0" rIns="119526" bIns="0" anchor="ctr"/>
          <a:lstStyle/>
          <a:p>
            <a:pPr marL="506967" indent="-506967" algn="r" defTabSz="1012352">
              <a:spcBef>
                <a:spcPct val="40000"/>
              </a:spcBef>
              <a:spcAft>
                <a:spcPct val="40000"/>
              </a:spcAft>
              <a:defRPr/>
            </a:pPr>
            <a:r>
              <a:rPr lang="en-GB" baseline="0" dirty="0" smtClean="0">
                <a:solidFill>
                  <a:srgbClr val="6D6E71"/>
                </a:solidFill>
                <a:latin typeface="Arial"/>
              </a:rPr>
              <a:t>WB Performance Management </a:t>
            </a:r>
            <a:r>
              <a:rPr lang="en-GB" baseline="0" dirty="0">
                <a:solidFill>
                  <a:srgbClr val="6D6E71"/>
                </a:solidFill>
                <a:latin typeface="Arial"/>
              </a:rPr>
              <a:t>- External Performance Analytics</a:t>
            </a:r>
          </a:p>
        </p:txBody>
      </p:sp>
      <p:pic>
        <p:nvPicPr>
          <p:cNvPr id="1031" name="Picture 26" descr="Visual Identitiy Band"/>
          <p:cNvPicPr preferRelativeResize="0">
            <a:picLocks noChangeAspect="1" noChangeArrowheads="1"/>
          </p:cNvPicPr>
          <p:nvPr/>
        </p:nvPicPr>
        <p:blipFill>
          <a:blip r:embed="rId14" cstate="print"/>
          <a:srcRect/>
          <a:stretch>
            <a:fillRect/>
          </a:stretch>
        </p:blipFill>
        <p:spPr bwMode="auto">
          <a:xfrm>
            <a:off x="197" y="1092386"/>
            <a:ext cx="10702925" cy="52387"/>
          </a:xfrm>
          <a:prstGeom prst="rect">
            <a:avLst/>
          </a:prstGeom>
          <a:noFill/>
          <a:ln w="9525">
            <a:noFill/>
            <a:miter lim="800000"/>
            <a:headEnd/>
            <a:tailEnd/>
          </a:ln>
        </p:spPr>
      </p:pic>
      <p:pic>
        <p:nvPicPr>
          <p:cNvPr id="1032" name="Picture 2"/>
          <p:cNvPicPr>
            <a:picLocks noChangeAspect="1" noChangeArrowheads="1"/>
          </p:cNvPicPr>
          <p:nvPr/>
        </p:nvPicPr>
        <p:blipFill>
          <a:blip r:embed="rId15" cstate="print"/>
          <a:srcRect/>
          <a:stretch>
            <a:fillRect/>
          </a:stretch>
        </p:blipFill>
        <p:spPr bwMode="gray">
          <a:xfrm>
            <a:off x="450850" y="7021699"/>
            <a:ext cx="952500" cy="363537"/>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956" r:id="rId1"/>
    <p:sldLayoutId id="2147483957" r:id="rId2"/>
    <p:sldLayoutId id="2147483958" r:id="rId3"/>
    <p:sldLayoutId id="2147483959" r:id="rId4"/>
    <p:sldLayoutId id="2147483960" r:id="rId5"/>
    <p:sldLayoutId id="2147483961" r:id="rId6"/>
    <p:sldLayoutId id="2147483962" r:id="rId7"/>
    <p:sldLayoutId id="2147483963" r:id="rId8"/>
    <p:sldLayoutId id="2147483964" r:id="rId9"/>
    <p:sldLayoutId id="2147483965" r:id="rId10"/>
    <p:sldLayoutId id="2147483966" r:id="rId11"/>
    <p:sldLayoutId id="2147483967" r:id="rId12"/>
  </p:sldLayoutIdLst>
  <p:txStyles>
    <p:titleStyle>
      <a:lvl1pPr algn="l" defTabSz="1012352" rtl="0" eaLnBrk="0" fontAlgn="base" hangingPunct="0">
        <a:spcBef>
          <a:spcPct val="0"/>
        </a:spcBef>
        <a:spcAft>
          <a:spcPct val="0"/>
        </a:spcAft>
        <a:defRPr sz="2600">
          <a:solidFill>
            <a:srgbClr val="6D6E71"/>
          </a:solidFill>
          <a:latin typeface="+mj-lt"/>
          <a:ea typeface="+mj-ea"/>
          <a:cs typeface="+mj-cs"/>
        </a:defRPr>
      </a:lvl1pPr>
      <a:lvl2pPr algn="l" defTabSz="1012352" rtl="0" eaLnBrk="0" fontAlgn="base" hangingPunct="0">
        <a:spcBef>
          <a:spcPct val="0"/>
        </a:spcBef>
        <a:spcAft>
          <a:spcPct val="0"/>
        </a:spcAft>
        <a:defRPr sz="2600">
          <a:solidFill>
            <a:srgbClr val="6D6E71"/>
          </a:solidFill>
          <a:latin typeface="Arial" charset="0"/>
        </a:defRPr>
      </a:lvl2pPr>
      <a:lvl3pPr algn="l" defTabSz="1012352" rtl="0" eaLnBrk="0" fontAlgn="base" hangingPunct="0">
        <a:spcBef>
          <a:spcPct val="0"/>
        </a:spcBef>
        <a:spcAft>
          <a:spcPct val="0"/>
        </a:spcAft>
        <a:defRPr sz="2600">
          <a:solidFill>
            <a:srgbClr val="6D6E71"/>
          </a:solidFill>
          <a:latin typeface="Arial" charset="0"/>
        </a:defRPr>
      </a:lvl3pPr>
      <a:lvl4pPr algn="l" defTabSz="1012352" rtl="0" eaLnBrk="0" fontAlgn="base" hangingPunct="0">
        <a:spcBef>
          <a:spcPct val="0"/>
        </a:spcBef>
        <a:spcAft>
          <a:spcPct val="0"/>
        </a:spcAft>
        <a:defRPr sz="2600">
          <a:solidFill>
            <a:srgbClr val="6D6E71"/>
          </a:solidFill>
          <a:latin typeface="Arial" charset="0"/>
        </a:defRPr>
      </a:lvl4pPr>
      <a:lvl5pPr algn="l" defTabSz="1012352" rtl="0" eaLnBrk="0" fontAlgn="base" hangingPunct="0">
        <a:spcBef>
          <a:spcPct val="0"/>
        </a:spcBef>
        <a:spcAft>
          <a:spcPct val="0"/>
        </a:spcAft>
        <a:defRPr sz="2600">
          <a:solidFill>
            <a:srgbClr val="6D6E71"/>
          </a:solidFill>
          <a:latin typeface="Arial" charset="0"/>
        </a:defRPr>
      </a:lvl5pPr>
      <a:lvl6pPr marL="443732" algn="l" defTabSz="1012352" rtl="0" fontAlgn="base">
        <a:spcBef>
          <a:spcPct val="0"/>
        </a:spcBef>
        <a:spcAft>
          <a:spcPct val="0"/>
        </a:spcAft>
        <a:defRPr sz="3200">
          <a:solidFill>
            <a:schemeClr val="hlink"/>
          </a:solidFill>
          <a:latin typeface="Arial" charset="0"/>
        </a:defRPr>
      </a:lvl6pPr>
      <a:lvl7pPr marL="887522" algn="l" defTabSz="1012352" rtl="0" fontAlgn="base">
        <a:spcBef>
          <a:spcPct val="0"/>
        </a:spcBef>
        <a:spcAft>
          <a:spcPct val="0"/>
        </a:spcAft>
        <a:defRPr sz="3200">
          <a:solidFill>
            <a:schemeClr val="hlink"/>
          </a:solidFill>
          <a:latin typeface="Arial" charset="0"/>
        </a:defRPr>
      </a:lvl7pPr>
      <a:lvl8pPr marL="1331303" algn="l" defTabSz="1012352" rtl="0" fontAlgn="base">
        <a:spcBef>
          <a:spcPct val="0"/>
        </a:spcBef>
        <a:spcAft>
          <a:spcPct val="0"/>
        </a:spcAft>
        <a:defRPr sz="3200">
          <a:solidFill>
            <a:schemeClr val="hlink"/>
          </a:solidFill>
          <a:latin typeface="Arial" charset="0"/>
        </a:defRPr>
      </a:lvl8pPr>
      <a:lvl9pPr marL="1775063" algn="l" defTabSz="1012352" rtl="0" fontAlgn="base">
        <a:spcBef>
          <a:spcPct val="0"/>
        </a:spcBef>
        <a:spcAft>
          <a:spcPct val="0"/>
        </a:spcAft>
        <a:defRPr sz="3200">
          <a:solidFill>
            <a:schemeClr val="hlink"/>
          </a:solidFill>
          <a:latin typeface="Arial" charset="0"/>
        </a:defRPr>
      </a:lvl9pPr>
    </p:titleStyle>
    <p:bodyStyle>
      <a:lvl1pPr marL="332825" indent="-332825" algn="l" defTabSz="1012352" rtl="0" eaLnBrk="0" fontAlgn="base" hangingPunct="0">
        <a:spcBef>
          <a:spcPct val="40000"/>
        </a:spcBef>
        <a:spcAft>
          <a:spcPct val="20000"/>
        </a:spcAft>
        <a:buClr>
          <a:srgbClr val="005C87"/>
        </a:buClr>
        <a:defRPr sz="1600" b="1">
          <a:solidFill>
            <a:srgbClr val="005C87"/>
          </a:solidFill>
          <a:latin typeface="+mn-lt"/>
          <a:ea typeface="+mn-ea"/>
          <a:cs typeface="+mn-cs"/>
        </a:defRPr>
      </a:lvl1pPr>
      <a:lvl2pPr marL="295846" indent="-294301" algn="l" defTabSz="1012352" rtl="0" eaLnBrk="0" fontAlgn="base" hangingPunct="0">
        <a:spcBef>
          <a:spcPct val="30000"/>
        </a:spcBef>
        <a:spcAft>
          <a:spcPct val="20000"/>
        </a:spcAft>
        <a:buClr>
          <a:schemeClr val="accent1"/>
        </a:buClr>
        <a:buSzPct val="110000"/>
        <a:buFont typeface="Wingdings" pitchFamily="2" charset="2"/>
        <a:buChar char="§"/>
        <a:defRPr sz="1400">
          <a:solidFill>
            <a:schemeClr val="tx1"/>
          </a:solidFill>
          <a:latin typeface="+mn-lt"/>
        </a:defRPr>
      </a:lvl2pPr>
      <a:lvl3pPr marL="590149" indent="-292765" algn="l" defTabSz="1012352" rtl="0" eaLnBrk="0" fontAlgn="base" hangingPunct="0">
        <a:spcBef>
          <a:spcPct val="20000"/>
        </a:spcBef>
        <a:spcAft>
          <a:spcPct val="20000"/>
        </a:spcAft>
        <a:buClr>
          <a:schemeClr val="accent1"/>
        </a:buClr>
        <a:buSzPct val="90000"/>
        <a:buFont typeface="Wingdings" pitchFamily="2" charset="2"/>
        <a:buChar char="§"/>
        <a:defRPr sz="1400">
          <a:solidFill>
            <a:schemeClr val="tx1"/>
          </a:solidFill>
          <a:latin typeface="+mn-lt"/>
        </a:defRPr>
      </a:lvl3pPr>
      <a:lvl4pPr marL="885984" indent="-294301" algn="l" defTabSz="1012352" rtl="0" eaLnBrk="0" fontAlgn="base" hangingPunct="0">
        <a:spcBef>
          <a:spcPct val="20000"/>
        </a:spcBef>
        <a:spcAft>
          <a:spcPct val="30000"/>
        </a:spcAft>
        <a:buClr>
          <a:schemeClr val="accent1"/>
        </a:buClr>
        <a:buSzPct val="80000"/>
        <a:buFont typeface="Wingdings" pitchFamily="2" charset="2"/>
        <a:buChar char="§"/>
        <a:defRPr sz="1400">
          <a:solidFill>
            <a:schemeClr val="tx1"/>
          </a:solidFill>
          <a:latin typeface="+mn-lt"/>
        </a:defRPr>
      </a:lvl4pPr>
      <a:lvl5pPr marL="2275837" indent="-251167" algn="l" defTabSz="1012352" rtl="0" eaLnBrk="0" fontAlgn="base" hangingPunct="0">
        <a:spcBef>
          <a:spcPct val="20000"/>
        </a:spcBef>
        <a:spcAft>
          <a:spcPct val="0"/>
        </a:spcAft>
        <a:buChar char="»"/>
        <a:defRPr sz="2700">
          <a:solidFill>
            <a:schemeClr val="tx1"/>
          </a:solidFill>
          <a:latin typeface="+mn-lt"/>
        </a:defRPr>
      </a:lvl5pPr>
      <a:lvl6pPr marL="2721151" indent="-252708" algn="l" defTabSz="1012352" rtl="0" fontAlgn="base">
        <a:spcBef>
          <a:spcPct val="20000"/>
        </a:spcBef>
        <a:spcAft>
          <a:spcPct val="0"/>
        </a:spcAft>
        <a:buChar char="»"/>
        <a:defRPr sz="2700">
          <a:solidFill>
            <a:schemeClr val="tx1"/>
          </a:solidFill>
          <a:latin typeface="+mn-lt"/>
        </a:defRPr>
      </a:lvl6pPr>
      <a:lvl7pPr marL="3164915" indent="-252708" algn="l" defTabSz="1012352" rtl="0" fontAlgn="base">
        <a:spcBef>
          <a:spcPct val="20000"/>
        </a:spcBef>
        <a:spcAft>
          <a:spcPct val="0"/>
        </a:spcAft>
        <a:buChar char="»"/>
        <a:defRPr sz="2700">
          <a:solidFill>
            <a:schemeClr val="tx1"/>
          </a:solidFill>
          <a:latin typeface="+mn-lt"/>
        </a:defRPr>
      </a:lvl7pPr>
      <a:lvl8pPr marL="3608684" indent="-252708" algn="l" defTabSz="1012352" rtl="0" fontAlgn="base">
        <a:spcBef>
          <a:spcPct val="20000"/>
        </a:spcBef>
        <a:spcAft>
          <a:spcPct val="0"/>
        </a:spcAft>
        <a:buChar char="»"/>
        <a:defRPr sz="2700">
          <a:solidFill>
            <a:schemeClr val="tx1"/>
          </a:solidFill>
          <a:latin typeface="+mn-lt"/>
        </a:defRPr>
      </a:lvl8pPr>
      <a:lvl9pPr marL="4052455" indent="-252708" algn="l" defTabSz="1012352" rtl="0" fontAlgn="base">
        <a:spcBef>
          <a:spcPct val="20000"/>
        </a:spcBef>
        <a:spcAft>
          <a:spcPct val="0"/>
        </a:spcAft>
        <a:buChar char="»"/>
        <a:defRPr sz="2700">
          <a:solidFill>
            <a:schemeClr val="tx1"/>
          </a:solidFill>
          <a:latin typeface="+mn-lt"/>
        </a:defRPr>
      </a:lvl9pPr>
    </p:bodyStyle>
    <p:otherStyle>
      <a:defPPr>
        <a:defRPr lang="en-US"/>
      </a:defPPr>
      <a:lvl1pPr marL="0" algn="l" defTabSz="887522" rtl="0" eaLnBrk="1" latinLnBrk="0" hangingPunct="1">
        <a:defRPr sz="1800" kern="1200">
          <a:solidFill>
            <a:schemeClr val="tx1"/>
          </a:solidFill>
          <a:latin typeface="+mn-lt"/>
          <a:ea typeface="+mn-ea"/>
          <a:cs typeface="+mn-cs"/>
        </a:defRPr>
      </a:lvl1pPr>
      <a:lvl2pPr marL="443732" algn="l" defTabSz="887522" rtl="0" eaLnBrk="1" latinLnBrk="0" hangingPunct="1">
        <a:defRPr sz="1800" kern="1200">
          <a:solidFill>
            <a:schemeClr val="tx1"/>
          </a:solidFill>
          <a:latin typeface="+mn-lt"/>
          <a:ea typeface="+mn-ea"/>
          <a:cs typeface="+mn-cs"/>
        </a:defRPr>
      </a:lvl2pPr>
      <a:lvl3pPr marL="887522" algn="l" defTabSz="887522" rtl="0" eaLnBrk="1" latinLnBrk="0" hangingPunct="1">
        <a:defRPr sz="1800" kern="1200">
          <a:solidFill>
            <a:schemeClr val="tx1"/>
          </a:solidFill>
          <a:latin typeface="+mn-lt"/>
          <a:ea typeface="+mn-ea"/>
          <a:cs typeface="+mn-cs"/>
        </a:defRPr>
      </a:lvl3pPr>
      <a:lvl4pPr marL="1331303" algn="l" defTabSz="887522" rtl="0" eaLnBrk="1" latinLnBrk="0" hangingPunct="1">
        <a:defRPr sz="1800" kern="1200">
          <a:solidFill>
            <a:schemeClr val="tx1"/>
          </a:solidFill>
          <a:latin typeface="+mn-lt"/>
          <a:ea typeface="+mn-ea"/>
          <a:cs typeface="+mn-cs"/>
        </a:defRPr>
      </a:lvl4pPr>
      <a:lvl5pPr marL="1775063" algn="l" defTabSz="887522" rtl="0" eaLnBrk="1" latinLnBrk="0" hangingPunct="1">
        <a:defRPr sz="1800" kern="1200">
          <a:solidFill>
            <a:schemeClr val="tx1"/>
          </a:solidFill>
          <a:latin typeface="+mn-lt"/>
          <a:ea typeface="+mn-ea"/>
          <a:cs typeface="+mn-cs"/>
        </a:defRPr>
      </a:lvl5pPr>
      <a:lvl6pPr marL="2218836" algn="l" defTabSz="887522" rtl="0" eaLnBrk="1" latinLnBrk="0" hangingPunct="1">
        <a:defRPr sz="1800" kern="1200">
          <a:solidFill>
            <a:schemeClr val="tx1"/>
          </a:solidFill>
          <a:latin typeface="+mn-lt"/>
          <a:ea typeface="+mn-ea"/>
          <a:cs typeface="+mn-cs"/>
        </a:defRPr>
      </a:lvl6pPr>
      <a:lvl7pPr marL="2662607" algn="l" defTabSz="887522" rtl="0" eaLnBrk="1" latinLnBrk="0" hangingPunct="1">
        <a:defRPr sz="1800" kern="1200">
          <a:solidFill>
            <a:schemeClr val="tx1"/>
          </a:solidFill>
          <a:latin typeface="+mn-lt"/>
          <a:ea typeface="+mn-ea"/>
          <a:cs typeface="+mn-cs"/>
        </a:defRPr>
      </a:lvl7pPr>
      <a:lvl8pPr marL="3106363" algn="l" defTabSz="887522" rtl="0" eaLnBrk="1" latinLnBrk="0" hangingPunct="1">
        <a:defRPr sz="1800" kern="1200">
          <a:solidFill>
            <a:schemeClr val="tx1"/>
          </a:solidFill>
          <a:latin typeface="+mn-lt"/>
          <a:ea typeface="+mn-ea"/>
          <a:cs typeface="+mn-cs"/>
        </a:defRPr>
      </a:lvl8pPr>
      <a:lvl9pPr marL="3550134" algn="l" defTabSz="887522"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8"/>
          <p:cNvSpPr>
            <a:spLocks noGrp="1" noChangeArrowheads="1"/>
          </p:cNvSpPr>
          <p:nvPr>
            <p:ph type="body" idx="1"/>
          </p:nvPr>
        </p:nvSpPr>
        <p:spPr bwMode="auto">
          <a:xfrm>
            <a:off x="446088" y="1512888"/>
            <a:ext cx="9796462" cy="527685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22611" name="Text Box 19"/>
          <p:cNvSpPr txBox="1">
            <a:spLocks noChangeArrowheads="1"/>
          </p:cNvSpPr>
          <p:nvPr/>
        </p:nvSpPr>
        <p:spPr bwMode="auto">
          <a:xfrm>
            <a:off x="412751" y="671513"/>
            <a:ext cx="9867900" cy="515937"/>
          </a:xfrm>
          <a:prstGeom prst="rect">
            <a:avLst/>
          </a:prstGeom>
          <a:noFill/>
          <a:ln w="9525">
            <a:noFill/>
            <a:miter lim="800000"/>
            <a:headEnd/>
            <a:tailEnd/>
          </a:ln>
          <a:effectLst/>
        </p:spPr>
        <p:txBody>
          <a:bodyPr lIns="100837" tIns="50433" rIns="100837" bIns="50433">
            <a:spAutoFit/>
          </a:bodyPr>
          <a:lstStyle/>
          <a:p>
            <a:pPr defTabSz="1008256">
              <a:spcBef>
                <a:spcPct val="50000"/>
              </a:spcBef>
              <a:defRPr/>
            </a:pPr>
            <a:endParaRPr lang="en-GB" sz="2700" b="1" baseline="0" dirty="0">
              <a:latin typeface="Arial"/>
            </a:endParaRPr>
          </a:p>
        </p:txBody>
      </p:sp>
      <p:sp>
        <p:nvSpPr>
          <p:cNvPr id="1028" name="Rectangle 20"/>
          <p:cNvSpPr>
            <a:spLocks noGrp="1" noChangeArrowheads="1"/>
          </p:cNvSpPr>
          <p:nvPr>
            <p:ph type="title"/>
          </p:nvPr>
        </p:nvSpPr>
        <p:spPr bwMode="auto">
          <a:xfrm>
            <a:off x="412751" y="368300"/>
            <a:ext cx="9867900" cy="587375"/>
          </a:xfrm>
          <a:prstGeom prst="rect">
            <a:avLst/>
          </a:prstGeom>
          <a:noFill/>
          <a:ln w="9525">
            <a:noFill/>
            <a:miter lim="800000"/>
            <a:headEnd/>
            <a:tailEnd/>
          </a:ln>
        </p:spPr>
        <p:txBody>
          <a:bodyPr vert="horz" wrap="square" lIns="0" tIns="50433" rIns="100837" bIns="50433" numCol="1" anchor="ctr" anchorCtr="0" compatLnSpc="1">
            <a:prstTxWarp prst="textNoShape">
              <a:avLst/>
            </a:prstTxWarp>
          </a:bodyPr>
          <a:lstStyle/>
          <a:p>
            <a:pPr lvl="0"/>
            <a:r>
              <a:rPr lang="en-US" smtClean="0"/>
              <a:t>Click to edit Master title style</a:t>
            </a:r>
          </a:p>
        </p:txBody>
      </p:sp>
      <p:pic>
        <p:nvPicPr>
          <p:cNvPr id="1029" name="Picture 26" descr="Visual Identitiy Band"/>
          <p:cNvPicPr preferRelativeResize="0">
            <a:picLocks noChangeArrowheads="1"/>
          </p:cNvPicPr>
          <p:nvPr/>
        </p:nvPicPr>
        <p:blipFill>
          <a:blip r:embed="rId17" cstate="print"/>
          <a:srcRect/>
          <a:stretch>
            <a:fillRect/>
          </a:stretch>
        </p:blipFill>
        <p:spPr bwMode="auto">
          <a:xfrm>
            <a:off x="224" y="1092411"/>
            <a:ext cx="10702925" cy="53975"/>
          </a:xfrm>
          <a:prstGeom prst="rect">
            <a:avLst/>
          </a:prstGeom>
          <a:noFill/>
          <a:ln w="9525">
            <a:noFill/>
            <a:miter lim="800000"/>
            <a:headEnd/>
            <a:tailEnd/>
          </a:ln>
        </p:spPr>
      </p:pic>
      <p:pic>
        <p:nvPicPr>
          <p:cNvPr id="1030" name="Picture 2"/>
          <p:cNvPicPr>
            <a:picLocks noChangeAspect="1" noChangeArrowheads="1"/>
          </p:cNvPicPr>
          <p:nvPr/>
        </p:nvPicPr>
        <p:blipFill>
          <a:blip r:embed="rId18" cstate="print"/>
          <a:srcRect/>
          <a:stretch>
            <a:fillRect/>
          </a:stretch>
        </p:blipFill>
        <p:spPr bwMode="gray">
          <a:xfrm>
            <a:off x="450850" y="7021725"/>
            <a:ext cx="952500" cy="363537"/>
          </a:xfrm>
          <a:prstGeom prst="rect">
            <a:avLst/>
          </a:prstGeom>
          <a:noFill/>
          <a:ln w="9525">
            <a:noFill/>
            <a:miter lim="800000"/>
            <a:headEnd/>
            <a:tailEnd/>
          </a:ln>
        </p:spPr>
      </p:pic>
      <p:sp>
        <p:nvSpPr>
          <p:cNvPr id="12" name="Footer Placeholder 11"/>
          <p:cNvSpPr>
            <a:spLocks noGrp="1"/>
          </p:cNvSpPr>
          <p:nvPr>
            <p:ph type="ftr" sz="quarter" idx="3"/>
          </p:nvPr>
        </p:nvSpPr>
        <p:spPr>
          <a:xfrm>
            <a:off x="2038350" y="7096125"/>
            <a:ext cx="8047038" cy="146050"/>
          </a:xfrm>
          <a:prstGeom prst="rect">
            <a:avLst/>
          </a:prstGeom>
        </p:spPr>
        <p:txBody>
          <a:bodyPr vert="horz" lIns="0" tIns="0" rIns="0" bIns="0" rtlCol="0" anchor="ctr"/>
          <a:lstStyle>
            <a:lvl1pPr algn="r" defTabSz="1034256">
              <a:spcBef>
                <a:spcPct val="40000"/>
              </a:spcBef>
              <a:spcAft>
                <a:spcPct val="40000"/>
              </a:spcAft>
              <a:defRPr sz="900">
                <a:solidFill>
                  <a:srgbClr val="6C6C6C"/>
                </a:solidFill>
                <a:cs typeface="+mn-cs"/>
              </a:defRPr>
            </a:lvl1pPr>
          </a:lstStyle>
          <a:p>
            <a:pPr>
              <a:defRPr/>
            </a:pPr>
            <a:endParaRPr lang="en-GB" b="1" baseline="0" dirty="0">
              <a:latin typeface="Arial"/>
            </a:endParaRPr>
          </a:p>
        </p:txBody>
      </p:sp>
      <p:sp>
        <p:nvSpPr>
          <p:cNvPr id="13" name="Slide Number Placeholder 12"/>
          <p:cNvSpPr>
            <a:spLocks noGrp="1"/>
          </p:cNvSpPr>
          <p:nvPr>
            <p:ph type="sldNum" sz="quarter" idx="4"/>
          </p:nvPr>
        </p:nvSpPr>
        <p:spPr>
          <a:xfrm>
            <a:off x="10085612" y="7096125"/>
            <a:ext cx="155575" cy="146050"/>
          </a:xfrm>
          <a:prstGeom prst="rect">
            <a:avLst/>
          </a:prstGeom>
        </p:spPr>
        <p:txBody>
          <a:bodyPr vert="horz" lIns="0" tIns="0" rIns="0" bIns="0" rtlCol="0" anchor="ctr"/>
          <a:lstStyle>
            <a:lvl1pPr algn="r" defTabSz="1034256">
              <a:spcBef>
                <a:spcPct val="40000"/>
              </a:spcBef>
              <a:spcAft>
                <a:spcPct val="40000"/>
              </a:spcAft>
              <a:defRPr sz="900">
                <a:solidFill>
                  <a:srgbClr val="6C6C6C"/>
                </a:solidFill>
                <a:cs typeface="+mn-cs"/>
              </a:defRPr>
            </a:lvl1pPr>
          </a:lstStyle>
          <a:p>
            <a:pPr>
              <a:defRPr/>
            </a:pPr>
            <a:fld id="{88608D92-F1F6-42FD-B321-E84A15844632}" type="slidenum">
              <a:rPr lang="en-GB" b="1" baseline="0" smtClean="0">
                <a:latin typeface="Arial"/>
              </a:rPr>
              <a:pPr>
                <a:defRPr/>
              </a:pPr>
              <a:t>‹#›</a:t>
            </a:fld>
            <a:endParaRPr lang="en-GB" b="1" baseline="0" dirty="0">
              <a:latin typeface="Arial"/>
            </a:endParaRPr>
          </a:p>
        </p:txBody>
      </p:sp>
    </p:spTree>
  </p:cSld>
  <p:clrMap bg1="lt1" tx1="dk1" bg2="lt2" tx2="dk2" accent1="accent1" accent2="accent2" accent3="accent3" accent4="accent4" accent5="accent5" accent6="accent6" hlink="hlink" folHlink="folHlink"/>
  <p:sldLayoutIdLst>
    <p:sldLayoutId id="2147483985"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 id="2147483994" r:id="rId10"/>
    <p:sldLayoutId id="2147483995" r:id="rId11"/>
    <p:sldLayoutId id="2147483996" r:id="rId12"/>
    <p:sldLayoutId id="2147483997" r:id="rId13"/>
    <p:sldLayoutId id="2147483998" r:id="rId14"/>
    <p:sldLayoutId id="2147483999" r:id="rId15"/>
  </p:sldLayoutIdLst>
  <p:hf sldNum="0" hdr="0" ftr="0" dt="0"/>
  <p:txStyles>
    <p:titleStyle>
      <a:lvl1pPr algn="l" defTabSz="1008256" rtl="0" eaLnBrk="0" fontAlgn="base" hangingPunct="0">
        <a:spcBef>
          <a:spcPct val="0"/>
        </a:spcBef>
        <a:spcAft>
          <a:spcPct val="0"/>
        </a:spcAft>
        <a:defRPr sz="2600">
          <a:solidFill>
            <a:schemeClr val="hlink"/>
          </a:solidFill>
          <a:latin typeface="+mj-lt"/>
          <a:ea typeface="+mj-ea"/>
          <a:cs typeface="+mj-cs"/>
        </a:defRPr>
      </a:lvl1pPr>
      <a:lvl2pPr algn="l" defTabSz="1008256" rtl="0" eaLnBrk="0" fontAlgn="base" hangingPunct="0">
        <a:spcBef>
          <a:spcPct val="0"/>
        </a:spcBef>
        <a:spcAft>
          <a:spcPct val="0"/>
        </a:spcAft>
        <a:defRPr sz="2600">
          <a:solidFill>
            <a:schemeClr val="hlink"/>
          </a:solidFill>
          <a:latin typeface="Arial" charset="0"/>
        </a:defRPr>
      </a:lvl2pPr>
      <a:lvl3pPr algn="l" defTabSz="1008256" rtl="0" eaLnBrk="0" fontAlgn="base" hangingPunct="0">
        <a:spcBef>
          <a:spcPct val="0"/>
        </a:spcBef>
        <a:spcAft>
          <a:spcPct val="0"/>
        </a:spcAft>
        <a:defRPr sz="2600">
          <a:solidFill>
            <a:schemeClr val="hlink"/>
          </a:solidFill>
          <a:latin typeface="Arial" charset="0"/>
        </a:defRPr>
      </a:lvl3pPr>
      <a:lvl4pPr algn="l" defTabSz="1008256" rtl="0" eaLnBrk="0" fontAlgn="base" hangingPunct="0">
        <a:spcBef>
          <a:spcPct val="0"/>
        </a:spcBef>
        <a:spcAft>
          <a:spcPct val="0"/>
        </a:spcAft>
        <a:defRPr sz="2600">
          <a:solidFill>
            <a:schemeClr val="hlink"/>
          </a:solidFill>
          <a:latin typeface="Arial" charset="0"/>
        </a:defRPr>
      </a:lvl4pPr>
      <a:lvl5pPr algn="l" defTabSz="1008256" rtl="0" eaLnBrk="0" fontAlgn="base" hangingPunct="0">
        <a:spcBef>
          <a:spcPct val="0"/>
        </a:spcBef>
        <a:spcAft>
          <a:spcPct val="0"/>
        </a:spcAft>
        <a:defRPr sz="2600">
          <a:solidFill>
            <a:schemeClr val="hlink"/>
          </a:solidFill>
          <a:latin typeface="Arial" charset="0"/>
        </a:defRPr>
      </a:lvl5pPr>
      <a:lvl6pPr marL="441931" algn="l" defTabSz="1008256" rtl="0" fontAlgn="base">
        <a:spcBef>
          <a:spcPct val="0"/>
        </a:spcBef>
        <a:spcAft>
          <a:spcPct val="0"/>
        </a:spcAft>
        <a:defRPr sz="2600">
          <a:solidFill>
            <a:schemeClr val="hlink"/>
          </a:solidFill>
          <a:latin typeface="Arial" charset="0"/>
        </a:defRPr>
      </a:lvl6pPr>
      <a:lvl7pPr marL="883926" algn="l" defTabSz="1008256" rtl="0" fontAlgn="base">
        <a:spcBef>
          <a:spcPct val="0"/>
        </a:spcBef>
        <a:spcAft>
          <a:spcPct val="0"/>
        </a:spcAft>
        <a:defRPr sz="2600">
          <a:solidFill>
            <a:schemeClr val="hlink"/>
          </a:solidFill>
          <a:latin typeface="Arial" charset="0"/>
        </a:defRPr>
      </a:lvl7pPr>
      <a:lvl8pPr marL="1325899" algn="l" defTabSz="1008256" rtl="0" fontAlgn="base">
        <a:spcBef>
          <a:spcPct val="0"/>
        </a:spcBef>
        <a:spcAft>
          <a:spcPct val="0"/>
        </a:spcAft>
        <a:defRPr sz="2600">
          <a:solidFill>
            <a:schemeClr val="hlink"/>
          </a:solidFill>
          <a:latin typeface="Arial" charset="0"/>
        </a:defRPr>
      </a:lvl8pPr>
      <a:lvl9pPr marL="1767872" algn="l" defTabSz="1008256" rtl="0" fontAlgn="base">
        <a:spcBef>
          <a:spcPct val="0"/>
        </a:spcBef>
        <a:spcAft>
          <a:spcPct val="0"/>
        </a:spcAft>
        <a:defRPr sz="2600">
          <a:solidFill>
            <a:schemeClr val="hlink"/>
          </a:solidFill>
          <a:latin typeface="Arial" charset="0"/>
        </a:defRPr>
      </a:lvl9pPr>
    </p:titleStyle>
    <p:bodyStyle>
      <a:lvl1pPr marL="331477" indent="-331477" algn="l" defTabSz="1008256" rtl="0" eaLnBrk="0" fontAlgn="base" hangingPunct="0">
        <a:spcBef>
          <a:spcPct val="40000"/>
        </a:spcBef>
        <a:spcAft>
          <a:spcPct val="20000"/>
        </a:spcAft>
        <a:buClr>
          <a:srgbClr val="005C87"/>
        </a:buClr>
        <a:defRPr sz="1600" b="1">
          <a:solidFill>
            <a:srgbClr val="005C87"/>
          </a:solidFill>
          <a:latin typeface="+mn-lt"/>
          <a:ea typeface="+mn-ea"/>
          <a:cs typeface="+mn-cs"/>
        </a:defRPr>
      </a:lvl1pPr>
      <a:lvl2pPr marL="294644" indent="-293110" algn="l" defTabSz="1008256" rtl="0" eaLnBrk="0" fontAlgn="base" hangingPunct="0">
        <a:spcBef>
          <a:spcPct val="30000"/>
        </a:spcBef>
        <a:spcAft>
          <a:spcPct val="20000"/>
        </a:spcAft>
        <a:buClr>
          <a:srgbClr val="00984A"/>
        </a:buClr>
        <a:buSzPct val="120000"/>
        <a:buFont typeface="Wingdings" pitchFamily="2" charset="2"/>
        <a:buChar char="§"/>
        <a:defRPr sz="1400">
          <a:solidFill>
            <a:schemeClr val="tx1"/>
          </a:solidFill>
          <a:latin typeface="+mn-lt"/>
        </a:defRPr>
      </a:lvl2pPr>
      <a:lvl3pPr marL="587757" indent="-291585" algn="l" defTabSz="1008256" rtl="0" eaLnBrk="0" fontAlgn="base" hangingPunct="0">
        <a:spcBef>
          <a:spcPct val="20000"/>
        </a:spcBef>
        <a:spcAft>
          <a:spcPct val="20000"/>
        </a:spcAft>
        <a:buClr>
          <a:srgbClr val="00984A"/>
        </a:buClr>
        <a:buFont typeface="Wingdings" pitchFamily="2" charset="2"/>
        <a:buChar char="§"/>
        <a:defRPr sz="1400">
          <a:solidFill>
            <a:schemeClr val="tx1"/>
          </a:solidFill>
          <a:latin typeface="+mn-lt"/>
        </a:defRPr>
      </a:lvl3pPr>
      <a:lvl4pPr marL="882396" indent="-293110" algn="l" defTabSz="1008256" rtl="0" eaLnBrk="0" fontAlgn="base" hangingPunct="0">
        <a:spcBef>
          <a:spcPct val="20000"/>
        </a:spcBef>
        <a:spcAft>
          <a:spcPct val="30000"/>
        </a:spcAft>
        <a:buClr>
          <a:srgbClr val="00984A"/>
        </a:buClr>
        <a:buSzPct val="90000"/>
        <a:buFont typeface="Wingdings" pitchFamily="2" charset="2"/>
        <a:buChar char="§"/>
        <a:defRPr sz="1400">
          <a:solidFill>
            <a:schemeClr val="tx1"/>
          </a:solidFill>
          <a:latin typeface="+mn-lt"/>
        </a:defRPr>
      </a:lvl4pPr>
      <a:lvl5pPr marL="2268163" indent="-251685" algn="l" defTabSz="1008256" rtl="0" eaLnBrk="0" fontAlgn="base" hangingPunct="0">
        <a:spcBef>
          <a:spcPct val="20000"/>
        </a:spcBef>
        <a:spcAft>
          <a:spcPct val="0"/>
        </a:spcAft>
        <a:buChar char="»"/>
        <a:defRPr sz="2700">
          <a:solidFill>
            <a:schemeClr val="tx1"/>
          </a:solidFill>
          <a:latin typeface="+mn-lt"/>
        </a:defRPr>
      </a:lvl5pPr>
      <a:lvl6pPr marL="2710132" indent="-251685" algn="l" defTabSz="1008256" rtl="0" fontAlgn="base">
        <a:spcBef>
          <a:spcPct val="20000"/>
        </a:spcBef>
        <a:spcAft>
          <a:spcPct val="0"/>
        </a:spcAft>
        <a:buChar char="»"/>
        <a:defRPr sz="2700">
          <a:solidFill>
            <a:schemeClr val="tx1"/>
          </a:solidFill>
          <a:latin typeface="+mn-lt"/>
        </a:defRPr>
      </a:lvl6pPr>
      <a:lvl7pPr marL="3152097" indent="-251685" algn="l" defTabSz="1008256" rtl="0" fontAlgn="base">
        <a:spcBef>
          <a:spcPct val="20000"/>
        </a:spcBef>
        <a:spcAft>
          <a:spcPct val="0"/>
        </a:spcAft>
        <a:buChar char="»"/>
        <a:defRPr sz="2700">
          <a:solidFill>
            <a:schemeClr val="tx1"/>
          </a:solidFill>
          <a:latin typeface="+mn-lt"/>
        </a:defRPr>
      </a:lvl7pPr>
      <a:lvl8pPr marL="3594070" indent="-251685" algn="l" defTabSz="1008256" rtl="0" fontAlgn="base">
        <a:spcBef>
          <a:spcPct val="20000"/>
        </a:spcBef>
        <a:spcAft>
          <a:spcPct val="0"/>
        </a:spcAft>
        <a:buChar char="»"/>
        <a:defRPr sz="2700">
          <a:solidFill>
            <a:schemeClr val="tx1"/>
          </a:solidFill>
          <a:latin typeface="+mn-lt"/>
        </a:defRPr>
      </a:lvl8pPr>
      <a:lvl9pPr marL="4036041" indent="-251685" algn="l" defTabSz="1008256" rtl="0" fontAlgn="base">
        <a:spcBef>
          <a:spcPct val="20000"/>
        </a:spcBef>
        <a:spcAft>
          <a:spcPct val="0"/>
        </a:spcAft>
        <a:buChar char="»"/>
        <a:defRPr sz="2700">
          <a:solidFill>
            <a:schemeClr val="tx1"/>
          </a:solidFill>
          <a:latin typeface="+mn-lt"/>
        </a:defRPr>
      </a:lvl9pPr>
    </p:bodyStyle>
    <p:otherStyle>
      <a:defPPr>
        <a:defRPr lang="en-US"/>
      </a:defPPr>
      <a:lvl1pPr marL="0" algn="l" defTabSz="883926" rtl="0" eaLnBrk="1" latinLnBrk="0" hangingPunct="1">
        <a:defRPr sz="1800" kern="1200">
          <a:solidFill>
            <a:schemeClr val="tx1"/>
          </a:solidFill>
          <a:latin typeface="+mn-lt"/>
          <a:ea typeface="+mn-ea"/>
          <a:cs typeface="+mn-cs"/>
        </a:defRPr>
      </a:lvl1pPr>
      <a:lvl2pPr marL="441931" algn="l" defTabSz="883926" rtl="0" eaLnBrk="1" latinLnBrk="0" hangingPunct="1">
        <a:defRPr sz="1800" kern="1200">
          <a:solidFill>
            <a:schemeClr val="tx1"/>
          </a:solidFill>
          <a:latin typeface="+mn-lt"/>
          <a:ea typeface="+mn-ea"/>
          <a:cs typeface="+mn-cs"/>
        </a:defRPr>
      </a:lvl2pPr>
      <a:lvl3pPr marL="883926" algn="l" defTabSz="883926" rtl="0" eaLnBrk="1" latinLnBrk="0" hangingPunct="1">
        <a:defRPr sz="1800" kern="1200">
          <a:solidFill>
            <a:schemeClr val="tx1"/>
          </a:solidFill>
          <a:latin typeface="+mn-lt"/>
          <a:ea typeface="+mn-ea"/>
          <a:cs typeface="+mn-cs"/>
        </a:defRPr>
      </a:lvl3pPr>
      <a:lvl4pPr marL="1325899" algn="l" defTabSz="883926" rtl="0" eaLnBrk="1" latinLnBrk="0" hangingPunct="1">
        <a:defRPr sz="1800" kern="1200">
          <a:solidFill>
            <a:schemeClr val="tx1"/>
          </a:solidFill>
          <a:latin typeface="+mn-lt"/>
          <a:ea typeface="+mn-ea"/>
          <a:cs typeface="+mn-cs"/>
        </a:defRPr>
      </a:lvl4pPr>
      <a:lvl5pPr marL="1767872" algn="l" defTabSz="883926" rtl="0" eaLnBrk="1" latinLnBrk="0" hangingPunct="1">
        <a:defRPr sz="1800" kern="1200">
          <a:solidFill>
            <a:schemeClr val="tx1"/>
          </a:solidFill>
          <a:latin typeface="+mn-lt"/>
          <a:ea typeface="+mn-ea"/>
          <a:cs typeface="+mn-cs"/>
        </a:defRPr>
      </a:lvl5pPr>
      <a:lvl6pPr marL="2209850" algn="l" defTabSz="883926" rtl="0" eaLnBrk="1" latinLnBrk="0" hangingPunct="1">
        <a:defRPr sz="1800" kern="1200">
          <a:solidFill>
            <a:schemeClr val="tx1"/>
          </a:solidFill>
          <a:latin typeface="+mn-lt"/>
          <a:ea typeface="+mn-ea"/>
          <a:cs typeface="+mn-cs"/>
        </a:defRPr>
      </a:lvl6pPr>
      <a:lvl7pPr marL="2651815" algn="l" defTabSz="883926" rtl="0" eaLnBrk="1" latinLnBrk="0" hangingPunct="1">
        <a:defRPr sz="1800" kern="1200">
          <a:solidFill>
            <a:schemeClr val="tx1"/>
          </a:solidFill>
          <a:latin typeface="+mn-lt"/>
          <a:ea typeface="+mn-ea"/>
          <a:cs typeface="+mn-cs"/>
        </a:defRPr>
      </a:lvl7pPr>
      <a:lvl8pPr marL="3093780" algn="l" defTabSz="883926" rtl="0" eaLnBrk="1" latinLnBrk="0" hangingPunct="1">
        <a:defRPr sz="1800" kern="1200">
          <a:solidFill>
            <a:schemeClr val="tx1"/>
          </a:solidFill>
          <a:latin typeface="+mn-lt"/>
          <a:ea typeface="+mn-ea"/>
          <a:cs typeface="+mn-cs"/>
        </a:defRPr>
      </a:lvl8pPr>
      <a:lvl9pPr marL="3535756" algn="l" defTabSz="883926"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2598" name="Text Box 6"/>
          <p:cNvSpPr txBox="1">
            <a:spLocks noChangeArrowheads="1"/>
          </p:cNvSpPr>
          <p:nvPr/>
        </p:nvSpPr>
        <p:spPr bwMode="auto">
          <a:xfrm>
            <a:off x="10069574" y="7056438"/>
            <a:ext cx="357187" cy="298450"/>
          </a:xfrm>
          <a:prstGeom prst="rect">
            <a:avLst/>
          </a:prstGeom>
          <a:noFill/>
          <a:ln w="9525">
            <a:noFill/>
            <a:miter lim="800000"/>
            <a:headEnd/>
            <a:tailEnd/>
          </a:ln>
        </p:spPr>
        <p:txBody>
          <a:bodyPr lIns="0" tIns="0" rIns="0" bIns="0" anchor="ctr"/>
          <a:lstStyle/>
          <a:p>
            <a:pPr algn="ctr" defTabSz="1033279">
              <a:defRPr/>
            </a:pPr>
            <a:fld id="{45402CD3-5F4D-49AC-B19C-25FBCF96A1F1}" type="slidenum">
              <a:rPr lang="en-US" baseline="0">
                <a:solidFill>
                  <a:srgbClr val="6D6E71"/>
                </a:solidFill>
              </a:rPr>
              <a:pPr algn="ctr" defTabSz="1033279">
                <a:defRPr/>
              </a:pPr>
              <a:t>‹#›</a:t>
            </a:fld>
            <a:endParaRPr lang="en-US" baseline="0" dirty="0">
              <a:solidFill>
                <a:srgbClr val="6D6E71"/>
              </a:solidFill>
            </a:endParaRPr>
          </a:p>
        </p:txBody>
      </p:sp>
      <p:sp>
        <p:nvSpPr>
          <p:cNvPr id="1027" name="Rectangle 18"/>
          <p:cNvSpPr>
            <a:spLocks noGrp="1" noChangeArrowheads="1"/>
          </p:cNvSpPr>
          <p:nvPr>
            <p:ph type="body" idx="1"/>
          </p:nvPr>
        </p:nvSpPr>
        <p:spPr bwMode="auto">
          <a:xfrm>
            <a:off x="446088" y="1512888"/>
            <a:ext cx="9796462" cy="527685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22611" name="Text Box 19"/>
          <p:cNvSpPr txBox="1">
            <a:spLocks noChangeArrowheads="1"/>
          </p:cNvSpPr>
          <p:nvPr/>
        </p:nvSpPr>
        <p:spPr bwMode="auto">
          <a:xfrm>
            <a:off x="412751" y="671513"/>
            <a:ext cx="9867900" cy="515937"/>
          </a:xfrm>
          <a:prstGeom prst="rect">
            <a:avLst/>
          </a:prstGeom>
          <a:noFill/>
          <a:ln w="9525">
            <a:noFill/>
            <a:miter lim="800000"/>
            <a:headEnd/>
            <a:tailEnd/>
          </a:ln>
          <a:effectLst/>
        </p:spPr>
        <p:txBody>
          <a:bodyPr lIns="103338" tIns="51669" rIns="103338" bIns="51669">
            <a:spAutoFit/>
          </a:bodyPr>
          <a:lstStyle/>
          <a:p>
            <a:pPr defTabSz="1033279">
              <a:spcBef>
                <a:spcPct val="50000"/>
              </a:spcBef>
              <a:defRPr/>
            </a:pPr>
            <a:endParaRPr lang="en-GB" sz="2700" b="1" baseline="0" dirty="0"/>
          </a:p>
        </p:txBody>
      </p:sp>
      <p:sp>
        <p:nvSpPr>
          <p:cNvPr id="1029" name="Rectangle 20"/>
          <p:cNvSpPr>
            <a:spLocks noGrp="1" noChangeArrowheads="1"/>
          </p:cNvSpPr>
          <p:nvPr>
            <p:ph type="title"/>
          </p:nvPr>
        </p:nvSpPr>
        <p:spPr bwMode="auto">
          <a:xfrm>
            <a:off x="412751" y="368300"/>
            <a:ext cx="9867900" cy="587375"/>
          </a:xfrm>
          <a:prstGeom prst="rect">
            <a:avLst/>
          </a:prstGeom>
          <a:noFill/>
          <a:ln w="9525">
            <a:noFill/>
            <a:miter lim="800000"/>
            <a:headEnd/>
            <a:tailEnd/>
          </a:ln>
        </p:spPr>
        <p:txBody>
          <a:bodyPr vert="horz" wrap="square" lIns="0" tIns="51669" rIns="103338" bIns="51669" numCol="1" anchor="ctr" anchorCtr="0" compatLnSpc="1">
            <a:prstTxWarp prst="textNoShape">
              <a:avLst/>
            </a:prstTxWarp>
          </a:bodyPr>
          <a:lstStyle/>
          <a:p>
            <a:pPr lvl="0"/>
            <a:r>
              <a:rPr lang="en-US" smtClean="0"/>
              <a:t>Click to edit Master title style</a:t>
            </a:r>
          </a:p>
        </p:txBody>
      </p:sp>
      <p:sp>
        <p:nvSpPr>
          <p:cNvPr id="622617" name="Text Box 25"/>
          <p:cNvSpPr txBox="1">
            <a:spLocks noChangeArrowheads="1"/>
          </p:cNvSpPr>
          <p:nvPr/>
        </p:nvSpPr>
        <p:spPr bwMode="auto">
          <a:xfrm>
            <a:off x="6505579" y="7080250"/>
            <a:ext cx="3475038" cy="252413"/>
          </a:xfrm>
          <a:prstGeom prst="rect">
            <a:avLst/>
          </a:prstGeom>
          <a:noFill/>
          <a:ln w="9525">
            <a:noFill/>
            <a:miter lim="800000"/>
            <a:headEnd/>
            <a:tailEnd/>
          </a:ln>
          <a:effectLst/>
        </p:spPr>
        <p:txBody>
          <a:bodyPr lIns="0" tIns="0" rIns="122047" bIns="0" anchor="ctr"/>
          <a:lstStyle/>
          <a:p>
            <a:pPr marL="517427" indent="-517427" algn="r" defTabSz="1033279">
              <a:spcBef>
                <a:spcPct val="40000"/>
              </a:spcBef>
              <a:spcAft>
                <a:spcPct val="40000"/>
              </a:spcAft>
              <a:defRPr/>
            </a:pPr>
            <a:r>
              <a:rPr lang="en-GB" baseline="0" dirty="0" smtClean="0">
                <a:solidFill>
                  <a:srgbClr val="6D6E71"/>
                </a:solidFill>
              </a:rPr>
              <a:t>WB Performance Management </a:t>
            </a:r>
            <a:r>
              <a:rPr lang="en-GB" baseline="0" dirty="0">
                <a:solidFill>
                  <a:srgbClr val="6D6E71"/>
                </a:solidFill>
              </a:rPr>
              <a:t>- External Performance Analytics</a:t>
            </a:r>
          </a:p>
        </p:txBody>
      </p:sp>
      <p:pic>
        <p:nvPicPr>
          <p:cNvPr id="1031" name="Picture 26" descr="Visual Identitiy Band"/>
          <p:cNvPicPr preferRelativeResize="0">
            <a:picLocks noChangeAspect="1" noChangeArrowheads="1"/>
          </p:cNvPicPr>
          <p:nvPr/>
        </p:nvPicPr>
        <p:blipFill>
          <a:blip r:embed="rId14" cstate="print"/>
          <a:srcRect/>
          <a:stretch>
            <a:fillRect/>
          </a:stretch>
        </p:blipFill>
        <p:spPr bwMode="auto">
          <a:xfrm>
            <a:off x="61" y="1092258"/>
            <a:ext cx="10702925" cy="52387"/>
          </a:xfrm>
          <a:prstGeom prst="rect">
            <a:avLst/>
          </a:prstGeom>
          <a:noFill/>
          <a:ln w="9525">
            <a:noFill/>
            <a:miter lim="800000"/>
            <a:headEnd/>
            <a:tailEnd/>
          </a:ln>
        </p:spPr>
      </p:pic>
      <p:pic>
        <p:nvPicPr>
          <p:cNvPr id="1032" name="Picture 2"/>
          <p:cNvPicPr>
            <a:picLocks noChangeAspect="1" noChangeArrowheads="1"/>
          </p:cNvPicPr>
          <p:nvPr/>
        </p:nvPicPr>
        <p:blipFill>
          <a:blip r:embed="rId15" cstate="print"/>
          <a:srcRect/>
          <a:stretch>
            <a:fillRect/>
          </a:stretch>
        </p:blipFill>
        <p:spPr bwMode="gray">
          <a:xfrm>
            <a:off x="450850" y="7021572"/>
            <a:ext cx="952500" cy="363537"/>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001" r:id="rId1"/>
    <p:sldLayoutId id="2147484002" r:id="rId2"/>
    <p:sldLayoutId id="2147484003" r:id="rId3"/>
    <p:sldLayoutId id="2147484004" r:id="rId4"/>
    <p:sldLayoutId id="2147484005" r:id="rId5"/>
    <p:sldLayoutId id="2147484006" r:id="rId6"/>
    <p:sldLayoutId id="2147484007" r:id="rId7"/>
    <p:sldLayoutId id="2147484008" r:id="rId8"/>
    <p:sldLayoutId id="2147484009" r:id="rId9"/>
    <p:sldLayoutId id="2147484010" r:id="rId10"/>
    <p:sldLayoutId id="2147484011" r:id="rId11"/>
    <p:sldLayoutId id="2147484012" r:id="rId12"/>
  </p:sldLayoutIdLst>
  <p:txStyles>
    <p:titleStyle>
      <a:lvl1pPr algn="l" defTabSz="1033279" rtl="0" eaLnBrk="0" fontAlgn="base" hangingPunct="0">
        <a:spcBef>
          <a:spcPct val="0"/>
        </a:spcBef>
        <a:spcAft>
          <a:spcPct val="0"/>
        </a:spcAft>
        <a:defRPr sz="2600">
          <a:solidFill>
            <a:srgbClr val="6D6E71"/>
          </a:solidFill>
          <a:latin typeface="+mj-lt"/>
          <a:ea typeface="+mj-ea"/>
          <a:cs typeface="+mj-cs"/>
        </a:defRPr>
      </a:lvl1pPr>
      <a:lvl2pPr algn="l" defTabSz="1033279" rtl="0" eaLnBrk="0" fontAlgn="base" hangingPunct="0">
        <a:spcBef>
          <a:spcPct val="0"/>
        </a:spcBef>
        <a:spcAft>
          <a:spcPct val="0"/>
        </a:spcAft>
        <a:defRPr sz="2600">
          <a:solidFill>
            <a:srgbClr val="6D6E71"/>
          </a:solidFill>
          <a:latin typeface="Arial" charset="0"/>
        </a:defRPr>
      </a:lvl2pPr>
      <a:lvl3pPr algn="l" defTabSz="1033279" rtl="0" eaLnBrk="0" fontAlgn="base" hangingPunct="0">
        <a:spcBef>
          <a:spcPct val="0"/>
        </a:spcBef>
        <a:spcAft>
          <a:spcPct val="0"/>
        </a:spcAft>
        <a:defRPr sz="2600">
          <a:solidFill>
            <a:srgbClr val="6D6E71"/>
          </a:solidFill>
          <a:latin typeface="Arial" charset="0"/>
        </a:defRPr>
      </a:lvl3pPr>
      <a:lvl4pPr algn="l" defTabSz="1033279" rtl="0" eaLnBrk="0" fontAlgn="base" hangingPunct="0">
        <a:spcBef>
          <a:spcPct val="0"/>
        </a:spcBef>
        <a:spcAft>
          <a:spcPct val="0"/>
        </a:spcAft>
        <a:defRPr sz="2600">
          <a:solidFill>
            <a:srgbClr val="6D6E71"/>
          </a:solidFill>
          <a:latin typeface="Arial" charset="0"/>
        </a:defRPr>
      </a:lvl4pPr>
      <a:lvl5pPr algn="l" defTabSz="1033279" rtl="0" eaLnBrk="0" fontAlgn="base" hangingPunct="0">
        <a:spcBef>
          <a:spcPct val="0"/>
        </a:spcBef>
        <a:spcAft>
          <a:spcPct val="0"/>
        </a:spcAft>
        <a:defRPr sz="2600">
          <a:solidFill>
            <a:srgbClr val="6D6E71"/>
          </a:solidFill>
          <a:latin typeface="Arial" charset="0"/>
        </a:defRPr>
      </a:lvl5pPr>
      <a:lvl6pPr marL="452913" algn="l" defTabSz="1033279" rtl="0" fontAlgn="base">
        <a:spcBef>
          <a:spcPct val="0"/>
        </a:spcBef>
        <a:spcAft>
          <a:spcPct val="0"/>
        </a:spcAft>
        <a:defRPr sz="3200">
          <a:solidFill>
            <a:schemeClr val="hlink"/>
          </a:solidFill>
          <a:latin typeface="Arial" charset="0"/>
        </a:defRPr>
      </a:lvl6pPr>
      <a:lvl7pPr marL="905875" algn="l" defTabSz="1033279" rtl="0" fontAlgn="base">
        <a:spcBef>
          <a:spcPct val="0"/>
        </a:spcBef>
        <a:spcAft>
          <a:spcPct val="0"/>
        </a:spcAft>
        <a:defRPr sz="3200">
          <a:solidFill>
            <a:schemeClr val="hlink"/>
          </a:solidFill>
          <a:latin typeface="Arial" charset="0"/>
        </a:defRPr>
      </a:lvl7pPr>
      <a:lvl8pPr marL="1358829" algn="l" defTabSz="1033279" rtl="0" fontAlgn="base">
        <a:spcBef>
          <a:spcPct val="0"/>
        </a:spcBef>
        <a:spcAft>
          <a:spcPct val="0"/>
        </a:spcAft>
        <a:defRPr sz="3200">
          <a:solidFill>
            <a:schemeClr val="hlink"/>
          </a:solidFill>
          <a:latin typeface="Arial" charset="0"/>
        </a:defRPr>
      </a:lvl8pPr>
      <a:lvl9pPr marL="1811775" algn="l" defTabSz="1033279" rtl="0" fontAlgn="base">
        <a:spcBef>
          <a:spcPct val="0"/>
        </a:spcBef>
        <a:spcAft>
          <a:spcPct val="0"/>
        </a:spcAft>
        <a:defRPr sz="3200">
          <a:solidFill>
            <a:schemeClr val="hlink"/>
          </a:solidFill>
          <a:latin typeface="Arial" charset="0"/>
        </a:defRPr>
      </a:lvl9pPr>
    </p:titleStyle>
    <p:bodyStyle>
      <a:lvl1pPr marL="339705" indent="-339705" algn="l" defTabSz="1033279" rtl="0" eaLnBrk="0" fontAlgn="base" hangingPunct="0">
        <a:spcBef>
          <a:spcPct val="40000"/>
        </a:spcBef>
        <a:spcAft>
          <a:spcPct val="20000"/>
        </a:spcAft>
        <a:buClr>
          <a:srgbClr val="005C87"/>
        </a:buClr>
        <a:defRPr sz="1600" b="1">
          <a:solidFill>
            <a:srgbClr val="005C87"/>
          </a:solidFill>
          <a:latin typeface="+mn-lt"/>
          <a:ea typeface="+mn-ea"/>
          <a:cs typeface="+mn-cs"/>
        </a:defRPr>
      </a:lvl1pPr>
      <a:lvl2pPr marL="301964" indent="-300390" algn="l" defTabSz="1033279" rtl="0" eaLnBrk="0" fontAlgn="base" hangingPunct="0">
        <a:spcBef>
          <a:spcPct val="30000"/>
        </a:spcBef>
        <a:spcAft>
          <a:spcPct val="20000"/>
        </a:spcAft>
        <a:buClr>
          <a:schemeClr val="accent1"/>
        </a:buClr>
        <a:buSzPct val="110000"/>
        <a:buFont typeface="Wingdings" pitchFamily="2" charset="2"/>
        <a:buChar char="§"/>
        <a:defRPr sz="1400">
          <a:solidFill>
            <a:schemeClr val="tx1"/>
          </a:solidFill>
          <a:latin typeface="+mn-lt"/>
        </a:defRPr>
      </a:lvl2pPr>
      <a:lvl3pPr marL="602355" indent="-298822" algn="l" defTabSz="1033279" rtl="0" eaLnBrk="0" fontAlgn="base" hangingPunct="0">
        <a:spcBef>
          <a:spcPct val="20000"/>
        </a:spcBef>
        <a:spcAft>
          <a:spcPct val="20000"/>
        </a:spcAft>
        <a:buClr>
          <a:schemeClr val="accent1"/>
        </a:buClr>
        <a:buSzPct val="90000"/>
        <a:buFont typeface="Wingdings" pitchFamily="2" charset="2"/>
        <a:buChar char="§"/>
        <a:defRPr sz="1400">
          <a:solidFill>
            <a:schemeClr val="tx1"/>
          </a:solidFill>
          <a:latin typeface="+mn-lt"/>
        </a:defRPr>
      </a:lvl3pPr>
      <a:lvl4pPr marL="904312" indent="-300390" algn="l" defTabSz="1033279" rtl="0" eaLnBrk="0" fontAlgn="base" hangingPunct="0">
        <a:spcBef>
          <a:spcPct val="20000"/>
        </a:spcBef>
        <a:spcAft>
          <a:spcPct val="30000"/>
        </a:spcAft>
        <a:buClr>
          <a:schemeClr val="accent1"/>
        </a:buClr>
        <a:buSzPct val="80000"/>
        <a:buFont typeface="Wingdings" pitchFamily="2" charset="2"/>
        <a:buChar char="§"/>
        <a:defRPr sz="1400">
          <a:solidFill>
            <a:schemeClr val="tx1"/>
          </a:solidFill>
          <a:latin typeface="+mn-lt"/>
        </a:defRPr>
      </a:lvl4pPr>
      <a:lvl5pPr marL="2324481" indent="-257926" algn="l" defTabSz="1033279" rtl="0" eaLnBrk="0" fontAlgn="base" hangingPunct="0">
        <a:spcBef>
          <a:spcPct val="20000"/>
        </a:spcBef>
        <a:spcAft>
          <a:spcPct val="0"/>
        </a:spcAft>
        <a:buChar char="»"/>
        <a:defRPr sz="2700">
          <a:solidFill>
            <a:schemeClr val="tx1"/>
          </a:solidFill>
          <a:latin typeface="+mn-lt"/>
        </a:defRPr>
      </a:lvl5pPr>
      <a:lvl6pPr marL="2777424" indent="-257926" algn="l" defTabSz="1033279" rtl="0" fontAlgn="base">
        <a:spcBef>
          <a:spcPct val="20000"/>
        </a:spcBef>
        <a:spcAft>
          <a:spcPct val="0"/>
        </a:spcAft>
        <a:buChar char="»"/>
        <a:defRPr sz="2700">
          <a:solidFill>
            <a:schemeClr val="tx1"/>
          </a:solidFill>
          <a:latin typeface="+mn-lt"/>
        </a:defRPr>
      </a:lvl6pPr>
      <a:lvl7pPr marL="3230367" indent="-257926" algn="l" defTabSz="1033279" rtl="0" fontAlgn="base">
        <a:spcBef>
          <a:spcPct val="20000"/>
        </a:spcBef>
        <a:spcAft>
          <a:spcPct val="0"/>
        </a:spcAft>
        <a:buChar char="»"/>
        <a:defRPr sz="2700">
          <a:solidFill>
            <a:schemeClr val="tx1"/>
          </a:solidFill>
          <a:latin typeface="+mn-lt"/>
        </a:defRPr>
      </a:lvl7pPr>
      <a:lvl8pPr marL="3683309" indent="-257926" algn="l" defTabSz="1033279" rtl="0" fontAlgn="base">
        <a:spcBef>
          <a:spcPct val="20000"/>
        </a:spcBef>
        <a:spcAft>
          <a:spcPct val="0"/>
        </a:spcAft>
        <a:buChar char="»"/>
        <a:defRPr sz="2700">
          <a:solidFill>
            <a:schemeClr val="tx1"/>
          </a:solidFill>
          <a:latin typeface="+mn-lt"/>
        </a:defRPr>
      </a:lvl8pPr>
      <a:lvl9pPr marL="4136259" indent="-257926" algn="l" defTabSz="1033279" rtl="0" fontAlgn="base">
        <a:spcBef>
          <a:spcPct val="20000"/>
        </a:spcBef>
        <a:spcAft>
          <a:spcPct val="0"/>
        </a:spcAft>
        <a:buChar char="»"/>
        <a:defRPr sz="2700">
          <a:solidFill>
            <a:schemeClr val="tx1"/>
          </a:solidFill>
          <a:latin typeface="+mn-lt"/>
        </a:defRPr>
      </a:lvl9pPr>
    </p:bodyStyle>
    <p:otherStyle>
      <a:defPPr>
        <a:defRPr lang="en-US"/>
      </a:defPPr>
      <a:lvl1pPr marL="0" algn="l" defTabSz="905875" rtl="0" eaLnBrk="1" latinLnBrk="0" hangingPunct="1">
        <a:defRPr sz="1800" kern="1200">
          <a:solidFill>
            <a:schemeClr val="tx1"/>
          </a:solidFill>
          <a:latin typeface="+mn-lt"/>
          <a:ea typeface="+mn-ea"/>
          <a:cs typeface="+mn-cs"/>
        </a:defRPr>
      </a:lvl1pPr>
      <a:lvl2pPr marL="452913" algn="l" defTabSz="905875" rtl="0" eaLnBrk="1" latinLnBrk="0" hangingPunct="1">
        <a:defRPr sz="1800" kern="1200">
          <a:solidFill>
            <a:schemeClr val="tx1"/>
          </a:solidFill>
          <a:latin typeface="+mn-lt"/>
          <a:ea typeface="+mn-ea"/>
          <a:cs typeface="+mn-cs"/>
        </a:defRPr>
      </a:lvl2pPr>
      <a:lvl3pPr marL="905875" algn="l" defTabSz="905875" rtl="0" eaLnBrk="1" latinLnBrk="0" hangingPunct="1">
        <a:defRPr sz="1800" kern="1200">
          <a:solidFill>
            <a:schemeClr val="tx1"/>
          </a:solidFill>
          <a:latin typeface="+mn-lt"/>
          <a:ea typeface="+mn-ea"/>
          <a:cs typeface="+mn-cs"/>
        </a:defRPr>
      </a:lvl3pPr>
      <a:lvl4pPr marL="1358829" algn="l" defTabSz="905875" rtl="0" eaLnBrk="1" latinLnBrk="0" hangingPunct="1">
        <a:defRPr sz="1800" kern="1200">
          <a:solidFill>
            <a:schemeClr val="tx1"/>
          </a:solidFill>
          <a:latin typeface="+mn-lt"/>
          <a:ea typeface="+mn-ea"/>
          <a:cs typeface="+mn-cs"/>
        </a:defRPr>
      </a:lvl4pPr>
      <a:lvl5pPr marL="1811775" algn="l" defTabSz="905875" rtl="0" eaLnBrk="1" latinLnBrk="0" hangingPunct="1">
        <a:defRPr sz="1800" kern="1200">
          <a:solidFill>
            <a:schemeClr val="tx1"/>
          </a:solidFill>
          <a:latin typeface="+mn-lt"/>
          <a:ea typeface="+mn-ea"/>
          <a:cs typeface="+mn-cs"/>
        </a:defRPr>
      </a:lvl5pPr>
      <a:lvl6pPr marL="2264722" algn="l" defTabSz="905875" rtl="0" eaLnBrk="1" latinLnBrk="0" hangingPunct="1">
        <a:defRPr sz="1800" kern="1200">
          <a:solidFill>
            <a:schemeClr val="tx1"/>
          </a:solidFill>
          <a:latin typeface="+mn-lt"/>
          <a:ea typeface="+mn-ea"/>
          <a:cs typeface="+mn-cs"/>
        </a:defRPr>
      </a:lvl6pPr>
      <a:lvl7pPr marL="2717666" algn="l" defTabSz="905875" rtl="0" eaLnBrk="1" latinLnBrk="0" hangingPunct="1">
        <a:defRPr sz="1800" kern="1200">
          <a:solidFill>
            <a:schemeClr val="tx1"/>
          </a:solidFill>
          <a:latin typeface="+mn-lt"/>
          <a:ea typeface="+mn-ea"/>
          <a:cs typeface="+mn-cs"/>
        </a:defRPr>
      </a:lvl7pPr>
      <a:lvl8pPr marL="3170610" algn="l" defTabSz="905875" rtl="0" eaLnBrk="1" latinLnBrk="0" hangingPunct="1">
        <a:defRPr sz="1800" kern="1200">
          <a:solidFill>
            <a:schemeClr val="tx1"/>
          </a:solidFill>
          <a:latin typeface="+mn-lt"/>
          <a:ea typeface="+mn-ea"/>
          <a:cs typeface="+mn-cs"/>
        </a:defRPr>
      </a:lvl8pPr>
      <a:lvl9pPr marL="3623554" algn="l" defTabSz="905875"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2598" name="Text Box 6"/>
          <p:cNvSpPr txBox="1">
            <a:spLocks noChangeArrowheads="1"/>
          </p:cNvSpPr>
          <p:nvPr/>
        </p:nvSpPr>
        <p:spPr bwMode="auto">
          <a:xfrm>
            <a:off x="10069579" y="7056438"/>
            <a:ext cx="357187" cy="298450"/>
          </a:xfrm>
          <a:prstGeom prst="rect">
            <a:avLst/>
          </a:prstGeom>
          <a:noFill/>
          <a:ln w="9525">
            <a:noFill/>
            <a:miter lim="800000"/>
            <a:headEnd/>
            <a:tailEnd/>
          </a:ln>
        </p:spPr>
        <p:txBody>
          <a:bodyPr lIns="0" tIns="0" rIns="0" bIns="0" anchor="ctr"/>
          <a:lstStyle/>
          <a:p>
            <a:pPr algn="ctr" defTabSz="1032550">
              <a:defRPr/>
            </a:pPr>
            <a:fld id="{636E5B5B-A0E5-4080-925D-D18045B389D4}" type="slidenum">
              <a:rPr lang="en-US" baseline="0">
                <a:solidFill>
                  <a:srgbClr val="6D6E71"/>
                </a:solidFill>
              </a:rPr>
              <a:pPr algn="ctr" defTabSz="1032550">
                <a:defRPr/>
              </a:pPr>
              <a:t>‹#›</a:t>
            </a:fld>
            <a:endParaRPr lang="en-US" baseline="0" dirty="0">
              <a:solidFill>
                <a:srgbClr val="6D6E71"/>
              </a:solidFill>
            </a:endParaRPr>
          </a:p>
        </p:txBody>
      </p:sp>
      <p:sp>
        <p:nvSpPr>
          <p:cNvPr id="14339" name="Rectangle 18"/>
          <p:cNvSpPr>
            <a:spLocks noGrp="1" noChangeArrowheads="1"/>
          </p:cNvSpPr>
          <p:nvPr>
            <p:ph type="body" idx="1"/>
          </p:nvPr>
        </p:nvSpPr>
        <p:spPr bwMode="auto">
          <a:xfrm>
            <a:off x="446088" y="1512888"/>
            <a:ext cx="9796462" cy="527685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22611" name="Text Box 19"/>
          <p:cNvSpPr txBox="1">
            <a:spLocks noChangeArrowheads="1"/>
          </p:cNvSpPr>
          <p:nvPr/>
        </p:nvSpPr>
        <p:spPr bwMode="auto">
          <a:xfrm>
            <a:off x="412751" y="671513"/>
            <a:ext cx="9867900" cy="515937"/>
          </a:xfrm>
          <a:prstGeom prst="rect">
            <a:avLst/>
          </a:prstGeom>
          <a:noFill/>
          <a:ln w="9525">
            <a:noFill/>
            <a:miter lim="800000"/>
            <a:headEnd/>
            <a:tailEnd/>
          </a:ln>
        </p:spPr>
        <p:txBody>
          <a:bodyPr lIns="103229" tIns="51614" rIns="103229" bIns="51614">
            <a:spAutoFit/>
          </a:bodyPr>
          <a:lstStyle/>
          <a:p>
            <a:pPr defTabSz="1032550">
              <a:spcBef>
                <a:spcPct val="50000"/>
              </a:spcBef>
              <a:defRPr/>
            </a:pPr>
            <a:endParaRPr lang="en-GB" sz="2700" b="1" baseline="0" dirty="0"/>
          </a:p>
        </p:txBody>
      </p:sp>
      <p:sp>
        <p:nvSpPr>
          <p:cNvPr id="14341" name="Rectangle 20"/>
          <p:cNvSpPr>
            <a:spLocks noGrp="1" noChangeArrowheads="1"/>
          </p:cNvSpPr>
          <p:nvPr>
            <p:ph type="title"/>
          </p:nvPr>
        </p:nvSpPr>
        <p:spPr bwMode="auto">
          <a:xfrm>
            <a:off x="412751" y="368300"/>
            <a:ext cx="9867900" cy="587375"/>
          </a:xfrm>
          <a:prstGeom prst="rect">
            <a:avLst/>
          </a:prstGeom>
          <a:noFill/>
          <a:ln w="9525">
            <a:noFill/>
            <a:miter lim="800000"/>
            <a:headEnd/>
            <a:tailEnd/>
          </a:ln>
        </p:spPr>
        <p:txBody>
          <a:bodyPr vert="horz" wrap="square" lIns="0" tIns="51614" rIns="103229" bIns="51614" numCol="1" anchor="ctr" anchorCtr="0" compatLnSpc="1">
            <a:prstTxWarp prst="textNoShape">
              <a:avLst/>
            </a:prstTxWarp>
          </a:bodyPr>
          <a:lstStyle/>
          <a:p>
            <a:pPr lvl="0"/>
            <a:r>
              <a:rPr lang="en-US" smtClean="0"/>
              <a:t>Click to edit Master title style</a:t>
            </a:r>
          </a:p>
        </p:txBody>
      </p:sp>
      <p:sp>
        <p:nvSpPr>
          <p:cNvPr id="622617" name="Text Box 25"/>
          <p:cNvSpPr txBox="1">
            <a:spLocks noChangeArrowheads="1"/>
          </p:cNvSpPr>
          <p:nvPr/>
        </p:nvSpPr>
        <p:spPr bwMode="auto">
          <a:xfrm>
            <a:off x="6505579" y="7080250"/>
            <a:ext cx="3475038" cy="252413"/>
          </a:xfrm>
          <a:prstGeom prst="rect">
            <a:avLst/>
          </a:prstGeom>
          <a:noFill/>
          <a:ln w="9525">
            <a:noFill/>
            <a:miter lim="800000"/>
            <a:headEnd/>
            <a:tailEnd/>
          </a:ln>
        </p:spPr>
        <p:txBody>
          <a:bodyPr lIns="0" tIns="0" rIns="121918" bIns="0" anchor="ctr"/>
          <a:lstStyle/>
          <a:p>
            <a:pPr marL="517062" indent="-517062" algn="r" defTabSz="1032550">
              <a:spcBef>
                <a:spcPct val="40000"/>
              </a:spcBef>
              <a:spcAft>
                <a:spcPct val="40000"/>
              </a:spcAft>
              <a:defRPr/>
            </a:pPr>
            <a:r>
              <a:rPr lang="en-GB" baseline="0" dirty="0">
                <a:solidFill>
                  <a:srgbClr val="6D6E71"/>
                </a:solidFill>
              </a:rPr>
              <a:t>WB </a:t>
            </a:r>
            <a:r>
              <a:rPr lang="en-GB" baseline="0" dirty="0" smtClean="0">
                <a:solidFill>
                  <a:srgbClr val="6D6E71"/>
                </a:solidFill>
              </a:rPr>
              <a:t>Performance Management - </a:t>
            </a:r>
            <a:r>
              <a:rPr lang="en-GB" baseline="0" dirty="0">
                <a:solidFill>
                  <a:srgbClr val="6D6E71"/>
                </a:solidFill>
              </a:rPr>
              <a:t>External Performance Analytics</a:t>
            </a:r>
          </a:p>
        </p:txBody>
      </p:sp>
      <p:pic>
        <p:nvPicPr>
          <p:cNvPr id="14343" name="Picture 26" descr="Visual Identitiy Band"/>
          <p:cNvPicPr preferRelativeResize="0">
            <a:picLocks noChangeAspect="1" noChangeArrowheads="1"/>
          </p:cNvPicPr>
          <p:nvPr/>
        </p:nvPicPr>
        <p:blipFill>
          <a:blip r:embed="rId13" cstate="print"/>
          <a:srcRect/>
          <a:stretch>
            <a:fillRect/>
          </a:stretch>
        </p:blipFill>
        <p:spPr bwMode="auto">
          <a:xfrm>
            <a:off x="66" y="1092263"/>
            <a:ext cx="10702925" cy="52387"/>
          </a:xfrm>
          <a:prstGeom prst="rect">
            <a:avLst/>
          </a:prstGeom>
          <a:noFill/>
          <a:ln w="9525">
            <a:noFill/>
            <a:miter lim="800000"/>
            <a:headEnd/>
            <a:tailEnd/>
          </a:ln>
        </p:spPr>
      </p:pic>
      <p:pic>
        <p:nvPicPr>
          <p:cNvPr id="14344" name="Picture 2"/>
          <p:cNvPicPr>
            <a:picLocks noChangeAspect="1" noChangeArrowheads="1"/>
          </p:cNvPicPr>
          <p:nvPr/>
        </p:nvPicPr>
        <p:blipFill>
          <a:blip r:embed="rId14" cstate="print"/>
          <a:srcRect/>
          <a:stretch>
            <a:fillRect/>
          </a:stretch>
        </p:blipFill>
        <p:spPr bwMode="gray">
          <a:xfrm>
            <a:off x="450850" y="7021576"/>
            <a:ext cx="952500" cy="363537"/>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014" r:id="rId1"/>
    <p:sldLayoutId id="2147484015" r:id="rId2"/>
    <p:sldLayoutId id="2147484016" r:id="rId3"/>
    <p:sldLayoutId id="2147484017" r:id="rId4"/>
    <p:sldLayoutId id="2147484018" r:id="rId5"/>
    <p:sldLayoutId id="2147484019" r:id="rId6"/>
    <p:sldLayoutId id="2147484020" r:id="rId7"/>
    <p:sldLayoutId id="2147484021" r:id="rId8"/>
    <p:sldLayoutId id="2147484022" r:id="rId9"/>
    <p:sldLayoutId id="2147484023" r:id="rId10"/>
    <p:sldLayoutId id="2147484024" r:id="rId11"/>
  </p:sldLayoutIdLst>
  <p:txStyles>
    <p:titleStyle>
      <a:lvl1pPr algn="l" defTabSz="1032550" rtl="0" eaLnBrk="0" fontAlgn="base" hangingPunct="0">
        <a:spcBef>
          <a:spcPct val="0"/>
        </a:spcBef>
        <a:spcAft>
          <a:spcPct val="0"/>
        </a:spcAft>
        <a:defRPr sz="2600">
          <a:solidFill>
            <a:srgbClr val="6D6E71"/>
          </a:solidFill>
          <a:latin typeface="+mj-lt"/>
          <a:ea typeface="+mj-ea"/>
          <a:cs typeface="+mj-cs"/>
        </a:defRPr>
      </a:lvl1pPr>
      <a:lvl2pPr algn="l" defTabSz="1032550" rtl="0" eaLnBrk="0" fontAlgn="base" hangingPunct="0">
        <a:spcBef>
          <a:spcPct val="0"/>
        </a:spcBef>
        <a:spcAft>
          <a:spcPct val="0"/>
        </a:spcAft>
        <a:defRPr sz="2600">
          <a:solidFill>
            <a:srgbClr val="6D6E71"/>
          </a:solidFill>
          <a:latin typeface="Arial" charset="0"/>
          <a:cs typeface="Arial" charset="0"/>
        </a:defRPr>
      </a:lvl2pPr>
      <a:lvl3pPr algn="l" defTabSz="1032550" rtl="0" eaLnBrk="0" fontAlgn="base" hangingPunct="0">
        <a:spcBef>
          <a:spcPct val="0"/>
        </a:spcBef>
        <a:spcAft>
          <a:spcPct val="0"/>
        </a:spcAft>
        <a:defRPr sz="2600">
          <a:solidFill>
            <a:srgbClr val="6D6E71"/>
          </a:solidFill>
          <a:latin typeface="Arial" charset="0"/>
          <a:cs typeface="Arial" charset="0"/>
        </a:defRPr>
      </a:lvl3pPr>
      <a:lvl4pPr algn="l" defTabSz="1032550" rtl="0" eaLnBrk="0" fontAlgn="base" hangingPunct="0">
        <a:spcBef>
          <a:spcPct val="0"/>
        </a:spcBef>
        <a:spcAft>
          <a:spcPct val="0"/>
        </a:spcAft>
        <a:defRPr sz="2600">
          <a:solidFill>
            <a:srgbClr val="6D6E71"/>
          </a:solidFill>
          <a:latin typeface="Arial" charset="0"/>
          <a:cs typeface="Arial" charset="0"/>
        </a:defRPr>
      </a:lvl4pPr>
      <a:lvl5pPr algn="l" defTabSz="1032550" rtl="0" eaLnBrk="0" fontAlgn="base" hangingPunct="0">
        <a:spcBef>
          <a:spcPct val="0"/>
        </a:spcBef>
        <a:spcAft>
          <a:spcPct val="0"/>
        </a:spcAft>
        <a:defRPr sz="2600">
          <a:solidFill>
            <a:srgbClr val="6D6E71"/>
          </a:solidFill>
          <a:latin typeface="Arial" charset="0"/>
          <a:cs typeface="Arial" charset="0"/>
        </a:defRPr>
      </a:lvl5pPr>
      <a:lvl6pPr marL="452593" algn="l" defTabSz="1032550" rtl="0" fontAlgn="base">
        <a:spcBef>
          <a:spcPct val="0"/>
        </a:spcBef>
        <a:spcAft>
          <a:spcPct val="0"/>
        </a:spcAft>
        <a:defRPr sz="2600">
          <a:solidFill>
            <a:srgbClr val="6D6E71"/>
          </a:solidFill>
          <a:latin typeface="Arial" charset="0"/>
          <a:cs typeface="Arial" charset="0"/>
        </a:defRPr>
      </a:lvl6pPr>
      <a:lvl7pPr marL="905236" algn="l" defTabSz="1032550" rtl="0" fontAlgn="base">
        <a:spcBef>
          <a:spcPct val="0"/>
        </a:spcBef>
        <a:spcAft>
          <a:spcPct val="0"/>
        </a:spcAft>
        <a:defRPr sz="2600">
          <a:solidFill>
            <a:srgbClr val="6D6E71"/>
          </a:solidFill>
          <a:latin typeface="Arial" charset="0"/>
          <a:cs typeface="Arial" charset="0"/>
        </a:defRPr>
      </a:lvl7pPr>
      <a:lvl8pPr marL="1357871" algn="l" defTabSz="1032550" rtl="0" fontAlgn="base">
        <a:spcBef>
          <a:spcPct val="0"/>
        </a:spcBef>
        <a:spcAft>
          <a:spcPct val="0"/>
        </a:spcAft>
        <a:defRPr sz="2600">
          <a:solidFill>
            <a:srgbClr val="6D6E71"/>
          </a:solidFill>
          <a:latin typeface="Arial" charset="0"/>
          <a:cs typeface="Arial" charset="0"/>
        </a:defRPr>
      </a:lvl8pPr>
      <a:lvl9pPr marL="1810497" algn="l" defTabSz="1032550" rtl="0" fontAlgn="base">
        <a:spcBef>
          <a:spcPct val="0"/>
        </a:spcBef>
        <a:spcAft>
          <a:spcPct val="0"/>
        </a:spcAft>
        <a:defRPr sz="2600">
          <a:solidFill>
            <a:srgbClr val="6D6E71"/>
          </a:solidFill>
          <a:latin typeface="Arial" charset="0"/>
          <a:cs typeface="Arial" charset="0"/>
        </a:defRPr>
      </a:lvl9pPr>
    </p:titleStyle>
    <p:bodyStyle>
      <a:lvl1pPr marL="339465" indent="-339465" algn="l" defTabSz="1032550" rtl="0" eaLnBrk="0" fontAlgn="base" hangingPunct="0">
        <a:spcBef>
          <a:spcPct val="40000"/>
        </a:spcBef>
        <a:spcAft>
          <a:spcPct val="20000"/>
        </a:spcAft>
        <a:buClr>
          <a:srgbClr val="005C87"/>
        </a:buClr>
        <a:defRPr sz="1600" b="1">
          <a:solidFill>
            <a:srgbClr val="005C87"/>
          </a:solidFill>
          <a:latin typeface="+mn-lt"/>
          <a:ea typeface="+mn-ea"/>
          <a:cs typeface="+mn-cs"/>
        </a:defRPr>
      </a:lvl1pPr>
      <a:lvl2pPr marL="301751" indent="-300177" algn="l" defTabSz="1032550" rtl="0" eaLnBrk="0" fontAlgn="base" hangingPunct="0">
        <a:spcBef>
          <a:spcPct val="30000"/>
        </a:spcBef>
        <a:spcAft>
          <a:spcPct val="20000"/>
        </a:spcAft>
        <a:buClr>
          <a:schemeClr val="accent1"/>
        </a:buClr>
        <a:buSzPct val="110000"/>
        <a:buFont typeface="Wingdings" pitchFamily="2" charset="2"/>
        <a:buChar char="§"/>
        <a:defRPr sz="1400">
          <a:solidFill>
            <a:schemeClr val="tx1"/>
          </a:solidFill>
          <a:latin typeface="+mn-lt"/>
          <a:cs typeface="+mn-cs"/>
        </a:defRPr>
      </a:lvl2pPr>
      <a:lvl3pPr marL="601929" indent="-298611" algn="l" defTabSz="1032550" rtl="0" eaLnBrk="0" fontAlgn="base" hangingPunct="0">
        <a:spcBef>
          <a:spcPct val="20000"/>
        </a:spcBef>
        <a:spcAft>
          <a:spcPct val="20000"/>
        </a:spcAft>
        <a:buClr>
          <a:schemeClr val="accent1"/>
        </a:buClr>
        <a:buSzPct val="90000"/>
        <a:buFont typeface="Wingdings" pitchFamily="2" charset="2"/>
        <a:buChar char="§"/>
        <a:defRPr sz="1400">
          <a:solidFill>
            <a:schemeClr val="tx1"/>
          </a:solidFill>
          <a:latin typeface="+mn-lt"/>
          <a:cs typeface="+mn-cs"/>
        </a:defRPr>
      </a:lvl3pPr>
      <a:lvl4pPr marL="903674" indent="-300177" algn="l" defTabSz="1032550" rtl="0" eaLnBrk="0" fontAlgn="base" hangingPunct="0">
        <a:spcBef>
          <a:spcPct val="20000"/>
        </a:spcBef>
        <a:spcAft>
          <a:spcPct val="30000"/>
        </a:spcAft>
        <a:buClr>
          <a:schemeClr val="accent1"/>
        </a:buClr>
        <a:buSzPct val="80000"/>
        <a:buFont typeface="Wingdings" pitchFamily="2" charset="2"/>
        <a:buChar char="§"/>
        <a:defRPr sz="1400">
          <a:solidFill>
            <a:schemeClr val="tx1"/>
          </a:solidFill>
          <a:latin typeface="+mn-lt"/>
          <a:cs typeface="+mn-cs"/>
        </a:defRPr>
      </a:lvl4pPr>
      <a:lvl5pPr marL="2321261" indent="-256172" algn="l" defTabSz="1032550" rtl="0" eaLnBrk="0" fontAlgn="base" hangingPunct="0">
        <a:spcBef>
          <a:spcPct val="20000"/>
        </a:spcBef>
        <a:spcAft>
          <a:spcPct val="0"/>
        </a:spcAft>
        <a:buChar char="»"/>
        <a:defRPr sz="2700">
          <a:solidFill>
            <a:schemeClr val="tx1"/>
          </a:solidFill>
          <a:latin typeface="+mn-lt"/>
          <a:cs typeface="+mn-cs"/>
        </a:defRPr>
      </a:lvl5pPr>
      <a:lvl6pPr marL="2775465" indent="-257743" algn="l" defTabSz="1032550" rtl="0" fontAlgn="base">
        <a:spcBef>
          <a:spcPct val="20000"/>
        </a:spcBef>
        <a:spcAft>
          <a:spcPct val="0"/>
        </a:spcAft>
        <a:buChar char="»"/>
        <a:defRPr sz="2700">
          <a:solidFill>
            <a:schemeClr val="tx1"/>
          </a:solidFill>
          <a:latin typeface="+mn-lt"/>
          <a:cs typeface="+mn-cs"/>
        </a:defRPr>
      </a:lvl6pPr>
      <a:lvl7pPr marL="3228087" indent="-257743" algn="l" defTabSz="1032550" rtl="0" fontAlgn="base">
        <a:spcBef>
          <a:spcPct val="20000"/>
        </a:spcBef>
        <a:spcAft>
          <a:spcPct val="0"/>
        </a:spcAft>
        <a:buChar char="»"/>
        <a:defRPr sz="2700">
          <a:solidFill>
            <a:schemeClr val="tx1"/>
          </a:solidFill>
          <a:latin typeface="+mn-lt"/>
          <a:cs typeface="+mn-cs"/>
        </a:defRPr>
      </a:lvl7pPr>
      <a:lvl8pPr marL="3680712" indent="-257743" algn="l" defTabSz="1032550" rtl="0" fontAlgn="base">
        <a:spcBef>
          <a:spcPct val="20000"/>
        </a:spcBef>
        <a:spcAft>
          <a:spcPct val="0"/>
        </a:spcAft>
        <a:buChar char="»"/>
        <a:defRPr sz="2700">
          <a:solidFill>
            <a:schemeClr val="tx1"/>
          </a:solidFill>
          <a:latin typeface="+mn-lt"/>
          <a:cs typeface="+mn-cs"/>
        </a:defRPr>
      </a:lvl8pPr>
      <a:lvl9pPr marL="4133339" indent="-257743" algn="l" defTabSz="1032550" rtl="0" fontAlgn="base">
        <a:spcBef>
          <a:spcPct val="20000"/>
        </a:spcBef>
        <a:spcAft>
          <a:spcPct val="0"/>
        </a:spcAft>
        <a:buChar char="»"/>
        <a:defRPr sz="2700">
          <a:solidFill>
            <a:schemeClr val="tx1"/>
          </a:solidFill>
          <a:latin typeface="+mn-lt"/>
          <a:cs typeface="+mn-cs"/>
        </a:defRPr>
      </a:lvl9pPr>
    </p:bodyStyle>
    <p:otherStyle>
      <a:defPPr>
        <a:defRPr lang="en-US"/>
      </a:defPPr>
      <a:lvl1pPr marL="0" algn="l" defTabSz="905236" rtl="0" eaLnBrk="1" latinLnBrk="0" hangingPunct="1">
        <a:defRPr sz="1800" kern="1200">
          <a:solidFill>
            <a:schemeClr val="tx1"/>
          </a:solidFill>
          <a:latin typeface="+mn-lt"/>
          <a:ea typeface="+mn-ea"/>
          <a:cs typeface="+mn-cs"/>
        </a:defRPr>
      </a:lvl1pPr>
      <a:lvl2pPr marL="452593" algn="l" defTabSz="905236" rtl="0" eaLnBrk="1" latinLnBrk="0" hangingPunct="1">
        <a:defRPr sz="1800" kern="1200">
          <a:solidFill>
            <a:schemeClr val="tx1"/>
          </a:solidFill>
          <a:latin typeface="+mn-lt"/>
          <a:ea typeface="+mn-ea"/>
          <a:cs typeface="+mn-cs"/>
        </a:defRPr>
      </a:lvl2pPr>
      <a:lvl3pPr marL="905236" algn="l" defTabSz="905236" rtl="0" eaLnBrk="1" latinLnBrk="0" hangingPunct="1">
        <a:defRPr sz="1800" kern="1200">
          <a:solidFill>
            <a:schemeClr val="tx1"/>
          </a:solidFill>
          <a:latin typeface="+mn-lt"/>
          <a:ea typeface="+mn-ea"/>
          <a:cs typeface="+mn-cs"/>
        </a:defRPr>
      </a:lvl3pPr>
      <a:lvl4pPr marL="1357871" algn="l" defTabSz="905236" rtl="0" eaLnBrk="1" latinLnBrk="0" hangingPunct="1">
        <a:defRPr sz="1800" kern="1200">
          <a:solidFill>
            <a:schemeClr val="tx1"/>
          </a:solidFill>
          <a:latin typeface="+mn-lt"/>
          <a:ea typeface="+mn-ea"/>
          <a:cs typeface="+mn-cs"/>
        </a:defRPr>
      </a:lvl4pPr>
      <a:lvl5pPr marL="1810497" algn="l" defTabSz="905236" rtl="0" eaLnBrk="1" latinLnBrk="0" hangingPunct="1">
        <a:defRPr sz="1800" kern="1200">
          <a:solidFill>
            <a:schemeClr val="tx1"/>
          </a:solidFill>
          <a:latin typeface="+mn-lt"/>
          <a:ea typeface="+mn-ea"/>
          <a:cs typeface="+mn-cs"/>
        </a:defRPr>
      </a:lvl5pPr>
      <a:lvl6pPr marL="2263125" algn="l" defTabSz="905236" rtl="0" eaLnBrk="1" latinLnBrk="0" hangingPunct="1">
        <a:defRPr sz="1800" kern="1200">
          <a:solidFill>
            <a:schemeClr val="tx1"/>
          </a:solidFill>
          <a:latin typeface="+mn-lt"/>
          <a:ea typeface="+mn-ea"/>
          <a:cs typeface="+mn-cs"/>
        </a:defRPr>
      </a:lvl6pPr>
      <a:lvl7pPr marL="2715749" algn="l" defTabSz="905236" rtl="0" eaLnBrk="1" latinLnBrk="0" hangingPunct="1">
        <a:defRPr sz="1800" kern="1200">
          <a:solidFill>
            <a:schemeClr val="tx1"/>
          </a:solidFill>
          <a:latin typeface="+mn-lt"/>
          <a:ea typeface="+mn-ea"/>
          <a:cs typeface="+mn-cs"/>
        </a:defRPr>
      </a:lvl7pPr>
      <a:lvl8pPr marL="3168374" algn="l" defTabSz="905236" rtl="0" eaLnBrk="1" latinLnBrk="0" hangingPunct="1">
        <a:defRPr sz="1800" kern="1200">
          <a:solidFill>
            <a:schemeClr val="tx1"/>
          </a:solidFill>
          <a:latin typeface="+mn-lt"/>
          <a:ea typeface="+mn-ea"/>
          <a:cs typeface="+mn-cs"/>
        </a:defRPr>
      </a:lvl8pPr>
      <a:lvl9pPr marL="3620998" algn="l" defTabSz="905236"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2598" name="Text Box 6"/>
          <p:cNvSpPr txBox="1">
            <a:spLocks noChangeArrowheads="1"/>
          </p:cNvSpPr>
          <p:nvPr/>
        </p:nvSpPr>
        <p:spPr bwMode="auto">
          <a:xfrm>
            <a:off x="10069669" y="7056438"/>
            <a:ext cx="357187" cy="298450"/>
          </a:xfrm>
          <a:prstGeom prst="rect">
            <a:avLst/>
          </a:prstGeom>
          <a:noFill/>
          <a:ln w="9525">
            <a:noFill/>
            <a:miter lim="800000"/>
            <a:headEnd/>
            <a:tailEnd/>
          </a:ln>
        </p:spPr>
        <p:txBody>
          <a:bodyPr lIns="0" tIns="0" rIns="0" bIns="0" anchor="ctr"/>
          <a:lstStyle/>
          <a:p>
            <a:pPr algn="ctr" defTabSz="1018617">
              <a:defRPr/>
            </a:pPr>
            <a:fld id="{636E5B5B-A0E5-4080-925D-D18045B389D4}" type="slidenum">
              <a:rPr lang="en-US" baseline="0">
                <a:solidFill>
                  <a:srgbClr val="6D6E71"/>
                </a:solidFill>
                <a:latin typeface="Arial"/>
                <a:cs typeface="Arial"/>
              </a:rPr>
              <a:pPr algn="ctr" defTabSz="1018617">
                <a:defRPr/>
              </a:pPr>
              <a:t>‹#›</a:t>
            </a:fld>
            <a:endParaRPr lang="en-US" baseline="0" dirty="0">
              <a:solidFill>
                <a:srgbClr val="6D6E71"/>
              </a:solidFill>
              <a:latin typeface="Arial"/>
              <a:cs typeface="Arial"/>
            </a:endParaRPr>
          </a:p>
        </p:txBody>
      </p:sp>
      <p:sp>
        <p:nvSpPr>
          <p:cNvPr id="14339" name="Rectangle 18"/>
          <p:cNvSpPr>
            <a:spLocks noGrp="1" noChangeArrowheads="1"/>
          </p:cNvSpPr>
          <p:nvPr>
            <p:ph type="body" idx="1"/>
          </p:nvPr>
        </p:nvSpPr>
        <p:spPr bwMode="auto">
          <a:xfrm>
            <a:off x="446088" y="1512888"/>
            <a:ext cx="9796462" cy="527685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22611" name="Text Box 19"/>
          <p:cNvSpPr txBox="1">
            <a:spLocks noChangeArrowheads="1"/>
          </p:cNvSpPr>
          <p:nvPr/>
        </p:nvSpPr>
        <p:spPr bwMode="auto">
          <a:xfrm>
            <a:off x="412751" y="671513"/>
            <a:ext cx="9867900" cy="515937"/>
          </a:xfrm>
          <a:prstGeom prst="rect">
            <a:avLst/>
          </a:prstGeom>
          <a:noFill/>
          <a:ln w="9525">
            <a:noFill/>
            <a:miter lim="800000"/>
            <a:headEnd/>
            <a:tailEnd/>
          </a:ln>
        </p:spPr>
        <p:txBody>
          <a:bodyPr lIns="101834" tIns="50912" rIns="101834" bIns="50912">
            <a:spAutoFit/>
          </a:bodyPr>
          <a:lstStyle/>
          <a:p>
            <a:pPr defTabSz="1018617">
              <a:spcBef>
                <a:spcPct val="50000"/>
              </a:spcBef>
              <a:defRPr/>
            </a:pPr>
            <a:endParaRPr lang="en-GB" sz="2700" b="1" baseline="0" dirty="0">
              <a:latin typeface="Arial"/>
              <a:cs typeface="Arial"/>
            </a:endParaRPr>
          </a:p>
        </p:txBody>
      </p:sp>
      <p:sp>
        <p:nvSpPr>
          <p:cNvPr id="14341" name="Rectangle 20"/>
          <p:cNvSpPr>
            <a:spLocks noGrp="1" noChangeArrowheads="1"/>
          </p:cNvSpPr>
          <p:nvPr>
            <p:ph type="title"/>
          </p:nvPr>
        </p:nvSpPr>
        <p:spPr bwMode="auto">
          <a:xfrm>
            <a:off x="412751" y="368300"/>
            <a:ext cx="9867900" cy="587375"/>
          </a:xfrm>
          <a:prstGeom prst="rect">
            <a:avLst/>
          </a:prstGeom>
          <a:noFill/>
          <a:ln w="9525">
            <a:noFill/>
            <a:miter lim="800000"/>
            <a:headEnd/>
            <a:tailEnd/>
          </a:ln>
        </p:spPr>
        <p:txBody>
          <a:bodyPr vert="horz" wrap="square" lIns="0" tIns="50912" rIns="101834" bIns="50912" numCol="1" anchor="ctr" anchorCtr="0" compatLnSpc="1">
            <a:prstTxWarp prst="textNoShape">
              <a:avLst/>
            </a:prstTxWarp>
          </a:bodyPr>
          <a:lstStyle/>
          <a:p>
            <a:pPr lvl="0"/>
            <a:r>
              <a:rPr lang="en-US" smtClean="0"/>
              <a:t>Click to edit Master title style</a:t>
            </a:r>
          </a:p>
        </p:txBody>
      </p:sp>
      <p:sp>
        <p:nvSpPr>
          <p:cNvPr id="622617" name="Text Box 25"/>
          <p:cNvSpPr txBox="1">
            <a:spLocks noChangeArrowheads="1"/>
          </p:cNvSpPr>
          <p:nvPr/>
        </p:nvSpPr>
        <p:spPr bwMode="auto">
          <a:xfrm>
            <a:off x="6505579" y="7080250"/>
            <a:ext cx="3475038" cy="252413"/>
          </a:xfrm>
          <a:prstGeom prst="rect">
            <a:avLst/>
          </a:prstGeom>
          <a:noFill/>
          <a:ln w="9525">
            <a:noFill/>
            <a:miter lim="800000"/>
            <a:headEnd/>
            <a:tailEnd/>
          </a:ln>
        </p:spPr>
        <p:txBody>
          <a:bodyPr lIns="0" tIns="0" rIns="120269" bIns="0" anchor="ctr"/>
          <a:lstStyle/>
          <a:p>
            <a:pPr marL="510089" indent="-510089" algn="r" defTabSz="1018617">
              <a:spcBef>
                <a:spcPct val="40000"/>
              </a:spcBef>
              <a:spcAft>
                <a:spcPct val="40000"/>
              </a:spcAft>
              <a:defRPr/>
            </a:pPr>
            <a:r>
              <a:rPr lang="en-GB" baseline="0" dirty="0">
                <a:solidFill>
                  <a:srgbClr val="6D6E71"/>
                </a:solidFill>
                <a:latin typeface="Arial"/>
                <a:cs typeface="Arial"/>
              </a:rPr>
              <a:t>WB </a:t>
            </a:r>
            <a:r>
              <a:rPr lang="en-GB" baseline="0" dirty="0" smtClean="0">
                <a:solidFill>
                  <a:srgbClr val="6D6E71"/>
                </a:solidFill>
                <a:latin typeface="Arial"/>
                <a:cs typeface="Arial"/>
              </a:rPr>
              <a:t>Performance Management </a:t>
            </a:r>
            <a:r>
              <a:rPr lang="en-GB" baseline="0" dirty="0">
                <a:solidFill>
                  <a:srgbClr val="6D6E71"/>
                </a:solidFill>
                <a:latin typeface="Arial"/>
                <a:cs typeface="Arial"/>
              </a:rPr>
              <a:t>- External Performance Analytics</a:t>
            </a:r>
          </a:p>
        </p:txBody>
      </p:sp>
      <p:pic>
        <p:nvPicPr>
          <p:cNvPr id="14343" name="Picture 26" descr="Visual Identitiy Band"/>
          <p:cNvPicPr preferRelativeResize="0">
            <a:picLocks noChangeAspect="1" noChangeArrowheads="1"/>
          </p:cNvPicPr>
          <p:nvPr/>
        </p:nvPicPr>
        <p:blipFill>
          <a:blip r:embed="rId13" cstate="print"/>
          <a:srcRect/>
          <a:stretch>
            <a:fillRect/>
          </a:stretch>
        </p:blipFill>
        <p:spPr bwMode="auto">
          <a:xfrm>
            <a:off x="156" y="1092348"/>
            <a:ext cx="10702925" cy="52387"/>
          </a:xfrm>
          <a:prstGeom prst="rect">
            <a:avLst/>
          </a:prstGeom>
          <a:noFill/>
          <a:ln w="9525">
            <a:noFill/>
            <a:miter lim="800000"/>
            <a:headEnd/>
            <a:tailEnd/>
          </a:ln>
        </p:spPr>
      </p:pic>
      <p:pic>
        <p:nvPicPr>
          <p:cNvPr id="14344" name="Picture 2"/>
          <p:cNvPicPr>
            <a:picLocks noChangeAspect="1" noChangeArrowheads="1"/>
          </p:cNvPicPr>
          <p:nvPr/>
        </p:nvPicPr>
        <p:blipFill>
          <a:blip r:embed="rId14" cstate="print"/>
          <a:srcRect/>
          <a:stretch>
            <a:fillRect/>
          </a:stretch>
        </p:blipFill>
        <p:spPr bwMode="gray">
          <a:xfrm>
            <a:off x="450850" y="7021661"/>
            <a:ext cx="952500" cy="363537"/>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026" r:id="rId1"/>
    <p:sldLayoutId id="2147484027" r:id="rId2"/>
    <p:sldLayoutId id="2147484028" r:id="rId3"/>
    <p:sldLayoutId id="2147484029" r:id="rId4"/>
    <p:sldLayoutId id="2147484030" r:id="rId5"/>
    <p:sldLayoutId id="2147484031" r:id="rId6"/>
    <p:sldLayoutId id="2147484032" r:id="rId7"/>
    <p:sldLayoutId id="2147484033" r:id="rId8"/>
    <p:sldLayoutId id="2147484034" r:id="rId9"/>
    <p:sldLayoutId id="2147484035" r:id="rId10"/>
    <p:sldLayoutId id="2147484036" r:id="rId11"/>
  </p:sldLayoutIdLst>
  <p:txStyles>
    <p:titleStyle>
      <a:lvl1pPr algn="l" defTabSz="1018617" rtl="0" eaLnBrk="0" fontAlgn="base" hangingPunct="0">
        <a:spcBef>
          <a:spcPct val="0"/>
        </a:spcBef>
        <a:spcAft>
          <a:spcPct val="0"/>
        </a:spcAft>
        <a:defRPr sz="2600">
          <a:solidFill>
            <a:srgbClr val="6D6E71"/>
          </a:solidFill>
          <a:latin typeface="+mj-lt"/>
          <a:ea typeface="+mj-ea"/>
          <a:cs typeface="+mj-cs"/>
        </a:defRPr>
      </a:lvl1pPr>
      <a:lvl2pPr algn="l" defTabSz="1018617" rtl="0" eaLnBrk="0" fontAlgn="base" hangingPunct="0">
        <a:spcBef>
          <a:spcPct val="0"/>
        </a:spcBef>
        <a:spcAft>
          <a:spcPct val="0"/>
        </a:spcAft>
        <a:defRPr sz="2600">
          <a:solidFill>
            <a:srgbClr val="6D6E71"/>
          </a:solidFill>
          <a:latin typeface="Arial" charset="0"/>
          <a:cs typeface="Arial" charset="0"/>
        </a:defRPr>
      </a:lvl2pPr>
      <a:lvl3pPr algn="l" defTabSz="1018617" rtl="0" eaLnBrk="0" fontAlgn="base" hangingPunct="0">
        <a:spcBef>
          <a:spcPct val="0"/>
        </a:spcBef>
        <a:spcAft>
          <a:spcPct val="0"/>
        </a:spcAft>
        <a:defRPr sz="2600">
          <a:solidFill>
            <a:srgbClr val="6D6E71"/>
          </a:solidFill>
          <a:latin typeface="Arial" charset="0"/>
          <a:cs typeface="Arial" charset="0"/>
        </a:defRPr>
      </a:lvl3pPr>
      <a:lvl4pPr algn="l" defTabSz="1018617" rtl="0" eaLnBrk="0" fontAlgn="base" hangingPunct="0">
        <a:spcBef>
          <a:spcPct val="0"/>
        </a:spcBef>
        <a:spcAft>
          <a:spcPct val="0"/>
        </a:spcAft>
        <a:defRPr sz="2600">
          <a:solidFill>
            <a:srgbClr val="6D6E71"/>
          </a:solidFill>
          <a:latin typeface="Arial" charset="0"/>
          <a:cs typeface="Arial" charset="0"/>
        </a:defRPr>
      </a:lvl4pPr>
      <a:lvl5pPr algn="l" defTabSz="1018617" rtl="0" eaLnBrk="0" fontAlgn="base" hangingPunct="0">
        <a:spcBef>
          <a:spcPct val="0"/>
        </a:spcBef>
        <a:spcAft>
          <a:spcPct val="0"/>
        </a:spcAft>
        <a:defRPr sz="2600">
          <a:solidFill>
            <a:srgbClr val="6D6E71"/>
          </a:solidFill>
          <a:latin typeface="Arial" charset="0"/>
          <a:cs typeface="Arial" charset="0"/>
        </a:defRPr>
      </a:lvl5pPr>
      <a:lvl6pPr marL="446481" algn="l" defTabSz="1018617" rtl="0" fontAlgn="base">
        <a:spcBef>
          <a:spcPct val="0"/>
        </a:spcBef>
        <a:spcAft>
          <a:spcPct val="0"/>
        </a:spcAft>
        <a:defRPr sz="2600">
          <a:solidFill>
            <a:srgbClr val="6D6E71"/>
          </a:solidFill>
          <a:latin typeface="Arial" charset="0"/>
          <a:cs typeface="Arial" charset="0"/>
        </a:defRPr>
      </a:lvl6pPr>
      <a:lvl7pPr marL="893019" algn="l" defTabSz="1018617" rtl="0" fontAlgn="base">
        <a:spcBef>
          <a:spcPct val="0"/>
        </a:spcBef>
        <a:spcAft>
          <a:spcPct val="0"/>
        </a:spcAft>
        <a:defRPr sz="2600">
          <a:solidFill>
            <a:srgbClr val="6D6E71"/>
          </a:solidFill>
          <a:latin typeface="Arial" charset="0"/>
          <a:cs typeface="Arial" charset="0"/>
        </a:defRPr>
      </a:lvl7pPr>
      <a:lvl8pPr marL="1339545" algn="l" defTabSz="1018617" rtl="0" fontAlgn="base">
        <a:spcBef>
          <a:spcPct val="0"/>
        </a:spcBef>
        <a:spcAft>
          <a:spcPct val="0"/>
        </a:spcAft>
        <a:defRPr sz="2600">
          <a:solidFill>
            <a:srgbClr val="6D6E71"/>
          </a:solidFill>
          <a:latin typeface="Arial" charset="0"/>
          <a:cs typeface="Arial" charset="0"/>
        </a:defRPr>
      </a:lvl8pPr>
      <a:lvl9pPr marL="1786062" algn="l" defTabSz="1018617" rtl="0" fontAlgn="base">
        <a:spcBef>
          <a:spcPct val="0"/>
        </a:spcBef>
        <a:spcAft>
          <a:spcPct val="0"/>
        </a:spcAft>
        <a:defRPr sz="2600">
          <a:solidFill>
            <a:srgbClr val="6D6E71"/>
          </a:solidFill>
          <a:latin typeface="Arial" charset="0"/>
          <a:cs typeface="Arial" charset="0"/>
        </a:defRPr>
      </a:lvl9pPr>
    </p:titleStyle>
    <p:bodyStyle>
      <a:lvl1pPr marL="334884" indent="-334884" algn="l" defTabSz="1018617" rtl="0" eaLnBrk="0" fontAlgn="base" hangingPunct="0">
        <a:spcBef>
          <a:spcPct val="40000"/>
        </a:spcBef>
        <a:spcAft>
          <a:spcPct val="20000"/>
        </a:spcAft>
        <a:buClr>
          <a:srgbClr val="005C87"/>
        </a:buClr>
        <a:defRPr sz="1600" b="1">
          <a:solidFill>
            <a:srgbClr val="005C87"/>
          </a:solidFill>
          <a:latin typeface="+mn-lt"/>
          <a:ea typeface="+mn-ea"/>
          <a:cs typeface="+mn-cs"/>
        </a:defRPr>
      </a:lvl1pPr>
      <a:lvl2pPr marL="297680" indent="-296128" algn="l" defTabSz="1018617" rtl="0" eaLnBrk="0" fontAlgn="base" hangingPunct="0">
        <a:spcBef>
          <a:spcPct val="30000"/>
        </a:spcBef>
        <a:spcAft>
          <a:spcPct val="20000"/>
        </a:spcAft>
        <a:buClr>
          <a:schemeClr val="accent1"/>
        </a:buClr>
        <a:buSzPct val="110000"/>
        <a:buFont typeface="Wingdings" pitchFamily="2" charset="2"/>
        <a:buChar char="§"/>
        <a:defRPr sz="1400">
          <a:solidFill>
            <a:schemeClr val="tx1"/>
          </a:solidFill>
          <a:latin typeface="+mn-lt"/>
          <a:cs typeface="+mn-cs"/>
        </a:defRPr>
      </a:lvl2pPr>
      <a:lvl3pPr marL="593814" indent="-294576" algn="l" defTabSz="1018617" rtl="0" eaLnBrk="0" fontAlgn="base" hangingPunct="0">
        <a:spcBef>
          <a:spcPct val="20000"/>
        </a:spcBef>
        <a:spcAft>
          <a:spcPct val="20000"/>
        </a:spcAft>
        <a:buClr>
          <a:schemeClr val="accent1"/>
        </a:buClr>
        <a:buSzPct val="90000"/>
        <a:buFont typeface="Wingdings" pitchFamily="2" charset="2"/>
        <a:buChar char="§"/>
        <a:defRPr sz="1400">
          <a:solidFill>
            <a:schemeClr val="tx1"/>
          </a:solidFill>
          <a:latin typeface="+mn-lt"/>
          <a:cs typeface="+mn-cs"/>
        </a:defRPr>
      </a:lvl3pPr>
      <a:lvl4pPr marL="891473" indent="-296128" algn="l" defTabSz="1018617" rtl="0" eaLnBrk="0" fontAlgn="base" hangingPunct="0">
        <a:spcBef>
          <a:spcPct val="20000"/>
        </a:spcBef>
        <a:spcAft>
          <a:spcPct val="30000"/>
        </a:spcAft>
        <a:buClr>
          <a:schemeClr val="accent1"/>
        </a:buClr>
        <a:buSzPct val="80000"/>
        <a:buFont typeface="Wingdings" pitchFamily="2" charset="2"/>
        <a:buChar char="§"/>
        <a:defRPr sz="1400">
          <a:solidFill>
            <a:schemeClr val="tx1"/>
          </a:solidFill>
          <a:latin typeface="+mn-lt"/>
          <a:cs typeface="+mn-cs"/>
        </a:defRPr>
      </a:lvl4pPr>
      <a:lvl5pPr marL="2289940" indent="-252724" algn="l" defTabSz="1018617" rtl="0" eaLnBrk="0" fontAlgn="base" hangingPunct="0">
        <a:spcBef>
          <a:spcPct val="20000"/>
        </a:spcBef>
        <a:spcAft>
          <a:spcPct val="0"/>
        </a:spcAft>
        <a:buChar char="»"/>
        <a:defRPr sz="2700">
          <a:solidFill>
            <a:schemeClr val="tx1"/>
          </a:solidFill>
          <a:latin typeface="+mn-lt"/>
          <a:cs typeface="+mn-cs"/>
        </a:defRPr>
      </a:lvl5pPr>
      <a:lvl6pPr marL="2738009" indent="-254267" algn="l" defTabSz="1018617" rtl="0" fontAlgn="base">
        <a:spcBef>
          <a:spcPct val="20000"/>
        </a:spcBef>
        <a:spcAft>
          <a:spcPct val="0"/>
        </a:spcAft>
        <a:buChar char="»"/>
        <a:defRPr sz="2700">
          <a:solidFill>
            <a:schemeClr val="tx1"/>
          </a:solidFill>
          <a:latin typeface="+mn-lt"/>
          <a:cs typeface="+mn-cs"/>
        </a:defRPr>
      </a:lvl6pPr>
      <a:lvl7pPr marL="3184523" indent="-254267" algn="l" defTabSz="1018617" rtl="0" fontAlgn="base">
        <a:spcBef>
          <a:spcPct val="20000"/>
        </a:spcBef>
        <a:spcAft>
          <a:spcPct val="0"/>
        </a:spcAft>
        <a:buChar char="»"/>
        <a:defRPr sz="2700">
          <a:solidFill>
            <a:schemeClr val="tx1"/>
          </a:solidFill>
          <a:latin typeface="+mn-lt"/>
          <a:cs typeface="+mn-cs"/>
        </a:defRPr>
      </a:lvl7pPr>
      <a:lvl8pPr marL="3631040" indent="-254267" algn="l" defTabSz="1018617" rtl="0" fontAlgn="base">
        <a:spcBef>
          <a:spcPct val="20000"/>
        </a:spcBef>
        <a:spcAft>
          <a:spcPct val="0"/>
        </a:spcAft>
        <a:buChar char="»"/>
        <a:defRPr sz="2700">
          <a:solidFill>
            <a:schemeClr val="tx1"/>
          </a:solidFill>
          <a:latin typeface="+mn-lt"/>
          <a:cs typeface="+mn-cs"/>
        </a:defRPr>
      </a:lvl8pPr>
      <a:lvl9pPr marL="4077561" indent="-254267" algn="l" defTabSz="1018617" rtl="0" fontAlgn="base">
        <a:spcBef>
          <a:spcPct val="20000"/>
        </a:spcBef>
        <a:spcAft>
          <a:spcPct val="0"/>
        </a:spcAft>
        <a:buChar char="»"/>
        <a:defRPr sz="2700">
          <a:solidFill>
            <a:schemeClr val="tx1"/>
          </a:solidFill>
          <a:latin typeface="+mn-lt"/>
          <a:cs typeface="+mn-cs"/>
        </a:defRPr>
      </a:lvl9pPr>
    </p:bodyStyle>
    <p:otherStyle>
      <a:defPPr>
        <a:defRPr lang="en-US"/>
      </a:defPPr>
      <a:lvl1pPr marL="0" algn="l" defTabSz="893019" rtl="0" eaLnBrk="1" latinLnBrk="0" hangingPunct="1">
        <a:defRPr sz="1800" kern="1200">
          <a:solidFill>
            <a:schemeClr val="tx1"/>
          </a:solidFill>
          <a:latin typeface="+mn-lt"/>
          <a:ea typeface="+mn-ea"/>
          <a:cs typeface="+mn-cs"/>
        </a:defRPr>
      </a:lvl1pPr>
      <a:lvl2pPr marL="446481" algn="l" defTabSz="893019" rtl="0" eaLnBrk="1" latinLnBrk="0" hangingPunct="1">
        <a:defRPr sz="1800" kern="1200">
          <a:solidFill>
            <a:schemeClr val="tx1"/>
          </a:solidFill>
          <a:latin typeface="+mn-lt"/>
          <a:ea typeface="+mn-ea"/>
          <a:cs typeface="+mn-cs"/>
        </a:defRPr>
      </a:lvl2pPr>
      <a:lvl3pPr marL="893019" algn="l" defTabSz="893019" rtl="0" eaLnBrk="1" latinLnBrk="0" hangingPunct="1">
        <a:defRPr sz="1800" kern="1200">
          <a:solidFill>
            <a:schemeClr val="tx1"/>
          </a:solidFill>
          <a:latin typeface="+mn-lt"/>
          <a:ea typeface="+mn-ea"/>
          <a:cs typeface="+mn-cs"/>
        </a:defRPr>
      </a:lvl3pPr>
      <a:lvl4pPr marL="1339545" algn="l" defTabSz="893019" rtl="0" eaLnBrk="1" latinLnBrk="0" hangingPunct="1">
        <a:defRPr sz="1800" kern="1200">
          <a:solidFill>
            <a:schemeClr val="tx1"/>
          </a:solidFill>
          <a:latin typeface="+mn-lt"/>
          <a:ea typeface="+mn-ea"/>
          <a:cs typeface="+mn-cs"/>
        </a:defRPr>
      </a:lvl4pPr>
      <a:lvl5pPr marL="1786062" algn="l" defTabSz="893019" rtl="0" eaLnBrk="1" latinLnBrk="0" hangingPunct="1">
        <a:defRPr sz="1800" kern="1200">
          <a:solidFill>
            <a:schemeClr val="tx1"/>
          </a:solidFill>
          <a:latin typeface="+mn-lt"/>
          <a:ea typeface="+mn-ea"/>
          <a:cs typeface="+mn-cs"/>
        </a:defRPr>
      </a:lvl5pPr>
      <a:lvl6pPr marL="2232581" algn="l" defTabSz="893019" rtl="0" eaLnBrk="1" latinLnBrk="0" hangingPunct="1">
        <a:defRPr sz="1800" kern="1200">
          <a:solidFill>
            <a:schemeClr val="tx1"/>
          </a:solidFill>
          <a:latin typeface="+mn-lt"/>
          <a:ea typeface="+mn-ea"/>
          <a:cs typeface="+mn-cs"/>
        </a:defRPr>
      </a:lvl6pPr>
      <a:lvl7pPr marL="2679097" algn="l" defTabSz="893019" rtl="0" eaLnBrk="1" latinLnBrk="0" hangingPunct="1">
        <a:defRPr sz="1800" kern="1200">
          <a:solidFill>
            <a:schemeClr val="tx1"/>
          </a:solidFill>
          <a:latin typeface="+mn-lt"/>
          <a:ea typeface="+mn-ea"/>
          <a:cs typeface="+mn-cs"/>
        </a:defRPr>
      </a:lvl7pPr>
      <a:lvl8pPr marL="3125614" algn="l" defTabSz="893019" rtl="0" eaLnBrk="1" latinLnBrk="0" hangingPunct="1">
        <a:defRPr sz="1800" kern="1200">
          <a:solidFill>
            <a:schemeClr val="tx1"/>
          </a:solidFill>
          <a:latin typeface="+mn-lt"/>
          <a:ea typeface="+mn-ea"/>
          <a:cs typeface="+mn-cs"/>
        </a:defRPr>
      </a:lvl8pPr>
      <a:lvl9pPr marL="3572128" algn="l" defTabSz="893019"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2598" name="Text Box 6"/>
          <p:cNvSpPr txBox="1">
            <a:spLocks noChangeArrowheads="1"/>
          </p:cNvSpPr>
          <p:nvPr/>
        </p:nvSpPr>
        <p:spPr bwMode="auto">
          <a:xfrm>
            <a:off x="10069738" y="7056438"/>
            <a:ext cx="357187" cy="298450"/>
          </a:xfrm>
          <a:prstGeom prst="rect">
            <a:avLst/>
          </a:prstGeom>
          <a:noFill/>
          <a:ln w="9525">
            <a:noFill/>
            <a:miter lim="800000"/>
            <a:headEnd/>
            <a:tailEnd/>
          </a:ln>
        </p:spPr>
        <p:txBody>
          <a:bodyPr lIns="0" tIns="0" rIns="0" bIns="0" anchor="ctr"/>
          <a:lstStyle/>
          <a:p>
            <a:pPr algn="ctr" defTabSz="1008078">
              <a:defRPr/>
            </a:pPr>
            <a:fld id="{73F339DB-CFFF-4785-85A0-A3411D771B4A}" type="slidenum">
              <a:rPr lang="en-US" baseline="0">
                <a:solidFill>
                  <a:srgbClr val="6D6E71"/>
                </a:solidFill>
                <a:latin typeface="Arial"/>
              </a:rPr>
              <a:pPr algn="ctr" defTabSz="1008078">
                <a:defRPr/>
              </a:pPr>
              <a:t>‹#›</a:t>
            </a:fld>
            <a:endParaRPr lang="en-US" baseline="0" dirty="0">
              <a:solidFill>
                <a:srgbClr val="6D6E71"/>
              </a:solidFill>
              <a:latin typeface="Arial"/>
            </a:endParaRPr>
          </a:p>
        </p:txBody>
      </p:sp>
      <p:sp>
        <p:nvSpPr>
          <p:cNvPr id="1027" name="Rectangle 18"/>
          <p:cNvSpPr>
            <a:spLocks noGrp="1" noChangeArrowheads="1"/>
          </p:cNvSpPr>
          <p:nvPr>
            <p:ph type="body" idx="1"/>
          </p:nvPr>
        </p:nvSpPr>
        <p:spPr bwMode="auto">
          <a:xfrm>
            <a:off x="446088" y="1512888"/>
            <a:ext cx="9796462" cy="527685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22611" name="Text Box 19"/>
          <p:cNvSpPr txBox="1">
            <a:spLocks noChangeArrowheads="1"/>
          </p:cNvSpPr>
          <p:nvPr/>
        </p:nvSpPr>
        <p:spPr bwMode="auto">
          <a:xfrm>
            <a:off x="412751" y="671513"/>
            <a:ext cx="9867900" cy="515937"/>
          </a:xfrm>
          <a:prstGeom prst="rect">
            <a:avLst/>
          </a:prstGeom>
          <a:noFill/>
          <a:ln w="9525">
            <a:noFill/>
            <a:miter lim="800000"/>
            <a:headEnd/>
            <a:tailEnd/>
          </a:ln>
        </p:spPr>
        <p:txBody>
          <a:bodyPr lIns="100785" tIns="50409" rIns="100785" bIns="50409">
            <a:spAutoFit/>
          </a:bodyPr>
          <a:lstStyle/>
          <a:p>
            <a:pPr defTabSz="1008078">
              <a:spcBef>
                <a:spcPct val="50000"/>
              </a:spcBef>
              <a:defRPr/>
            </a:pPr>
            <a:endParaRPr lang="en-GB" sz="2700" b="1" baseline="0" dirty="0">
              <a:latin typeface="Arial"/>
            </a:endParaRPr>
          </a:p>
        </p:txBody>
      </p:sp>
      <p:sp>
        <p:nvSpPr>
          <p:cNvPr id="1029" name="Rectangle 20"/>
          <p:cNvSpPr>
            <a:spLocks noGrp="1" noChangeArrowheads="1"/>
          </p:cNvSpPr>
          <p:nvPr>
            <p:ph type="title"/>
          </p:nvPr>
        </p:nvSpPr>
        <p:spPr bwMode="auto">
          <a:xfrm>
            <a:off x="412751" y="368300"/>
            <a:ext cx="9867900" cy="587375"/>
          </a:xfrm>
          <a:prstGeom prst="rect">
            <a:avLst/>
          </a:prstGeom>
          <a:noFill/>
          <a:ln w="9525">
            <a:noFill/>
            <a:miter lim="800000"/>
            <a:headEnd/>
            <a:tailEnd/>
          </a:ln>
        </p:spPr>
        <p:txBody>
          <a:bodyPr vert="horz" wrap="square" lIns="0" tIns="50409" rIns="100785" bIns="50409" numCol="1" anchor="ctr" anchorCtr="0" compatLnSpc="1">
            <a:prstTxWarp prst="textNoShape">
              <a:avLst/>
            </a:prstTxWarp>
          </a:bodyPr>
          <a:lstStyle/>
          <a:p>
            <a:pPr lvl="0"/>
            <a:r>
              <a:rPr lang="en-US" smtClean="0"/>
              <a:t>Click to edit Master title style</a:t>
            </a:r>
          </a:p>
        </p:txBody>
      </p:sp>
      <p:sp>
        <p:nvSpPr>
          <p:cNvPr id="622617" name="Text Box 25"/>
          <p:cNvSpPr txBox="1">
            <a:spLocks noChangeArrowheads="1"/>
          </p:cNvSpPr>
          <p:nvPr/>
        </p:nvSpPr>
        <p:spPr bwMode="auto">
          <a:xfrm>
            <a:off x="6505579" y="7080250"/>
            <a:ext cx="3475038" cy="252413"/>
          </a:xfrm>
          <a:prstGeom prst="rect">
            <a:avLst/>
          </a:prstGeom>
          <a:noFill/>
          <a:ln w="9525">
            <a:noFill/>
            <a:miter lim="800000"/>
            <a:headEnd/>
            <a:tailEnd/>
          </a:ln>
        </p:spPr>
        <p:txBody>
          <a:bodyPr lIns="0" tIns="0" rIns="119022" bIns="0" anchor="ctr"/>
          <a:lstStyle/>
          <a:p>
            <a:pPr marL="504830" indent="-504830" algn="r" defTabSz="1008078">
              <a:spcBef>
                <a:spcPct val="40000"/>
              </a:spcBef>
              <a:spcAft>
                <a:spcPct val="40000"/>
              </a:spcAft>
              <a:defRPr/>
            </a:pPr>
            <a:r>
              <a:rPr lang="en-GB" baseline="0" dirty="0">
                <a:solidFill>
                  <a:srgbClr val="6D6E71"/>
                </a:solidFill>
                <a:latin typeface="Arial"/>
              </a:rPr>
              <a:t>WB </a:t>
            </a:r>
            <a:r>
              <a:rPr lang="en-GB" baseline="0" dirty="0" smtClean="0">
                <a:solidFill>
                  <a:srgbClr val="6D6E71"/>
                </a:solidFill>
                <a:latin typeface="Arial"/>
              </a:rPr>
              <a:t>Performance Management </a:t>
            </a:r>
            <a:r>
              <a:rPr lang="en-GB" baseline="0" dirty="0">
                <a:solidFill>
                  <a:srgbClr val="6D6E71"/>
                </a:solidFill>
                <a:latin typeface="Arial"/>
              </a:rPr>
              <a:t>- External Performance Analytics</a:t>
            </a:r>
          </a:p>
        </p:txBody>
      </p:sp>
      <p:pic>
        <p:nvPicPr>
          <p:cNvPr id="1031" name="Picture 26" descr="Visual Identitiy Band"/>
          <p:cNvPicPr preferRelativeResize="0">
            <a:picLocks noChangeAspect="1" noChangeArrowheads="1"/>
          </p:cNvPicPr>
          <p:nvPr/>
        </p:nvPicPr>
        <p:blipFill>
          <a:blip r:embed="rId14" cstate="print"/>
          <a:srcRect/>
          <a:stretch>
            <a:fillRect/>
          </a:stretch>
        </p:blipFill>
        <p:spPr bwMode="auto">
          <a:xfrm>
            <a:off x="225" y="1092413"/>
            <a:ext cx="10702925" cy="52387"/>
          </a:xfrm>
          <a:prstGeom prst="rect">
            <a:avLst/>
          </a:prstGeom>
          <a:noFill/>
          <a:ln w="9525">
            <a:noFill/>
            <a:miter lim="800000"/>
            <a:headEnd/>
            <a:tailEnd/>
          </a:ln>
        </p:spPr>
      </p:pic>
      <p:pic>
        <p:nvPicPr>
          <p:cNvPr id="1032" name="Picture 2"/>
          <p:cNvPicPr>
            <a:picLocks noChangeAspect="1" noChangeArrowheads="1"/>
          </p:cNvPicPr>
          <p:nvPr/>
        </p:nvPicPr>
        <p:blipFill>
          <a:blip r:embed="rId15" cstate="print"/>
          <a:srcRect/>
          <a:stretch>
            <a:fillRect/>
          </a:stretch>
        </p:blipFill>
        <p:spPr bwMode="gray">
          <a:xfrm>
            <a:off x="450850" y="7021726"/>
            <a:ext cx="952500" cy="363537"/>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038" r:id="rId1"/>
    <p:sldLayoutId id="2147484039" r:id="rId2"/>
    <p:sldLayoutId id="2147484040" r:id="rId3"/>
    <p:sldLayoutId id="2147484041" r:id="rId4"/>
    <p:sldLayoutId id="2147484042" r:id="rId5"/>
    <p:sldLayoutId id="2147484043" r:id="rId6"/>
    <p:sldLayoutId id="2147484044" r:id="rId7"/>
    <p:sldLayoutId id="2147484045" r:id="rId8"/>
    <p:sldLayoutId id="2147484046" r:id="rId9"/>
    <p:sldLayoutId id="2147484047" r:id="rId10"/>
    <p:sldLayoutId id="2147484048" r:id="rId11"/>
    <p:sldLayoutId id="2147484049" r:id="rId12"/>
  </p:sldLayoutIdLst>
  <p:txStyles>
    <p:titleStyle>
      <a:lvl1pPr algn="l" defTabSz="1008078" rtl="0" eaLnBrk="0" fontAlgn="base" hangingPunct="0">
        <a:spcBef>
          <a:spcPct val="0"/>
        </a:spcBef>
        <a:spcAft>
          <a:spcPct val="0"/>
        </a:spcAft>
        <a:defRPr sz="2600">
          <a:solidFill>
            <a:srgbClr val="6D6E71"/>
          </a:solidFill>
          <a:latin typeface="+mj-lt"/>
          <a:ea typeface="+mj-ea"/>
          <a:cs typeface="+mj-cs"/>
        </a:defRPr>
      </a:lvl1pPr>
      <a:lvl2pPr algn="l" defTabSz="1008078" rtl="0" eaLnBrk="0" fontAlgn="base" hangingPunct="0">
        <a:spcBef>
          <a:spcPct val="0"/>
        </a:spcBef>
        <a:spcAft>
          <a:spcPct val="0"/>
        </a:spcAft>
        <a:defRPr sz="2600">
          <a:solidFill>
            <a:srgbClr val="6D6E71"/>
          </a:solidFill>
          <a:latin typeface="Arial" charset="0"/>
        </a:defRPr>
      </a:lvl2pPr>
      <a:lvl3pPr algn="l" defTabSz="1008078" rtl="0" eaLnBrk="0" fontAlgn="base" hangingPunct="0">
        <a:spcBef>
          <a:spcPct val="0"/>
        </a:spcBef>
        <a:spcAft>
          <a:spcPct val="0"/>
        </a:spcAft>
        <a:defRPr sz="2600">
          <a:solidFill>
            <a:srgbClr val="6D6E71"/>
          </a:solidFill>
          <a:latin typeface="Arial" charset="0"/>
        </a:defRPr>
      </a:lvl3pPr>
      <a:lvl4pPr algn="l" defTabSz="1008078" rtl="0" eaLnBrk="0" fontAlgn="base" hangingPunct="0">
        <a:spcBef>
          <a:spcPct val="0"/>
        </a:spcBef>
        <a:spcAft>
          <a:spcPct val="0"/>
        </a:spcAft>
        <a:defRPr sz="2600">
          <a:solidFill>
            <a:srgbClr val="6D6E71"/>
          </a:solidFill>
          <a:latin typeface="Arial" charset="0"/>
        </a:defRPr>
      </a:lvl4pPr>
      <a:lvl5pPr algn="l" defTabSz="1008078" rtl="0" eaLnBrk="0" fontAlgn="base" hangingPunct="0">
        <a:spcBef>
          <a:spcPct val="0"/>
        </a:spcBef>
        <a:spcAft>
          <a:spcPct val="0"/>
        </a:spcAft>
        <a:defRPr sz="2600">
          <a:solidFill>
            <a:srgbClr val="6D6E71"/>
          </a:solidFill>
          <a:latin typeface="Arial" charset="0"/>
        </a:defRPr>
      </a:lvl5pPr>
      <a:lvl6pPr marL="441854" algn="l" defTabSz="1008078" rtl="0" fontAlgn="base">
        <a:spcBef>
          <a:spcPct val="0"/>
        </a:spcBef>
        <a:spcAft>
          <a:spcPct val="0"/>
        </a:spcAft>
        <a:defRPr sz="3200">
          <a:solidFill>
            <a:schemeClr val="hlink"/>
          </a:solidFill>
          <a:latin typeface="Arial" charset="0"/>
        </a:defRPr>
      </a:lvl6pPr>
      <a:lvl7pPr marL="883770" algn="l" defTabSz="1008078" rtl="0" fontAlgn="base">
        <a:spcBef>
          <a:spcPct val="0"/>
        </a:spcBef>
        <a:spcAft>
          <a:spcPct val="0"/>
        </a:spcAft>
        <a:defRPr sz="3200">
          <a:solidFill>
            <a:schemeClr val="hlink"/>
          </a:solidFill>
          <a:latin typeface="Arial" charset="0"/>
        </a:defRPr>
      </a:lvl7pPr>
      <a:lvl8pPr marL="1325665" algn="l" defTabSz="1008078" rtl="0" fontAlgn="base">
        <a:spcBef>
          <a:spcPct val="0"/>
        </a:spcBef>
        <a:spcAft>
          <a:spcPct val="0"/>
        </a:spcAft>
        <a:defRPr sz="3200">
          <a:solidFill>
            <a:schemeClr val="hlink"/>
          </a:solidFill>
          <a:latin typeface="Arial" charset="0"/>
        </a:defRPr>
      </a:lvl8pPr>
      <a:lvl9pPr marL="1767560" algn="l" defTabSz="1008078" rtl="0" fontAlgn="base">
        <a:spcBef>
          <a:spcPct val="0"/>
        </a:spcBef>
        <a:spcAft>
          <a:spcPct val="0"/>
        </a:spcAft>
        <a:defRPr sz="3200">
          <a:solidFill>
            <a:schemeClr val="hlink"/>
          </a:solidFill>
          <a:latin typeface="Arial" charset="0"/>
        </a:defRPr>
      </a:lvl9pPr>
    </p:titleStyle>
    <p:bodyStyle>
      <a:lvl1pPr marL="331419" indent="-331419" algn="l" defTabSz="1008078" rtl="0" eaLnBrk="0" fontAlgn="base" hangingPunct="0">
        <a:spcBef>
          <a:spcPct val="40000"/>
        </a:spcBef>
        <a:spcAft>
          <a:spcPct val="20000"/>
        </a:spcAft>
        <a:buClr>
          <a:srgbClr val="005C87"/>
        </a:buClr>
        <a:defRPr sz="1600" b="1">
          <a:solidFill>
            <a:srgbClr val="005C87"/>
          </a:solidFill>
          <a:latin typeface="+mn-lt"/>
          <a:ea typeface="+mn-ea"/>
          <a:cs typeface="+mn-cs"/>
        </a:defRPr>
      </a:lvl1pPr>
      <a:lvl2pPr marL="294591" indent="-293058" algn="l" defTabSz="1008078" rtl="0" eaLnBrk="0" fontAlgn="base" hangingPunct="0">
        <a:spcBef>
          <a:spcPct val="30000"/>
        </a:spcBef>
        <a:spcAft>
          <a:spcPct val="20000"/>
        </a:spcAft>
        <a:buClr>
          <a:schemeClr val="accent1"/>
        </a:buClr>
        <a:buSzPct val="110000"/>
        <a:buFont typeface="Wingdings" pitchFamily="2" charset="2"/>
        <a:buChar char="§"/>
        <a:defRPr sz="1400">
          <a:solidFill>
            <a:schemeClr val="tx1"/>
          </a:solidFill>
          <a:latin typeface="+mn-lt"/>
        </a:defRPr>
      </a:lvl2pPr>
      <a:lvl3pPr marL="587653" indent="-291533" algn="l" defTabSz="1008078" rtl="0" eaLnBrk="0" fontAlgn="base" hangingPunct="0">
        <a:spcBef>
          <a:spcPct val="20000"/>
        </a:spcBef>
        <a:spcAft>
          <a:spcPct val="20000"/>
        </a:spcAft>
        <a:buClr>
          <a:schemeClr val="accent1"/>
        </a:buClr>
        <a:buSzPct val="90000"/>
        <a:buFont typeface="Wingdings" pitchFamily="2" charset="2"/>
        <a:buChar char="§"/>
        <a:defRPr sz="1400">
          <a:solidFill>
            <a:schemeClr val="tx1"/>
          </a:solidFill>
          <a:latin typeface="+mn-lt"/>
        </a:defRPr>
      </a:lvl3pPr>
      <a:lvl4pPr marL="882240" indent="-293058" algn="l" defTabSz="1008078" rtl="0" eaLnBrk="0" fontAlgn="base" hangingPunct="0">
        <a:spcBef>
          <a:spcPct val="20000"/>
        </a:spcBef>
        <a:spcAft>
          <a:spcPct val="30000"/>
        </a:spcAft>
        <a:buClr>
          <a:schemeClr val="accent1"/>
        </a:buClr>
        <a:buSzPct val="80000"/>
        <a:buFont typeface="Wingdings" pitchFamily="2" charset="2"/>
        <a:buChar char="§"/>
        <a:defRPr sz="1400">
          <a:solidFill>
            <a:schemeClr val="tx1"/>
          </a:solidFill>
          <a:latin typeface="+mn-lt"/>
        </a:defRPr>
      </a:lvl4pPr>
      <a:lvl5pPr marL="2266218" indent="-250102" algn="l" defTabSz="1008078" rtl="0" eaLnBrk="0" fontAlgn="base" hangingPunct="0">
        <a:spcBef>
          <a:spcPct val="20000"/>
        </a:spcBef>
        <a:spcAft>
          <a:spcPct val="0"/>
        </a:spcAft>
        <a:buChar char="»"/>
        <a:defRPr sz="2700">
          <a:solidFill>
            <a:schemeClr val="tx1"/>
          </a:solidFill>
          <a:latin typeface="+mn-lt"/>
        </a:defRPr>
      </a:lvl5pPr>
      <a:lvl6pPr marL="2709654" indent="-251641" algn="l" defTabSz="1008078" rtl="0" fontAlgn="base">
        <a:spcBef>
          <a:spcPct val="20000"/>
        </a:spcBef>
        <a:spcAft>
          <a:spcPct val="0"/>
        </a:spcAft>
        <a:buChar char="»"/>
        <a:defRPr sz="2700">
          <a:solidFill>
            <a:schemeClr val="tx1"/>
          </a:solidFill>
          <a:latin typeface="+mn-lt"/>
        </a:defRPr>
      </a:lvl6pPr>
      <a:lvl7pPr marL="3151541" indent="-251641" algn="l" defTabSz="1008078" rtl="0" fontAlgn="base">
        <a:spcBef>
          <a:spcPct val="20000"/>
        </a:spcBef>
        <a:spcAft>
          <a:spcPct val="0"/>
        </a:spcAft>
        <a:buChar char="»"/>
        <a:defRPr sz="2700">
          <a:solidFill>
            <a:schemeClr val="tx1"/>
          </a:solidFill>
          <a:latin typeface="+mn-lt"/>
        </a:defRPr>
      </a:lvl7pPr>
      <a:lvl8pPr marL="3593435" indent="-251641" algn="l" defTabSz="1008078" rtl="0" fontAlgn="base">
        <a:spcBef>
          <a:spcPct val="20000"/>
        </a:spcBef>
        <a:spcAft>
          <a:spcPct val="0"/>
        </a:spcAft>
        <a:buChar char="»"/>
        <a:defRPr sz="2700">
          <a:solidFill>
            <a:schemeClr val="tx1"/>
          </a:solidFill>
          <a:latin typeface="+mn-lt"/>
        </a:defRPr>
      </a:lvl8pPr>
      <a:lvl9pPr marL="4035329" indent="-251641" algn="l" defTabSz="1008078" rtl="0" fontAlgn="base">
        <a:spcBef>
          <a:spcPct val="20000"/>
        </a:spcBef>
        <a:spcAft>
          <a:spcPct val="0"/>
        </a:spcAft>
        <a:buChar char="»"/>
        <a:defRPr sz="2700">
          <a:solidFill>
            <a:schemeClr val="tx1"/>
          </a:solidFill>
          <a:latin typeface="+mn-lt"/>
        </a:defRPr>
      </a:lvl9pPr>
    </p:bodyStyle>
    <p:otherStyle>
      <a:defPPr>
        <a:defRPr lang="en-US"/>
      </a:defPPr>
      <a:lvl1pPr marL="0" algn="l" defTabSz="883770" rtl="0" eaLnBrk="1" latinLnBrk="0" hangingPunct="1">
        <a:defRPr sz="1800" kern="1200">
          <a:solidFill>
            <a:schemeClr val="tx1"/>
          </a:solidFill>
          <a:latin typeface="+mn-lt"/>
          <a:ea typeface="+mn-ea"/>
          <a:cs typeface="+mn-cs"/>
        </a:defRPr>
      </a:lvl1pPr>
      <a:lvl2pPr marL="441854" algn="l" defTabSz="883770" rtl="0" eaLnBrk="1" latinLnBrk="0" hangingPunct="1">
        <a:defRPr sz="1800" kern="1200">
          <a:solidFill>
            <a:schemeClr val="tx1"/>
          </a:solidFill>
          <a:latin typeface="+mn-lt"/>
          <a:ea typeface="+mn-ea"/>
          <a:cs typeface="+mn-cs"/>
        </a:defRPr>
      </a:lvl2pPr>
      <a:lvl3pPr marL="883770" algn="l" defTabSz="883770" rtl="0" eaLnBrk="1" latinLnBrk="0" hangingPunct="1">
        <a:defRPr sz="1800" kern="1200">
          <a:solidFill>
            <a:schemeClr val="tx1"/>
          </a:solidFill>
          <a:latin typeface="+mn-lt"/>
          <a:ea typeface="+mn-ea"/>
          <a:cs typeface="+mn-cs"/>
        </a:defRPr>
      </a:lvl3pPr>
      <a:lvl4pPr marL="1325665" algn="l" defTabSz="883770" rtl="0" eaLnBrk="1" latinLnBrk="0" hangingPunct="1">
        <a:defRPr sz="1800" kern="1200">
          <a:solidFill>
            <a:schemeClr val="tx1"/>
          </a:solidFill>
          <a:latin typeface="+mn-lt"/>
          <a:ea typeface="+mn-ea"/>
          <a:cs typeface="+mn-cs"/>
        </a:defRPr>
      </a:lvl4pPr>
      <a:lvl5pPr marL="1767560" algn="l" defTabSz="883770" rtl="0" eaLnBrk="1" latinLnBrk="0" hangingPunct="1">
        <a:defRPr sz="1800" kern="1200">
          <a:solidFill>
            <a:schemeClr val="tx1"/>
          </a:solidFill>
          <a:latin typeface="+mn-lt"/>
          <a:ea typeface="+mn-ea"/>
          <a:cs typeface="+mn-cs"/>
        </a:defRPr>
      </a:lvl5pPr>
      <a:lvl6pPr marL="2209461" algn="l" defTabSz="883770" rtl="0" eaLnBrk="1" latinLnBrk="0" hangingPunct="1">
        <a:defRPr sz="1800" kern="1200">
          <a:solidFill>
            <a:schemeClr val="tx1"/>
          </a:solidFill>
          <a:latin typeface="+mn-lt"/>
          <a:ea typeface="+mn-ea"/>
          <a:cs typeface="+mn-cs"/>
        </a:defRPr>
      </a:lvl6pPr>
      <a:lvl7pPr marL="2651347" algn="l" defTabSz="883770" rtl="0" eaLnBrk="1" latinLnBrk="0" hangingPunct="1">
        <a:defRPr sz="1800" kern="1200">
          <a:solidFill>
            <a:schemeClr val="tx1"/>
          </a:solidFill>
          <a:latin typeface="+mn-lt"/>
          <a:ea typeface="+mn-ea"/>
          <a:cs typeface="+mn-cs"/>
        </a:defRPr>
      </a:lvl7pPr>
      <a:lvl8pPr marL="3093234" algn="l" defTabSz="883770" rtl="0" eaLnBrk="1" latinLnBrk="0" hangingPunct="1">
        <a:defRPr sz="1800" kern="1200">
          <a:solidFill>
            <a:schemeClr val="tx1"/>
          </a:solidFill>
          <a:latin typeface="+mn-lt"/>
          <a:ea typeface="+mn-ea"/>
          <a:cs typeface="+mn-cs"/>
        </a:defRPr>
      </a:lvl8pPr>
      <a:lvl9pPr marL="3535132" algn="l" defTabSz="88377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2598" name="Text Box 6"/>
          <p:cNvSpPr txBox="1">
            <a:spLocks noChangeArrowheads="1"/>
          </p:cNvSpPr>
          <p:nvPr/>
        </p:nvSpPr>
        <p:spPr bwMode="auto">
          <a:xfrm>
            <a:off x="10069737" y="7056438"/>
            <a:ext cx="357187" cy="298450"/>
          </a:xfrm>
          <a:prstGeom prst="rect">
            <a:avLst/>
          </a:prstGeom>
          <a:noFill/>
          <a:ln w="9525">
            <a:noFill/>
            <a:miter lim="800000"/>
            <a:headEnd/>
            <a:tailEnd/>
          </a:ln>
        </p:spPr>
        <p:txBody>
          <a:bodyPr lIns="0" tIns="0" rIns="0" bIns="0" anchor="ctr"/>
          <a:lstStyle/>
          <a:p>
            <a:pPr algn="ctr" defTabSz="1008256">
              <a:defRPr/>
            </a:pPr>
            <a:fld id="{73F339DB-CFFF-4785-85A0-A3411D771B4A}" type="slidenum">
              <a:rPr lang="en-US" baseline="0">
                <a:solidFill>
                  <a:srgbClr val="6D6E71"/>
                </a:solidFill>
                <a:latin typeface="Arial"/>
              </a:rPr>
              <a:pPr algn="ctr" defTabSz="1008256">
                <a:defRPr/>
              </a:pPr>
              <a:t>‹#›</a:t>
            </a:fld>
            <a:endParaRPr lang="en-US" baseline="0" dirty="0">
              <a:solidFill>
                <a:srgbClr val="6D6E71"/>
              </a:solidFill>
              <a:latin typeface="Arial"/>
            </a:endParaRPr>
          </a:p>
        </p:txBody>
      </p:sp>
      <p:sp>
        <p:nvSpPr>
          <p:cNvPr id="1027" name="Rectangle 18"/>
          <p:cNvSpPr>
            <a:spLocks noGrp="1" noChangeArrowheads="1"/>
          </p:cNvSpPr>
          <p:nvPr>
            <p:ph type="body" idx="1"/>
          </p:nvPr>
        </p:nvSpPr>
        <p:spPr bwMode="auto">
          <a:xfrm>
            <a:off x="446088" y="1512888"/>
            <a:ext cx="9796462" cy="527685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22611" name="Text Box 19"/>
          <p:cNvSpPr txBox="1">
            <a:spLocks noChangeArrowheads="1"/>
          </p:cNvSpPr>
          <p:nvPr/>
        </p:nvSpPr>
        <p:spPr bwMode="auto">
          <a:xfrm>
            <a:off x="412751" y="671513"/>
            <a:ext cx="9867900" cy="515937"/>
          </a:xfrm>
          <a:prstGeom prst="rect">
            <a:avLst/>
          </a:prstGeom>
          <a:noFill/>
          <a:ln w="9525">
            <a:noFill/>
            <a:miter lim="800000"/>
            <a:headEnd/>
            <a:tailEnd/>
          </a:ln>
        </p:spPr>
        <p:txBody>
          <a:bodyPr lIns="100803" tIns="50417" rIns="100803" bIns="50417">
            <a:spAutoFit/>
          </a:bodyPr>
          <a:lstStyle/>
          <a:p>
            <a:pPr defTabSz="1008256">
              <a:spcBef>
                <a:spcPct val="50000"/>
              </a:spcBef>
              <a:defRPr/>
            </a:pPr>
            <a:endParaRPr lang="en-GB" sz="2700" b="1" baseline="0" dirty="0">
              <a:latin typeface="Arial"/>
            </a:endParaRPr>
          </a:p>
        </p:txBody>
      </p:sp>
      <p:sp>
        <p:nvSpPr>
          <p:cNvPr id="1029" name="Rectangle 20"/>
          <p:cNvSpPr>
            <a:spLocks noGrp="1" noChangeArrowheads="1"/>
          </p:cNvSpPr>
          <p:nvPr>
            <p:ph type="title"/>
          </p:nvPr>
        </p:nvSpPr>
        <p:spPr bwMode="auto">
          <a:xfrm>
            <a:off x="412751" y="368300"/>
            <a:ext cx="9867900" cy="587375"/>
          </a:xfrm>
          <a:prstGeom prst="rect">
            <a:avLst/>
          </a:prstGeom>
          <a:noFill/>
          <a:ln w="9525">
            <a:noFill/>
            <a:miter lim="800000"/>
            <a:headEnd/>
            <a:tailEnd/>
          </a:ln>
        </p:spPr>
        <p:txBody>
          <a:bodyPr vert="horz" wrap="square" lIns="0" tIns="50417" rIns="100803" bIns="50417" numCol="1" anchor="ctr" anchorCtr="0" compatLnSpc="1">
            <a:prstTxWarp prst="textNoShape">
              <a:avLst/>
            </a:prstTxWarp>
          </a:bodyPr>
          <a:lstStyle/>
          <a:p>
            <a:pPr lvl="0"/>
            <a:r>
              <a:rPr lang="en-US" smtClean="0"/>
              <a:t>Click to edit Master title style</a:t>
            </a:r>
          </a:p>
        </p:txBody>
      </p:sp>
      <p:sp>
        <p:nvSpPr>
          <p:cNvPr id="622617" name="Text Box 25"/>
          <p:cNvSpPr txBox="1">
            <a:spLocks noChangeArrowheads="1"/>
          </p:cNvSpPr>
          <p:nvPr/>
        </p:nvSpPr>
        <p:spPr bwMode="auto">
          <a:xfrm>
            <a:off x="6505579" y="7080250"/>
            <a:ext cx="3475038" cy="252413"/>
          </a:xfrm>
          <a:prstGeom prst="rect">
            <a:avLst/>
          </a:prstGeom>
          <a:noFill/>
          <a:ln w="9525">
            <a:noFill/>
            <a:miter lim="800000"/>
            <a:headEnd/>
            <a:tailEnd/>
          </a:ln>
        </p:spPr>
        <p:txBody>
          <a:bodyPr lIns="0" tIns="0" rIns="119043" bIns="0" anchor="ctr"/>
          <a:lstStyle/>
          <a:p>
            <a:pPr marL="504919" indent="-504919" algn="r" defTabSz="1008256">
              <a:spcBef>
                <a:spcPct val="40000"/>
              </a:spcBef>
              <a:spcAft>
                <a:spcPct val="40000"/>
              </a:spcAft>
              <a:defRPr/>
            </a:pPr>
            <a:r>
              <a:rPr lang="en-GB" baseline="0" dirty="0">
                <a:solidFill>
                  <a:srgbClr val="6D6E71"/>
                </a:solidFill>
                <a:latin typeface="Arial"/>
              </a:rPr>
              <a:t>WB </a:t>
            </a:r>
            <a:r>
              <a:rPr lang="en-GB" baseline="0" dirty="0" smtClean="0">
                <a:solidFill>
                  <a:srgbClr val="6D6E71"/>
                </a:solidFill>
                <a:latin typeface="Arial"/>
              </a:rPr>
              <a:t>Performance Management </a:t>
            </a:r>
            <a:r>
              <a:rPr lang="en-GB" baseline="0" dirty="0">
                <a:solidFill>
                  <a:srgbClr val="6D6E71"/>
                </a:solidFill>
                <a:latin typeface="Arial"/>
              </a:rPr>
              <a:t>- External Performance Analytics</a:t>
            </a:r>
          </a:p>
        </p:txBody>
      </p:sp>
      <p:pic>
        <p:nvPicPr>
          <p:cNvPr id="1031" name="Picture 26" descr="Visual Identitiy Band"/>
          <p:cNvPicPr preferRelativeResize="0">
            <a:picLocks noChangeAspect="1" noChangeArrowheads="1"/>
          </p:cNvPicPr>
          <p:nvPr/>
        </p:nvPicPr>
        <p:blipFill>
          <a:blip r:embed="rId14" cstate="print"/>
          <a:srcRect/>
          <a:stretch>
            <a:fillRect/>
          </a:stretch>
        </p:blipFill>
        <p:spPr bwMode="auto">
          <a:xfrm>
            <a:off x="224" y="1092411"/>
            <a:ext cx="10702925" cy="52387"/>
          </a:xfrm>
          <a:prstGeom prst="rect">
            <a:avLst/>
          </a:prstGeom>
          <a:noFill/>
          <a:ln w="9525">
            <a:noFill/>
            <a:miter lim="800000"/>
            <a:headEnd/>
            <a:tailEnd/>
          </a:ln>
        </p:spPr>
      </p:pic>
      <p:pic>
        <p:nvPicPr>
          <p:cNvPr id="1032" name="Picture 2"/>
          <p:cNvPicPr>
            <a:picLocks noChangeAspect="1" noChangeArrowheads="1"/>
          </p:cNvPicPr>
          <p:nvPr/>
        </p:nvPicPr>
        <p:blipFill>
          <a:blip r:embed="rId15" cstate="print"/>
          <a:srcRect/>
          <a:stretch>
            <a:fillRect/>
          </a:stretch>
        </p:blipFill>
        <p:spPr bwMode="gray">
          <a:xfrm>
            <a:off x="450850" y="7021725"/>
            <a:ext cx="952500" cy="363537"/>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051" r:id="rId1"/>
    <p:sldLayoutId id="2147484052" r:id="rId2"/>
    <p:sldLayoutId id="2147484053" r:id="rId3"/>
    <p:sldLayoutId id="2147484054" r:id="rId4"/>
    <p:sldLayoutId id="2147484055" r:id="rId5"/>
    <p:sldLayoutId id="2147484056" r:id="rId6"/>
    <p:sldLayoutId id="2147484057" r:id="rId7"/>
    <p:sldLayoutId id="2147484058" r:id="rId8"/>
    <p:sldLayoutId id="2147484059" r:id="rId9"/>
    <p:sldLayoutId id="2147484060" r:id="rId10"/>
    <p:sldLayoutId id="2147484061" r:id="rId11"/>
    <p:sldLayoutId id="2147484062" r:id="rId12"/>
  </p:sldLayoutIdLst>
  <p:txStyles>
    <p:titleStyle>
      <a:lvl1pPr algn="l" defTabSz="1008256" rtl="0" eaLnBrk="0" fontAlgn="base" hangingPunct="0">
        <a:spcBef>
          <a:spcPct val="0"/>
        </a:spcBef>
        <a:spcAft>
          <a:spcPct val="0"/>
        </a:spcAft>
        <a:defRPr sz="2600">
          <a:solidFill>
            <a:srgbClr val="6D6E71"/>
          </a:solidFill>
          <a:latin typeface="+mj-lt"/>
          <a:ea typeface="+mj-ea"/>
          <a:cs typeface="+mj-cs"/>
        </a:defRPr>
      </a:lvl1pPr>
      <a:lvl2pPr algn="l" defTabSz="1008256" rtl="0" eaLnBrk="0" fontAlgn="base" hangingPunct="0">
        <a:spcBef>
          <a:spcPct val="0"/>
        </a:spcBef>
        <a:spcAft>
          <a:spcPct val="0"/>
        </a:spcAft>
        <a:defRPr sz="2600">
          <a:solidFill>
            <a:srgbClr val="6D6E71"/>
          </a:solidFill>
          <a:latin typeface="Arial" charset="0"/>
        </a:defRPr>
      </a:lvl2pPr>
      <a:lvl3pPr algn="l" defTabSz="1008256" rtl="0" eaLnBrk="0" fontAlgn="base" hangingPunct="0">
        <a:spcBef>
          <a:spcPct val="0"/>
        </a:spcBef>
        <a:spcAft>
          <a:spcPct val="0"/>
        </a:spcAft>
        <a:defRPr sz="2600">
          <a:solidFill>
            <a:srgbClr val="6D6E71"/>
          </a:solidFill>
          <a:latin typeface="Arial" charset="0"/>
        </a:defRPr>
      </a:lvl3pPr>
      <a:lvl4pPr algn="l" defTabSz="1008256" rtl="0" eaLnBrk="0" fontAlgn="base" hangingPunct="0">
        <a:spcBef>
          <a:spcPct val="0"/>
        </a:spcBef>
        <a:spcAft>
          <a:spcPct val="0"/>
        </a:spcAft>
        <a:defRPr sz="2600">
          <a:solidFill>
            <a:srgbClr val="6D6E71"/>
          </a:solidFill>
          <a:latin typeface="Arial" charset="0"/>
        </a:defRPr>
      </a:lvl4pPr>
      <a:lvl5pPr algn="l" defTabSz="1008256" rtl="0" eaLnBrk="0" fontAlgn="base" hangingPunct="0">
        <a:spcBef>
          <a:spcPct val="0"/>
        </a:spcBef>
        <a:spcAft>
          <a:spcPct val="0"/>
        </a:spcAft>
        <a:defRPr sz="2600">
          <a:solidFill>
            <a:srgbClr val="6D6E71"/>
          </a:solidFill>
          <a:latin typeface="Arial" charset="0"/>
        </a:defRPr>
      </a:lvl5pPr>
      <a:lvl6pPr marL="441931" algn="l" defTabSz="1008256" rtl="0" fontAlgn="base">
        <a:spcBef>
          <a:spcPct val="0"/>
        </a:spcBef>
        <a:spcAft>
          <a:spcPct val="0"/>
        </a:spcAft>
        <a:defRPr sz="3200">
          <a:solidFill>
            <a:schemeClr val="hlink"/>
          </a:solidFill>
          <a:latin typeface="Arial" charset="0"/>
        </a:defRPr>
      </a:lvl6pPr>
      <a:lvl7pPr marL="883926" algn="l" defTabSz="1008256" rtl="0" fontAlgn="base">
        <a:spcBef>
          <a:spcPct val="0"/>
        </a:spcBef>
        <a:spcAft>
          <a:spcPct val="0"/>
        </a:spcAft>
        <a:defRPr sz="3200">
          <a:solidFill>
            <a:schemeClr val="hlink"/>
          </a:solidFill>
          <a:latin typeface="Arial" charset="0"/>
        </a:defRPr>
      </a:lvl7pPr>
      <a:lvl8pPr marL="1325899" algn="l" defTabSz="1008256" rtl="0" fontAlgn="base">
        <a:spcBef>
          <a:spcPct val="0"/>
        </a:spcBef>
        <a:spcAft>
          <a:spcPct val="0"/>
        </a:spcAft>
        <a:defRPr sz="3200">
          <a:solidFill>
            <a:schemeClr val="hlink"/>
          </a:solidFill>
          <a:latin typeface="Arial" charset="0"/>
        </a:defRPr>
      </a:lvl8pPr>
      <a:lvl9pPr marL="1767872" algn="l" defTabSz="1008256" rtl="0" fontAlgn="base">
        <a:spcBef>
          <a:spcPct val="0"/>
        </a:spcBef>
        <a:spcAft>
          <a:spcPct val="0"/>
        </a:spcAft>
        <a:defRPr sz="3200">
          <a:solidFill>
            <a:schemeClr val="hlink"/>
          </a:solidFill>
          <a:latin typeface="Arial" charset="0"/>
        </a:defRPr>
      </a:lvl9pPr>
    </p:titleStyle>
    <p:bodyStyle>
      <a:lvl1pPr marL="331477" indent="-331477" algn="l" defTabSz="1008256" rtl="0" eaLnBrk="0" fontAlgn="base" hangingPunct="0">
        <a:spcBef>
          <a:spcPct val="40000"/>
        </a:spcBef>
        <a:spcAft>
          <a:spcPct val="20000"/>
        </a:spcAft>
        <a:buClr>
          <a:srgbClr val="005C87"/>
        </a:buClr>
        <a:defRPr sz="1600" b="1">
          <a:solidFill>
            <a:srgbClr val="005C87"/>
          </a:solidFill>
          <a:latin typeface="+mn-lt"/>
          <a:ea typeface="+mn-ea"/>
          <a:cs typeface="+mn-cs"/>
        </a:defRPr>
      </a:lvl1pPr>
      <a:lvl2pPr marL="294644" indent="-293110" algn="l" defTabSz="1008256" rtl="0" eaLnBrk="0" fontAlgn="base" hangingPunct="0">
        <a:spcBef>
          <a:spcPct val="30000"/>
        </a:spcBef>
        <a:spcAft>
          <a:spcPct val="20000"/>
        </a:spcAft>
        <a:buClr>
          <a:schemeClr val="accent1"/>
        </a:buClr>
        <a:buSzPct val="110000"/>
        <a:buFont typeface="Wingdings" pitchFamily="2" charset="2"/>
        <a:buChar char="§"/>
        <a:defRPr sz="1400">
          <a:solidFill>
            <a:schemeClr val="tx1"/>
          </a:solidFill>
          <a:latin typeface="+mn-lt"/>
        </a:defRPr>
      </a:lvl2pPr>
      <a:lvl3pPr marL="587757" indent="-291585" algn="l" defTabSz="1008256" rtl="0" eaLnBrk="0" fontAlgn="base" hangingPunct="0">
        <a:spcBef>
          <a:spcPct val="20000"/>
        </a:spcBef>
        <a:spcAft>
          <a:spcPct val="20000"/>
        </a:spcAft>
        <a:buClr>
          <a:schemeClr val="accent1"/>
        </a:buClr>
        <a:buSzPct val="90000"/>
        <a:buFont typeface="Wingdings" pitchFamily="2" charset="2"/>
        <a:buChar char="§"/>
        <a:defRPr sz="1400">
          <a:solidFill>
            <a:schemeClr val="tx1"/>
          </a:solidFill>
          <a:latin typeface="+mn-lt"/>
        </a:defRPr>
      </a:lvl3pPr>
      <a:lvl4pPr marL="882396" indent="-293110" algn="l" defTabSz="1008256" rtl="0" eaLnBrk="0" fontAlgn="base" hangingPunct="0">
        <a:spcBef>
          <a:spcPct val="20000"/>
        </a:spcBef>
        <a:spcAft>
          <a:spcPct val="30000"/>
        </a:spcAft>
        <a:buClr>
          <a:schemeClr val="accent1"/>
        </a:buClr>
        <a:buSzPct val="80000"/>
        <a:buFont typeface="Wingdings" pitchFamily="2" charset="2"/>
        <a:buChar char="§"/>
        <a:defRPr sz="1400">
          <a:solidFill>
            <a:schemeClr val="tx1"/>
          </a:solidFill>
          <a:latin typeface="+mn-lt"/>
        </a:defRPr>
      </a:lvl4pPr>
      <a:lvl5pPr marL="2266618" indent="-250146" algn="l" defTabSz="1008256" rtl="0" eaLnBrk="0" fontAlgn="base" hangingPunct="0">
        <a:spcBef>
          <a:spcPct val="20000"/>
        </a:spcBef>
        <a:spcAft>
          <a:spcPct val="0"/>
        </a:spcAft>
        <a:buChar char="»"/>
        <a:defRPr sz="2700">
          <a:solidFill>
            <a:schemeClr val="tx1"/>
          </a:solidFill>
          <a:latin typeface="+mn-lt"/>
        </a:defRPr>
      </a:lvl5pPr>
      <a:lvl6pPr marL="2710132" indent="-251685" algn="l" defTabSz="1008256" rtl="0" fontAlgn="base">
        <a:spcBef>
          <a:spcPct val="20000"/>
        </a:spcBef>
        <a:spcAft>
          <a:spcPct val="0"/>
        </a:spcAft>
        <a:buChar char="»"/>
        <a:defRPr sz="2700">
          <a:solidFill>
            <a:schemeClr val="tx1"/>
          </a:solidFill>
          <a:latin typeface="+mn-lt"/>
        </a:defRPr>
      </a:lvl6pPr>
      <a:lvl7pPr marL="3152097" indent="-251685" algn="l" defTabSz="1008256" rtl="0" fontAlgn="base">
        <a:spcBef>
          <a:spcPct val="20000"/>
        </a:spcBef>
        <a:spcAft>
          <a:spcPct val="0"/>
        </a:spcAft>
        <a:buChar char="»"/>
        <a:defRPr sz="2700">
          <a:solidFill>
            <a:schemeClr val="tx1"/>
          </a:solidFill>
          <a:latin typeface="+mn-lt"/>
        </a:defRPr>
      </a:lvl7pPr>
      <a:lvl8pPr marL="3594070" indent="-251685" algn="l" defTabSz="1008256" rtl="0" fontAlgn="base">
        <a:spcBef>
          <a:spcPct val="20000"/>
        </a:spcBef>
        <a:spcAft>
          <a:spcPct val="0"/>
        </a:spcAft>
        <a:buChar char="»"/>
        <a:defRPr sz="2700">
          <a:solidFill>
            <a:schemeClr val="tx1"/>
          </a:solidFill>
          <a:latin typeface="+mn-lt"/>
        </a:defRPr>
      </a:lvl8pPr>
      <a:lvl9pPr marL="4036041" indent="-251685" algn="l" defTabSz="1008256" rtl="0" fontAlgn="base">
        <a:spcBef>
          <a:spcPct val="20000"/>
        </a:spcBef>
        <a:spcAft>
          <a:spcPct val="0"/>
        </a:spcAft>
        <a:buChar char="»"/>
        <a:defRPr sz="2700">
          <a:solidFill>
            <a:schemeClr val="tx1"/>
          </a:solidFill>
          <a:latin typeface="+mn-lt"/>
        </a:defRPr>
      </a:lvl9pPr>
    </p:bodyStyle>
    <p:otherStyle>
      <a:defPPr>
        <a:defRPr lang="en-US"/>
      </a:defPPr>
      <a:lvl1pPr marL="0" algn="l" defTabSz="883926" rtl="0" eaLnBrk="1" latinLnBrk="0" hangingPunct="1">
        <a:defRPr sz="1800" kern="1200">
          <a:solidFill>
            <a:schemeClr val="tx1"/>
          </a:solidFill>
          <a:latin typeface="+mn-lt"/>
          <a:ea typeface="+mn-ea"/>
          <a:cs typeface="+mn-cs"/>
        </a:defRPr>
      </a:lvl1pPr>
      <a:lvl2pPr marL="441931" algn="l" defTabSz="883926" rtl="0" eaLnBrk="1" latinLnBrk="0" hangingPunct="1">
        <a:defRPr sz="1800" kern="1200">
          <a:solidFill>
            <a:schemeClr val="tx1"/>
          </a:solidFill>
          <a:latin typeface="+mn-lt"/>
          <a:ea typeface="+mn-ea"/>
          <a:cs typeface="+mn-cs"/>
        </a:defRPr>
      </a:lvl2pPr>
      <a:lvl3pPr marL="883926" algn="l" defTabSz="883926" rtl="0" eaLnBrk="1" latinLnBrk="0" hangingPunct="1">
        <a:defRPr sz="1800" kern="1200">
          <a:solidFill>
            <a:schemeClr val="tx1"/>
          </a:solidFill>
          <a:latin typeface="+mn-lt"/>
          <a:ea typeface="+mn-ea"/>
          <a:cs typeface="+mn-cs"/>
        </a:defRPr>
      </a:lvl3pPr>
      <a:lvl4pPr marL="1325899" algn="l" defTabSz="883926" rtl="0" eaLnBrk="1" latinLnBrk="0" hangingPunct="1">
        <a:defRPr sz="1800" kern="1200">
          <a:solidFill>
            <a:schemeClr val="tx1"/>
          </a:solidFill>
          <a:latin typeface="+mn-lt"/>
          <a:ea typeface="+mn-ea"/>
          <a:cs typeface="+mn-cs"/>
        </a:defRPr>
      </a:lvl4pPr>
      <a:lvl5pPr marL="1767872" algn="l" defTabSz="883926" rtl="0" eaLnBrk="1" latinLnBrk="0" hangingPunct="1">
        <a:defRPr sz="1800" kern="1200">
          <a:solidFill>
            <a:schemeClr val="tx1"/>
          </a:solidFill>
          <a:latin typeface="+mn-lt"/>
          <a:ea typeface="+mn-ea"/>
          <a:cs typeface="+mn-cs"/>
        </a:defRPr>
      </a:lvl5pPr>
      <a:lvl6pPr marL="2209850" algn="l" defTabSz="883926" rtl="0" eaLnBrk="1" latinLnBrk="0" hangingPunct="1">
        <a:defRPr sz="1800" kern="1200">
          <a:solidFill>
            <a:schemeClr val="tx1"/>
          </a:solidFill>
          <a:latin typeface="+mn-lt"/>
          <a:ea typeface="+mn-ea"/>
          <a:cs typeface="+mn-cs"/>
        </a:defRPr>
      </a:lvl6pPr>
      <a:lvl7pPr marL="2651815" algn="l" defTabSz="883926" rtl="0" eaLnBrk="1" latinLnBrk="0" hangingPunct="1">
        <a:defRPr sz="1800" kern="1200">
          <a:solidFill>
            <a:schemeClr val="tx1"/>
          </a:solidFill>
          <a:latin typeface="+mn-lt"/>
          <a:ea typeface="+mn-ea"/>
          <a:cs typeface="+mn-cs"/>
        </a:defRPr>
      </a:lvl7pPr>
      <a:lvl8pPr marL="3093780" algn="l" defTabSz="883926" rtl="0" eaLnBrk="1" latinLnBrk="0" hangingPunct="1">
        <a:defRPr sz="1800" kern="1200">
          <a:solidFill>
            <a:schemeClr val="tx1"/>
          </a:solidFill>
          <a:latin typeface="+mn-lt"/>
          <a:ea typeface="+mn-ea"/>
          <a:cs typeface="+mn-cs"/>
        </a:defRPr>
      </a:lvl8pPr>
      <a:lvl9pPr marL="3535756" algn="l" defTabSz="883926"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2598" name="Text Box 6"/>
          <p:cNvSpPr txBox="1">
            <a:spLocks noChangeArrowheads="1"/>
          </p:cNvSpPr>
          <p:nvPr/>
        </p:nvSpPr>
        <p:spPr bwMode="auto">
          <a:xfrm>
            <a:off x="10069721" y="7056438"/>
            <a:ext cx="357187" cy="298450"/>
          </a:xfrm>
          <a:prstGeom prst="rect">
            <a:avLst/>
          </a:prstGeom>
          <a:noFill/>
          <a:ln w="9525">
            <a:noFill/>
            <a:miter lim="800000"/>
            <a:headEnd/>
            <a:tailEnd/>
          </a:ln>
        </p:spPr>
        <p:txBody>
          <a:bodyPr lIns="0" tIns="0" rIns="0" bIns="0" anchor="ctr"/>
          <a:lstStyle/>
          <a:p>
            <a:pPr algn="ctr" defTabSz="1010749">
              <a:defRPr/>
            </a:pPr>
            <a:fld id="{73F339DB-CFFF-4785-85A0-A3411D771B4A}" type="slidenum">
              <a:rPr lang="en-US" baseline="0">
                <a:solidFill>
                  <a:srgbClr val="6D6E71"/>
                </a:solidFill>
                <a:latin typeface="Arial"/>
              </a:rPr>
              <a:pPr algn="ctr" defTabSz="1010749">
                <a:defRPr/>
              </a:pPr>
              <a:t>‹#›</a:t>
            </a:fld>
            <a:endParaRPr lang="en-US" baseline="0" dirty="0">
              <a:solidFill>
                <a:srgbClr val="6D6E71"/>
              </a:solidFill>
              <a:latin typeface="Arial"/>
            </a:endParaRPr>
          </a:p>
        </p:txBody>
      </p:sp>
      <p:sp>
        <p:nvSpPr>
          <p:cNvPr id="1027" name="Rectangle 18"/>
          <p:cNvSpPr>
            <a:spLocks noGrp="1" noChangeArrowheads="1"/>
          </p:cNvSpPr>
          <p:nvPr>
            <p:ph type="body" idx="1"/>
          </p:nvPr>
        </p:nvSpPr>
        <p:spPr bwMode="auto">
          <a:xfrm>
            <a:off x="446088" y="1512888"/>
            <a:ext cx="9796462" cy="527685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22611" name="Text Box 19"/>
          <p:cNvSpPr txBox="1">
            <a:spLocks noChangeArrowheads="1"/>
          </p:cNvSpPr>
          <p:nvPr/>
        </p:nvSpPr>
        <p:spPr bwMode="auto">
          <a:xfrm>
            <a:off x="412751" y="671513"/>
            <a:ext cx="9867900" cy="515937"/>
          </a:xfrm>
          <a:prstGeom prst="rect">
            <a:avLst/>
          </a:prstGeom>
          <a:noFill/>
          <a:ln w="9525">
            <a:noFill/>
            <a:miter lim="800000"/>
            <a:headEnd/>
            <a:tailEnd/>
          </a:ln>
        </p:spPr>
        <p:txBody>
          <a:bodyPr lIns="101051" tIns="50530" rIns="101051" bIns="50530">
            <a:spAutoFit/>
          </a:bodyPr>
          <a:lstStyle/>
          <a:p>
            <a:pPr defTabSz="1010749">
              <a:spcBef>
                <a:spcPct val="50000"/>
              </a:spcBef>
              <a:defRPr/>
            </a:pPr>
            <a:endParaRPr lang="en-GB" sz="2700" b="1" baseline="0" dirty="0">
              <a:latin typeface="Arial"/>
            </a:endParaRPr>
          </a:p>
        </p:txBody>
      </p:sp>
      <p:sp>
        <p:nvSpPr>
          <p:cNvPr id="1029" name="Rectangle 20"/>
          <p:cNvSpPr>
            <a:spLocks noGrp="1" noChangeArrowheads="1"/>
          </p:cNvSpPr>
          <p:nvPr>
            <p:ph type="title"/>
          </p:nvPr>
        </p:nvSpPr>
        <p:spPr bwMode="auto">
          <a:xfrm>
            <a:off x="412751" y="368300"/>
            <a:ext cx="9867900" cy="587375"/>
          </a:xfrm>
          <a:prstGeom prst="rect">
            <a:avLst/>
          </a:prstGeom>
          <a:noFill/>
          <a:ln w="9525">
            <a:noFill/>
            <a:miter lim="800000"/>
            <a:headEnd/>
            <a:tailEnd/>
          </a:ln>
        </p:spPr>
        <p:txBody>
          <a:bodyPr vert="horz" wrap="square" lIns="0" tIns="50530" rIns="101051" bIns="50530" numCol="1" anchor="ctr" anchorCtr="0" compatLnSpc="1">
            <a:prstTxWarp prst="textNoShape">
              <a:avLst/>
            </a:prstTxWarp>
          </a:bodyPr>
          <a:lstStyle/>
          <a:p>
            <a:pPr lvl="0"/>
            <a:r>
              <a:rPr lang="en-US" smtClean="0"/>
              <a:t>Click to edit Master title style</a:t>
            </a:r>
          </a:p>
        </p:txBody>
      </p:sp>
      <p:sp>
        <p:nvSpPr>
          <p:cNvPr id="622617" name="Text Box 25"/>
          <p:cNvSpPr txBox="1">
            <a:spLocks noChangeArrowheads="1"/>
          </p:cNvSpPr>
          <p:nvPr/>
        </p:nvSpPr>
        <p:spPr bwMode="auto">
          <a:xfrm>
            <a:off x="6505579" y="7080250"/>
            <a:ext cx="3475038" cy="252413"/>
          </a:xfrm>
          <a:prstGeom prst="rect">
            <a:avLst/>
          </a:prstGeom>
          <a:noFill/>
          <a:ln w="9525">
            <a:noFill/>
            <a:miter lim="800000"/>
            <a:headEnd/>
            <a:tailEnd/>
          </a:ln>
        </p:spPr>
        <p:txBody>
          <a:bodyPr lIns="0" tIns="0" rIns="119337" bIns="0" anchor="ctr"/>
          <a:lstStyle/>
          <a:p>
            <a:pPr marL="506166" indent="-506166" algn="r" defTabSz="1010749">
              <a:spcBef>
                <a:spcPct val="40000"/>
              </a:spcBef>
              <a:spcAft>
                <a:spcPct val="40000"/>
              </a:spcAft>
              <a:defRPr/>
            </a:pPr>
            <a:r>
              <a:rPr lang="en-GB" baseline="0" dirty="0">
                <a:solidFill>
                  <a:srgbClr val="6D6E71"/>
                </a:solidFill>
                <a:latin typeface="Arial"/>
              </a:rPr>
              <a:t>WB </a:t>
            </a:r>
            <a:r>
              <a:rPr lang="en-GB" baseline="0" dirty="0" smtClean="0">
                <a:solidFill>
                  <a:srgbClr val="6D6E71"/>
                </a:solidFill>
                <a:latin typeface="Arial"/>
              </a:rPr>
              <a:t>Performance Management </a:t>
            </a:r>
            <a:r>
              <a:rPr lang="en-GB" baseline="0" dirty="0">
                <a:solidFill>
                  <a:srgbClr val="6D6E71"/>
                </a:solidFill>
                <a:latin typeface="Arial"/>
              </a:rPr>
              <a:t>- External Performance Analytics</a:t>
            </a:r>
          </a:p>
        </p:txBody>
      </p:sp>
      <p:pic>
        <p:nvPicPr>
          <p:cNvPr id="1031" name="Picture 26" descr="Visual Identitiy Band"/>
          <p:cNvPicPr preferRelativeResize="0">
            <a:picLocks noChangeAspect="1" noChangeArrowheads="1"/>
          </p:cNvPicPr>
          <p:nvPr/>
        </p:nvPicPr>
        <p:blipFill>
          <a:blip r:embed="rId14" cstate="print"/>
          <a:srcRect/>
          <a:stretch>
            <a:fillRect/>
          </a:stretch>
        </p:blipFill>
        <p:spPr bwMode="auto">
          <a:xfrm>
            <a:off x="208" y="1092396"/>
            <a:ext cx="10702925" cy="52387"/>
          </a:xfrm>
          <a:prstGeom prst="rect">
            <a:avLst/>
          </a:prstGeom>
          <a:noFill/>
          <a:ln w="9525">
            <a:noFill/>
            <a:miter lim="800000"/>
            <a:headEnd/>
            <a:tailEnd/>
          </a:ln>
        </p:spPr>
      </p:pic>
      <p:pic>
        <p:nvPicPr>
          <p:cNvPr id="1032" name="Picture 2"/>
          <p:cNvPicPr>
            <a:picLocks noChangeAspect="1" noChangeArrowheads="1"/>
          </p:cNvPicPr>
          <p:nvPr/>
        </p:nvPicPr>
        <p:blipFill>
          <a:blip r:embed="rId15" cstate="print"/>
          <a:srcRect/>
          <a:stretch>
            <a:fillRect/>
          </a:stretch>
        </p:blipFill>
        <p:spPr bwMode="gray">
          <a:xfrm>
            <a:off x="450850" y="7021709"/>
            <a:ext cx="952500" cy="363537"/>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064" r:id="rId1"/>
    <p:sldLayoutId id="2147484065" r:id="rId2"/>
    <p:sldLayoutId id="2147484066" r:id="rId3"/>
    <p:sldLayoutId id="2147484067" r:id="rId4"/>
    <p:sldLayoutId id="2147484068" r:id="rId5"/>
    <p:sldLayoutId id="2147484069" r:id="rId6"/>
    <p:sldLayoutId id="2147484070" r:id="rId7"/>
    <p:sldLayoutId id="2147484071" r:id="rId8"/>
    <p:sldLayoutId id="2147484072" r:id="rId9"/>
    <p:sldLayoutId id="2147484073" r:id="rId10"/>
    <p:sldLayoutId id="2147484074" r:id="rId11"/>
    <p:sldLayoutId id="2147484075" r:id="rId12"/>
  </p:sldLayoutIdLst>
  <p:txStyles>
    <p:titleStyle>
      <a:lvl1pPr algn="l" defTabSz="1010749" rtl="0" eaLnBrk="0" fontAlgn="base" hangingPunct="0">
        <a:spcBef>
          <a:spcPct val="0"/>
        </a:spcBef>
        <a:spcAft>
          <a:spcPct val="0"/>
        </a:spcAft>
        <a:defRPr sz="2600">
          <a:solidFill>
            <a:srgbClr val="6D6E71"/>
          </a:solidFill>
          <a:latin typeface="+mj-lt"/>
          <a:ea typeface="+mj-ea"/>
          <a:cs typeface="+mj-cs"/>
        </a:defRPr>
      </a:lvl1pPr>
      <a:lvl2pPr algn="l" defTabSz="1010749" rtl="0" eaLnBrk="0" fontAlgn="base" hangingPunct="0">
        <a:spcBef>
          <a:spcPct val="0"/>
        </a:spcBef>
        <a:spcAft>
          <a:spcPct val="0"/>
        </a:spcAft>
        <a:defRPr sz="2600">
          <a:solidFill>
            <a:srgbClr val="6D6E71"/>
          </a:solidFill>
          <a:latin typeface="Arial" charset="0"/>
        </a:defRPr>
      </a:lvl2pPr>
      <a:lvl3pPr algn="l" defTabSz="1010749" rtl="0" eaLnBrk="0" fontAlgn="base" hangingPunct="0">
        <a:spcBef>
          <a:spcPct val="0"/>
        </a:spcBef>
        <a:spcAft>
          <a:spcPct val="0"/>
        </a:spcAft>
        <a:defRPr sz="2600">
          <a:solidFill>
            <a:srgbClr val="6D6E71"/>
          </a:solidFill>
          <a:latin typeface="Arial" charset="0"/>
        </a:defRPr>
      </a:lvl3pPr>
      <a:lvl4pPr algn="l" defTabSz="1010749" rtl="0" eaLnBrk="0" fontAlgn="base" hangingPunct="0">
        <a:spcBef>
          <a:spcPct val="0"/>
        </a:spcBef>
        <a:spcAft>
          <a:spcPct val="0"/>
        </a:spcAft>
        <a:defRPr sz="2600">
          <a:solidFill>
            <a:srgbClr val="6D6E71"/>
          </a:solidFill>
          <a:latin typeface="Arial" charset="0"/>
        </a:defRPr>
      </a:lvl4pPr>
      <a:lvl5pPr algn="l" defTabSz="1010749" rtl="0" eaLnBrk="0" fontAlgn="base" hangingPunct="0">
        <a:spcBef>
          <a:spcPct val="0"/>
        </a:spcBef>
        <a:spcAft>
          <a:spcPct val="0"/>
        </a:spcAft>
        <a:defRPr sz="2600">
          <a:solidFill>
            <a:srgbClr val="6D6E71"/>
          </a:solidFill>
          <a:latin typeface="Arial" charset="0"/>
        </a:defRPr>
      </a:lvl5pPr>
      <a:lvl6pPr marL="443027" algn="l" defTabSz="1010749" rtl="0" fontAlgn="base">
        <a:spcBef>
          <a:spcPct val="0"/>
        </a:spcBef>
        <a:spcAft>
          <a:spcPct val="0"/>
        </a:spcAft>
        <a:defRPr sz="3200">
          <a:solidFill>
            <a:schemeClr val="hlink"/>
          </a:solidFill>
          <a:latin typeface="Arial" charset="0"/>
        </a:defRPr>
      </a:lvl6pPr>
      <a:lvl7pPr marL="886113" algn="l" defTabSz="1010749" rtl="0" fontAlgn="base">
        <a:spcBef>
          <a:spcPct val="0"/>
        </a:spcBef>
        <a:spcAft>
          <a:spcPct val="0"/>
        </a:spcAft>
        <a:defRPr sz="3200">
          <a:solidFill>
            <a:schemeClr val="hlink"/>
          </a:solidFill>
          <a:latin typeface="Arial" charset="0"/>
        </a:defRPr>
      </a:lvl7pPr>
      <a:lvl8pPr marL="1329188" algn="l" defTabSz="1010749" rtl="0" fontAlgn="base">
        <a:spcBef>
          <a:spcPct val="0"/>
        </a:spcBef>
        <a:spcAft>
          <a:spcPct val="0"/>
        </a:spcAft>
        <a:defRPr sz="3200">
          <a:solidFill>
            <a:schemeClr val="hlink"/>
          </a:solidFill>
          <a:latin typeface="Arial" charset="0"/>
        </a:defRPr>
      </a:lvl8pPr>
      <a:lvl9pPr marL="1772245" algn="l" defTabSz="1010749" rtl="0" fontAlgn="base">
        <a:spcBef>
          <a:spcPct val="0"/>
        </a:spcBef>
        <a:spcAft>
          <a:spcPct val="0"/>
        </a:spcAft>
        <a:defRPr sz="3200">
          <a:solidFill>
            <a:schemeClr val="hlink"/>
          </a:solidFill>
          <a:latin typeface="Arial" charset="0"/>
        </a:defRPr>
      </a:lvl9pPr>
    </p:titleStyle>
    <p:bodyStyle>
      <a:lvl1pPr marL="332296" indent="-332296" algn="l" defTabSz="1010749" rtl="0" eaLnBrk="0" fontAlgn="base" hangingPunct="0">
        <a:spcBef>
          <a:spcPct val="40000"/>
        </a:spcBef>
        <a:spcAft>
          <a:spcPct val="20000"/>
        </a:spcAft>
        <a:buClr>
          <a:srgbClr val="005C87"/>
        </a:buClr>
        <a:defRPr sz="1600" b="1">
          <a:solidFill>
            <a:srgbClr val="005C87"/>
          </a:solidFill>
          <a:latin typeface="+mn-lt"/>
          <a:ea typeface="+mn-ea"/>
          <a:cs typeface="+mn-cs"/>
        </a:defRPr>
      </a:lvl1pPr>
      <a:lvl2pPr marL="295374" indent="-293835" algn="l" defTabSz="1010749" rtl="0" eaLnBrk="0" fontAlgn="base" hangingPunct="0">
        <a:spcBef>
          <a:spcPct val="30000"/>
        </a:spcBef>
        <a:spcAft>
          <a:spcPct val="20000"/>
        </a:spcAft>
        <a:buClr>
          <a:schemeClr val="accent1"/>
        </a:buClr>
        <a:buSzPct val="110000"/>
        <a:buFont typeface="Wingdings" pitchFamily="2" charset="2"/>
        <a:buChar char="§"/>
        <a:defRPr sz="1400">
          <a:solidFill>
            <a:schemeClr val="tx1"/>
          </a:solidFill>
          <a:latin typeface="+mn-lt"/>
        </a:defRPr>
      </a:lvl2pPr>
      <a:lvl3pPr marL="589210" indent="-292303" algn="l" defTabSz="1010749" rtl="0" eaLnBrk="0" fontAlgn="base" hangingPunct="0">
        <a:spcBef>
          <a:spcPct val="20000"/>
        </a:spcBef>
        <a:spcAft>
          <a:spcPct val="20000"/>
        </a:spcAft>
        <a:buClr>
          <a:schemeClr val="accent1"/>
        </a:buClr>
        <a:buSzPct val="90000"/>
        <a:buFont typeface="Wingdings" pitchFamily="2" charset="2"/>
        <a:buChar char="§"/>
        <a:defRPr sz="1400">
          <a:solidFill>
            <a:schemeClr val="tx1"/>
          </a:solidFill>
          <a:latin typeface="+mn-lt"/>
        </a:defRPr>
      </a:lvl3pPr>
      <a:lvl4pPr marL="884577" indent="-293835" algn="l" defTabSz="1010749" rtl="0" eaLnBrk="0" fontAlgn="base" hangingPunct="0">
        <a:spcBef>
          <a:spcPct val="20000"/>
        </a:spcBef>
        <a:spcAft>
          <a:spcPct val="30000"/>
        </a:spcAft>
        <a:buClr>
          <a:schemeClr val="accent1"/>
        </a:buClr>
        <a:buSzPct val="80000"/>
        <a:buFont typeface="Wingdings" pitchFamily="2" charset="2"/>
        <a:buChar char="§"/>
        <a:defRPr sz="1400">
          <a:solidFill>
            <a:schemeClr val="tx1"/>
          </a:solidFill>
          <a:latin typeface="+mn-lt"/>
        </a:defRPr>
      </a:lvl4pPr>
      <a:lvl5pPr marL="2272225" indent="-250767" algn="l" defTabSz="1010749" rtl="0" eaLnBrk="0" fontAlgn="base" hangingPunct="0">
        <a:spcBef>
          <a:spcPct val="20000"/>
        </a:spcBef>
        <a:spcAft>
          <a:spcPct val="0"/>
        </a:spcAft>
        <a:buChar char="»"/>
        <a:defRPr sz="2700">
          <a:solidFill>
            <a:schemeClr val="tx1"/>
          </a:solidFill>
          <a:latin typeface="+mn-lt"/>
        </a:defRPr>
      </a:lvl5pPr>
      <a:lvl6pPr marL="2716834" indent="-252308" algn="l" defTabSz="1010749" rtl="0" fontAlgn="base">
        <a:spcBef>
          <a:spcPct val="20000"/>
        </a:spcBef>
        <a:spcAft>
          <a:spcPct val="0"/>
        </a:spcAft>
        <a:buChar char="»"/>
        <a:defRPr sz="2700">
          <a:solidFill>
            <a:schemeClr val="tx1"/>
          </a:solidFill>
          <a:latin typeface="+mn-lt"/>
        </a:defRPr>
      </a:lvl6pPr>
      <a:lvl7pPr marL="3159894" indent="-252308" algn="l" defTabSz="1010749" rtl="0" fontAlgn="base">
        <a:spcBef>
          <a:spcPct val="20000"/>
        </a:spcBef>
        <a:spcAft>
          <a:spcPct val="0"/>
        </a:spcAft>
        <a:buChar char="»"/>
        <a:defRPr sz="2700">
          <a:solidFill>
            <a:schemeClr val="tx1"/>
          </a:solidFill>
          <a:latin typeface="+mn-lt"/>
        </a:defRPr>
      </a:lvl7pPr>
      <a:lvl8pPr marL="3602958" indent="-252308" algn="l" defTabSz="1010749" rtl="0" fontAlgn="base">
        <a:spcBef>
          <a:spcPct val="20000"/>
        </a:spcBef>
        <a:spcAft>
          <a:spcPct val="0"/>
        </a:spcAft>
        <a:buChar char="»"/>
        <a:defRPr sz="2700">
          <a:solidFill>
            <a:schemeClr val="tx1"/>
          </a:solidFill>
          <a:latin typeface="+mn-lt"/>
        </a:defRPr>
      </a:lvl8pPr>
      <a:lvl9pPr marL="4046024" indent="-252308" algn="l" defTabSz="1010749" rtl="0" fontAlgn="base">
        <a:spcBef>
          <a:spcPct val="20000"/>
        </a:spcBef>
        <a:spcAft>
          <a:spcPct val="0"/>
        </a:spcAft>
        <a:buChar char="»"/>
        <a:defRPr sz="2700">
          <a:solidFill>
            <a:schemeClr val="tx1"/>
          </a:solidFill>
          <a:latin typeface="+mn-lt"/>
        </a:defRPr>
      </a:lvl9pPr>
    </p:bodyStyle>
    <p:otherStyle>
      <a:defPPr>
        <a:defRPr lang="en-US"/>
      </a:defPPr>
      <a:lvl1pPr marL="0" algn="l" defTabSz="886113" rtl="0" eaLnBrk="1" latinLnBrk="0" hangingPunct="1">
        <a:defRPr sz="1800" kern="1200">
          <a:solidFill>
            <a:schemeClr val="tx1"/>
          </a:solidFill>
          <a:latin typeface="+mn-lt"/>
          <a:ea typeface="+mn-ea"/>
          <a:cs typeface="+mn-cs"/>
        </a:defRPr>
      </a:lvl1pPr>
      <a:lvl2pPr marL="443027" algn="l" defTabSz="886113" rtl="0" eaLnBrk="1" latinLnBrk="0" hangingPunct="1">
        <a:defRPr sz="1800" kern="1200">
          <a:solidFill>
            <a:schemeClr val="tx1"/>
          </a:solidFill>
          <a:latin typeface="+mn-lt"/>
          <a:ea typeface="+mn-ea"/>
          <a:cs typeface="+mn-cs"/>
        </a:defRPr>
      </a:lvl2pPr>
      <a:lvl3pPr marL="886113" algn="l" defTabSz="886113" rtl="0" eaLnBrk="1" latinLnBrk="0" hangingPunct="1">
        <a:defRPr sz="1800" kern="1200">
          <a:solidFill>
            <a:schemeClr val="tx1"/>
          </a:solidFill>
          <a:latin typeface="+mn-lt"/>
          <a:ea typeface="+mn-ea"/>
          <a:cs typeface="+mn-cs"/>
        </a:defRPr>
      </a:lvl3pPr>
      <a:lvl4pPr marL="1329188" algn="l" defTabSz="886113" rtl="0" eaLnBrk="1" latinLnBrk="0" hangingPunct="1">
        <a:defRPr sz="1800" kern="1200">
          <a:solidFill>
            <a:schemeClr val="tx1"/>
          </a:solidFill>
          <a:latin typeface="+mn-lt"/>
          <a:ea typeface="+mn-ea"/>
          <a:cs typeface="+mn-cs"/>
        </a:defRPr>
      </a:lvl4pPr>
      <a:lvl5pPr marL="1772245" algn="l" defTabSz="886113" rtl="0" eaLnBrk="1" latinLnBrk="0" hangingPunct="1">
        <a:defRPr sz="1800" kern="1200">
          <a:solidFill>
            <a:schemeClr val="tx1"/>
          </a:solidFill>
          <a:latin typeface="+mn-lt"/>
          <a:ea typeface="+mn-ea"/>
          <a:cs typeface="+mn-cs"/>
        </a:defRPr>
      </a:lvl5pPr>
      <a:lvl6pPr marL="2215315" algn="l" defTabSz="886113" rtl="0" eaLnBrk="1" latinLnBrk="0" hangingPunct="1">
        <a:defRPr sz="1800" kern="1200">
          <a:solidFill>
            <a:schemeClr val="tx1"/>
          </a:solidFill>
          <a:latin typeface="+mn-lt"/>
          <a:ea typeface="+mn-ea"/>
          <a:cs typeface="+mn-cs"/>
        </a:defRPr>
      </a:lvl6pPr>
      <a:lvl7pPr marL="2658377" algn="l" defTabSz="886113" rtl="0" eaLnBrk="1" latinLnBrk="0" hangingPunct="1">
        <a:defRPr sz="1800" kern="1200">
          <a:solidFill>
            <a:schemeClr val="tx1"/>
          </a:solidFill>
          <a:latin typeface="+mn-lt"/>
          <a:ea typeface="+mn-ea"/>
          <a:cs typeface="+mn-cs"/>
        </a:defRPr>
      </a:lvl7pPr>
      <a:lvl8pPr marL="3101434" algn="l" defTabSz="886113" rtl="0" eaLnBrk="1" latinLnBrk="0" hangingPunct="1">
        <a:defRPr sz="1800" kern="1200">
          <a:solidFill>
            <a:schemeClr val="tx1"/>
          </a:solidFill>
          <a:latin typeface="+mn-lt"/>
          <a:ea typeface="+mn-ea"/>
          <a:cs typeface="+mn-cs"/>
        </a:defRPr>
      </a:lvl8pPr>
      <a:lvl9pPr marL="3544501" algn="l" defTabSz="886113"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2598" name="Text Box 6"/>
          <p:cNvSpPr txBox="1">
            <a:spLocks noChangeArrowheads="1"/>
          </p:cNvSpPr>
          <p:nvPr/>
        </p:nvSpPr>
        <p:spPr bwMode="auto">
          <a:xfrm>
            <a:off x="10069748" y="7056438"/>
            <a:ext cx="357187" cy="298450"/>
          </a:xfrm>
          <a:prstGeom prst="rect">
            <a:avLst/>
          </a:prstGeom>
          <a:noFill/>
          <a:ln w="9525">
            <a:noFill/>
            <a:miter lim="800000"/>
            <a:headEnd/>
            <a:tailEnd/>
          </a:ln>
        </p:spPr>
        <p:txBody>
          <a:bodyPr lIns="0" tIns="0" rIns="0" bIns="0" anchor="ctr"/>
          <a:lstStyle/>
          <a:p>
            <a:pPr algn="ctr" defTabSz="1006654">
              <a:defRPr/>
            </a:pPr>
            <a:fld id="{11BBAC88-D85F-4C74-9FFA-07A924DA6D92}" type="slidenum">
              <a:rPr lang="en-US" baseline="0">
                <a:solidFill>
                  <a:srgbClr val="6D6E71"/>
                </a:solidFill>
                <a:latin typeface="Arial"/>
              </a:rPr>
              <a:pPr algn="ctr" defTabSz="1006654">
                <a:defRPr/>
              </a:pPr>
              <a:t>‹#›</a:t>
            </a:fld>
            <a:endParaRPr lang="en-US" baseline="0" dirty="0">
              <a:solidFill>
                <a:srgbClr val="6D6E71"/>
              </a:solidFill>
              <a:latin typeface="Arial"/>
            </a:endParaRPr>
          </a:p>
        </p:txBody>
      </p:sp>
      <p:sp>
        <p:nvSpPr>
          <p:cNvPr id="1027" name="Rectangle 18"/>
          <p:cNvSpPr>
            <a:spLocks noGrp="1" noChangeArrowheads="1"/>
          </p:cNvSpPr>
          <p:nvPr>
            <p:ph type="body" idx="1"/>
          </p:nvPr>
        </p:nvSpPr>
        <p:spPr bwMode="auto">
          <a:xfrm>
            <a:off x="446088" y="1512888"/>
            <a:ext cx="9796462" cy="527685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22611" name="Text Box 19"/>
          <p:cNvSpPr txBox="1">
            <a:spLocks noChangeArrowheads="1"/>
          </p:cNvSpPr>
          <p:nvPr/>
        </p:nvSpPr>
        <p:spPr bwMode="auto">
          <a:xfrm>
            <a:off x="412751" y="671513"/>
            <a:ext cx="9867900" cy="515937"/>
          </a:xfrm>
          <a:prstGeom prst="rect">
            <a:avLst/>
          </a:prstGeom>
          <a:noFill/>
          <a:ln w="9525">
            <a:noFill/>
            <a:miter lim="800000"/>
            <a:headEnd/>
            <a:tailEnd/>
          </a:ln>
        </p:spPr>
        <p:txBody>
          <a:bodyPr lIns="100625" tIns="50336" rIns="100625" bIns="50336">
            <a:spAutoFit/>
          </a:bodyPr>
          <a:lstStyle/>
          <a:p>
            <a:pPr defTabSz="1006654">
              <a:spcBef>
                <a:spcPct val="50000"/>
              </a:spcBef>
              <a:defRPr/>
            </a:pPr>
            <a:endParaRPr lang="en-GB" sz="2700" b="1" baseline="0" dirty="0">
              <a:latin typeface="Arial"/>
            </a:endParaRPr>
          </a:p>
        </p:txBody>
      </p:sp>
      <p:sp>
        <p:nvSpPr>
          <p:cNvPr id="1029" name="Rectangle 20"/>
          <p:cNvSpPr>
            <a:spLocks noGrp="1" noChangeArrowheads="1"/>
          </p:cNvSpPr>
          <p:nvPr>
            <p:ph type="title"/>
          </p:nvPr>
        </p:nvSpPr>
        <p:spPr bwMode="auto">
          <a:xfrm>
            <a:off x="412751" y="368300"/>
            <a:ext cx="9867900" cy="587375"/>
          </a:xfrm>
          <a:prstGeom prst="rect">
            <a:avLst/>
          </a:prstGeom>
          <a:noFill/>
          <a:ln w="9525">
            <a:noFill/>
            <a:miter lim="800000"/>
            <a:headEnd/>
            <a:tailEnd/>
          </a:ln>
        </p:spPr>
        <p:txBody>
          <a:bodyPr vert="horz" wrap="square" lIns="0" tIns="50336" rIns="100625" bIns="50336" numCol="1" anchor="ctr" anchorCtr="0" compatLnSpc="1">
            <a:prstTxWarp prst="textNoShape">
              <a:avLst/>
            </a:prstTxWarp>
          </a:bodyPr>
          <a:lstStyle/>
          <a:p>
            <a:pPr lvl="0"/>
            <a:r>
              <a:rPr lang="en-US" smtClean="0"/>
              <a:t>Click to edit Master title style</a:t>
            </a:r>
          </a:p>
        </p:txBody>
      </p:sp>
      <p:sp>
        <p:nvSpPr>
          <p:cNvPr id="622617" name="Text Box 25"/>
          <p:cNvSpPr txBox="1">
            <a:spLocks noChangeArrowheads="1"/>
          </p:cNvSpPr>
          <p:nvPr/>
        </p:nvSpPr>
        <p:spPr bwMode="auto">
          <a:xfrm>
            <a:off x="6505579" y="7080250"/>
            <a:ext cx="3475038" cy="252413"/>
          </a:xfrm>
          <a:prstGeom prst="rect">
            <a:avLst/>
          </a:prstGeom>
          <a:noFill/>
          <a:ln w="9525">
            <a:noFill/>
            <a:miter lim="800000"/>
            <a:headEnd/>
            <a:tailEnd/>
          </a:ln>
        </p:spPr>
        <p:txBody>
          <a:bodyPr lIns="0" tIns="0" rIns="118834" bIns="0" anchor="ctr"/>
          <a:lstStyle/>
          <a:p>
            <a:pPr marL="504118" indent="-504118" algn="r" defTabSz="1006654">
              <a:spcBef>
                <a:spcPct val="40000"/>
              </a:spcBef>
              <a:spcAft>
                <a:spcPct val="40000"/>
              </a:spcAft>
              <a:defRPr/>
            </a:pPr>
            <a:r>
              <a:rPr lang="en-GB" baseline="0" dirty="0">
                <a:solidFill>
                  <a:srgbClr val="6D6E71"/>
                </a:solidFill>
                <a:latin typeface="Arial"/>
              </a:rPr>
              <a:t>WB </a:t>
            </a:r>
            <a:r>
              <a:rPr lang="en-GB" baseline="0" dirty="0" smtClean="0">
                <a:solidFill>
                  <a:srgbClr val="6D6E71"/>
                </a:solidFill>
                <a:latin typeface="Arial"/>
              </a:rPr>
              <a:t>Performance Management </a:t>
            </a:r>
            <a:r>
              <a:rPr lang="en-GB" baseline="0" dirty="0">
                <a:solidFill>
                  <a:srgbClr val="6D6E71"/>
                </a:solidFill>
                <a:latin typeface="Arial"/>
              </a:rPr>
              <a:t>- External Performance Analytics</a:t>
            </a:r>
          </a:p>
        </p:txBody>
      </p:sp>
      <p:pic>
        <p:nvPicPr>
          <p:cNvPr id="1031" name="Picture 26" descr="Visual Identitiy Band"/>
          <p:cNvPicPr preferRelativeResize="0">
            <a:picLocks noChangeAspect="1" noChangeArrowheads="1"/>
          </p:cNvPicPr>
          <p:nvPr/>
        </p:nvPicPr>
        <p:blipFill>
          <a:blip r:embed="rId14" cstate="print"/>
          <a:srcRect/>
          <a:stretch>
            <a:fillRect/>
          </a:stretch>
        </p:blipFill>
        <p:spPr bwMode="auto">
          <a:xfrm>
            <a:off x="235" y="1092421"/>
            <a:ext cx="10702925" cy="52387"/>
          </a:xfrm>
          <a:prstGeom prst="rect">
            <a:avLst/>
          </a:prstGeom>
          <a:noFill/>
          <a:ln w="9525">
            <a:noFill/>
            <a:miter lim="800000"/>
            <a:headEnd/>
            <a:tailEnd/>
          </a:ln>
        </p:spPr>
      </p:pic>
      <p:pic>
        <p:nvPicPr>
          <p:cNvPr id="1032" name="Picture 2"/>
          <p:cNvPicPr>
            <a:picLocks noChangeAspect="1" noChangeArrowheads="1"/>
          </p:cNvPicPr>
          <p:nvPr/>
        </p:nvPicPr>
        <p:blipFill>
          <a:blip r:embed="rId15" cstate="print"/>
          <a:srcRect/>
          <a:stretch>
            <a:fillRect/>
          </a:stretch>
        </p:blipFill>
        <p:spPr bwMode="gray">
          <a:xfrm>
            <a:off x="450850" y="7021735"/>
            <a:ext cx="952500" cy="363537"/>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077" r:id="rId1"/>
    <p:sldLayoutId id="2147484078" r:id="rId2"/>
    <p:sldLayoutId id="2147484079" r:id="rId3"/>
    <p:sldLayoutId id="2147484080" r:id="rId4"/>
    <p:sldLayoutId id="2147484081" r:id="rId5"/>
    <p:sldLayoutId id="2147484082" r:id="rId6"/>
    <p:sldLayoutId id="2147484083" r:id="rId7"/>
    <p:sldLayoutId id="2147484084" r:id="rId8"/>
    <p:sldLayoutId id="2147484085" r:id="rId9"/>
    <p:sldLayoutId id="2147484086" r:id="rId10"/>
    <p:sldLayoutId id="2147484087" r:id="rId11"/>
    <p:sldLayoutId id="2147484088" r:id="rId12"/>
  </p:sldLayoutIdLst>
  <p:txStyles>
    <p:titleStyle>
      <a:lvl1pPr algn="l" defTabSz="1006654" rtl="0" eaLnBrk="0" fontAlgn="base" hangingPunct="0">
        <a:spcBef>
          <a:spcPct val="0"/>
        </a:spcBef>
        <a:spcAft>
          <a:spcPct val="0"/>
        </a:spcAft>
        <a:defRPr sz="2600">
          <a:solidFill>
            <a:srgbClr val="6D6E71"/>
          </a:solidFill>
          <a:latin typeface="+mj-lt"/>
          <a:ea typeface="+mj-ea"/>
          <a:cs typeface="+mj-cs"/>
        </a:defRPr>
      </a:lvl1pPr>
      <a:lvl2pPr algn="l" defTabSz="1006654" rtl="0" eaLnBrk="0" fontAlgn="base" hangingPunct="0">
        <a:spcBef>
          <a:spcPct val="0"/>
        </a:spcBef>
        <a:spcAft>
          <a:spcPct val="0"/>
        </a:spcAft>
        <a:defRPr sz="2600">
          <a:solidFill>
            <a:srgbClr val="6D6E71"/>
          </a:solidFill>
          <a:latin typeface="Arial" charset="0"/>
        </a:defRPr>
      </a:lvl2pPr>
      <a:lvl3pPr algn="l" defTabSz="1006654" rtl="0" eaLnBrk="0" fontAlgn="base" hangingPunct="0">
        <a:spcBef>
          <a:spcPct val="0"/>
        </a:spcBef>
        <a:spcAft>
          <a:spcPct val="0"/>
        </a:spcAft>
        <a:defRPr sz="2600">
          <a:solidFill>
            <a:srgbClr val="6D6E71"/>
          </a:solidFill>
          <a:latin typeface="Arial" charset="0"/>
        </a:defRPr>
      </a:lvl3pPr>
      <a:lvl4pPr algn="l" defTabSz="1006654" rtl="0" eaLnBrk="0" fontAlgn="base" hangingPunct="0">
        <a:spcBef>
          <a:spcPct val="0"/>
        </a:spcBef>
        <a:spcAft>
          <a:spcPct val="0"/>
        </a:spcAft>
        <a:defRPr sz="2600">
          <a:solidFill>
            <a:srgbClr val="6D6E71"/>
          </a:solidFill>
          <a:latin typeface="Arial" charset="0"/>
        </a:defRPr>
      </a:lvl4pPr>
      <a:lvl5pPr algn="l" defTabSz="1006654" rtl="0" eaLnBrk="0" fontAlgn="base" hangingPunct="0">
        <a:spcBef>
          <a:spcPct val="0"/>
        </a:spcBef>
        <a:spcAft>
          <a:spcPct val="0"/>
        </a:spcAft>
        <a:defRPr sz="2600">
          <a:solidFill>
            <a:srgbClr val="6D6E71"/>
          </a:solidFill>
          <a:latin typeface="Arial" charset="0"/>
        </a:defRPr>
      </a:lvl5pPr>
      <a:lvl6pPr marL="441231" algn="l" defTabSz="1006654" rtl="0" fontAlgn="base">
        <a:spcBef>
          <a:spcPct val="0"/>
        </a:spcBef>
        <a:spcAft>
          <a:spcPct val="0"/>
        </a:spcAft>
        <a:defRPr sz="3200">
          <a:solidFill>
            <a:schemeClr val="hlink"/>
          </a:solidFill>
          <a:latin typeface="Arial" charset="0"/>
        </a:defRPr>
      </a:lvl6pPr>
      <a:lvl7pPr marL="882522" algn="l" defTabSz="1006654" rtl="0" fontAlgn="base">
        <a:spcBef>
          <a:spcPct val="0"/>
        </a:spcBef>
        <a:spcAft>
          <a:spcPct val="0"/>
        </a:spcAft>
        <a:defRPr sz="3200">
          <a:solidFill>
            <a:schemeClr val="hlink"/>
          </a:solidFill>
          <a:latin typeface="Arial" charset="0"/>
        </a:defRPr>
      </a:lvl7pPr>
      <a:lvl8pPr marL="1323795" algn="l" defTabSz="1006654" rtl="0" fontAlgn="base">
        <a:spcBef>
          <a:spcPct val="0"/>
        </a:spcBef>
        <a:spcAft>
          <a:spcPct val="0"/>
        </a:spcAft>
        <a:defRPr sz="3200">
          <a:solidFill>
            <a:schemeClr val="hlink"/>
          </a:solidFill>
          <a:latin typeface="Arial" charset="0"/>
        </a:defRPr>
      </a:lvl8pPr>
      <a:lvl9pPr marL="1765066" algn="l" defTabSz="1006654" rtl="0" fontAlgn="base">
        <a:spcBef>
          <a:spcPct val="0"/>
        </a:spcBef>
        <a:spcAft>
          <a:spcPct val="0"/>
        </a:spcAft>
        <a:defRPr sz="3200">
          <a:solidFill>
            <a:schemeClr val="hlink"/>
          </a:solidFill>
          <a:latin typeface="Arial" charset="0"/>
        </a:defRPr>
      </a:lvl9pPr>
    </p:titleStyle>
    <p:bodyStyle>
      <a:lvl1pPr marL="330952" indent="-330952" algn="l" defTabSz="1006654" rtl="0" eaLnBrk="0" fontAlgn="base" hangingPunct="0">
        <a:spcBef>
          <a:spcPct val="40000"/>
        </a:spcBef>
        <a:spcAft>
          <a:spcPct val="20000"/>
        </a:spcAft>
        <a:buClr>
          <a:srgbClr val="005C87"/>
        </a:buClr>
        <a:buChar char="•"/>
        <a:defRPr sz="1600" b="1">
          <a:solidFill>
            <a:srgbClr val="005C87"/>
          </a:solidFill>
          <a:latin typeface="+mn-lt"/>
          <a:ea typeface="+mn-ea"/>
          <a:cs typeface="+mn-cs"/>
        </a:defRPr>
      </a:lvl1pPr>
      <a:lvl2pPr marL="294176" indent="-292644" algn="l" defTabSz="1006654" rtl="0" eaLnBrk="0" fontAlgn="base" hangingPunct="0">
        <a:spcBef>
          <a:spcPct val="30000"/>
        </a:spcBef>
        <a:spcAft>
          <a:spcPct val="20000"/>
        </a:spcAft>
        <a:buClr>
          <a:schemeClr val="accent1"/>
        </a:buClr>
        <a:buSzPct val="110000"/>
        <a:buFont typeface="Wingdings" pitchFamily="2" charset="2"/>
        <a:buChar char="§"/>
        <a:defRPr sz="1400">
          <a:solidFill>
            <a:schemeClr val="tx1"/>
          </a:solidFill>
          <a:latin typeface="+mn-lt"/>
        </a:defRPr>
      </a:lvl2pPr>
      <a:lvl3pPr marL="586824" indent="-291123" algn="l" defTabSz="1006654" rtl="0" eaLnBrk="0" fontAlgn="base" hangingPunct="0">
        <a:spcBef>
          <a:spcPct val="20000"/>
        </a:spcBef>
        <a:spcAft>
          <a:spcPct val="20000"/>
        </a:spcAft>
        <a:buClr>
          <a:schemeClr val="accent1"/>
        </a:buClr>
        <a:buSzPct val="90000"/>
        <a:buFont typeface="Wingdings" pitchFamily="2" charset="2"/>
        <a:buChar char="§"/>
        <a:defRPr sz="1400">
          <a:solidFill>
            <a:schemeClr val="tx1"/>
          </a:solidFill>
          <a:latin typeface="+mn-lt"/>
        </a:defRPr>
      </a:lvl3pPr>
      <a:lvl4pPr marL="880997" indent="-292644" algn="l" defTabSz="1006654" rtl="0" eaLnBrk="0" fontAlgn="base" hangingPunct="0">
        <a:spcBef>
          <a:spcPct val="20000"/>
        </a:spcBef>
        <a:spcAft>
          <a:spcPct val="30000"/>
        </a:spcAft>
        <a:buClr>
          <a:schemeClr val="accent1"/>
        </a:buClr>
        <a:buSzPct val="80000"/>
        <a:buFont typeface="Wingdings" pitchFamily="2" charset="2"/>
        <a:buChar char="§"/>
        <a:defRPr sz="1400">
          <a:solidFill>
            <a:schemeClr val="tx1"/>
          </a:solidFill>
          <a:latin typeface="+mn-lt"/>
        </a:defRPr>
      </a:lvl4pPr>
      <a:lvl5pPr marL="2263021" indent="-249746" algn="l" defTabSz="1006654" rtl="0" eaLnBrk="0" fontAlgn="base" hangingPunct="0">
        <a:spcBef>
          <a:spcPct val="20000"/>
        </a:spcBef>
        <a:spcAft>
          <a:spcPct val="0"/>
        </a:spcAft>
        <a:buChar char="»"/>
        <a:defRPr sz="2700">
          <a:solidFill>
            <a:schemeClr val="tx1"/>
          </a:solidFill>
          <a:latin typeface="+mn-lt"/>
        </a:defRPr>
      </a:lvl5pPr>
      <a:lvl6pPr marL="2705831" indent="-251285" algn="l" defTabSz="1006654" rtl="0" fontAlgn="base">
        <a:spcBef>
          <a:spcPct val="20000"/>
        </a:spcBef>
        <a:spcAft>
          <a:spcPct val="0"/>
        </a:spcAft>
        <a:buChar char="»"/>
        <a:defRPr sz="2700">
          <a:solidFill>
            <a:schemeClr val="tx1"/>
          </a:solidFill>
          <a:latin typeface="+mn-lt"/>
        </a:defRPr>
      </a:lvl6pPr>
      <a:lvl7pPr marL="3147095" indent="-251285" algn="l" defTabSz="1006654" rtl="0" fontAlgn="base">
        <a:spcBef>
          <a:spcPct val="20000"/>
        </a:spcBef>
        <a:spcAft>
          <a:spcPct val="0"/>
        </a:spcAft>
        <a:buChar char="»"/>
        <a:defRPr sz="2700">
          <a:solidFill>
            <a:schemeClr val="tx1"/>
          </a:solidFill>
          <a:latin typeface="+mn-lt"/>
        </a:defRPr>
      </a:lvl7pPr>
      <a:lvl8pPr marL="3588366" indent="-251285" algn="l" defTabSz="1006654" rtl="0" fontAlgn="base">
        <a:spcBef>
          <a:spcPct val="20000"/>
        </a:spcBef>
        <a:spcAft>
          <a:spcPct val="0"/>
        </a:spcAft>
        <a:buChar char="»"/>
        <a:defRPr sz="2700">
          <a:solidFill>
            <a:schemeClr val="tx1"/>
          </a:solidFill>
          <a:latin typeface="+mn-lt"/>
        </a:defRPr>
      </a:lvl8pPr>
      <a:lvl9pPr marL="4029636" indent="-251285" algn="l" defTabSz="1006654" rtl="0" fontAlgn="base">
        <a:spcBef>
          <a:spcPct val="20000"/>
        </a:spcBef>
        <a:spcAft>
          <a:spcPct val="0"/>
        </a:spcAft>
        <a:buChar char="»"/>
        <a:defRPr sz="2700">
          <a:solidFill>
            <a:schemeClr val="tx1"/>
          </a:solidFill>
          <a:latin typeface="+mn-lt"/>
        </a:defRPr>
      </a:lvl9pPr>
    </p:bodyStyle>
    <p:otherStyle>
      <a:defPPr>
        <a:defRPr lang="en-US"/>
      </a:defPPr>
      <a:lvl1pPr marL="0" algn="l" defTabSz="882522" rtl="0" eaLnBrk="1" latinLnBrk="0" hangingPunct="1">
        <a:defRPr sz="1800" kern="1200">
          <a:solidFill>
            <a:schemeClr val="tx1"/>
          </a:solidFill>
          <a:latin typeface="+mn-lt"/>
          <a:ea typeface="+mn-ea"/>
          <a:cs typeface="+mn-cs"/>
        </a:defRPr>
      </a:lvl1pPr>
      <a:lvl2pPr marL="441231" algn="l" defTabSz="882522" rtl="0" eaLnBrk="1" latinLnBrk="0" hangingPunct="1">
        <a:defRPr sz="1800" kern="1200">
          <a:solidFill>
            <a:schemeClr val="tx1"/>
          </a:solidFill>
          <a:latin typeface="+mn-lt"/>
          <a:ea typeface="+mn-ea"/>
          <a:cs typeface="+mn-cs"/>
        </a:defRPr>
      </a:lvl2pPr>
      <a:lvl3pPr marL="882522" algn="l" defTabSz="882522" rtl="0" eaLnBrk="1" latinLnBrk="0" hangingPunct="1">
        <a:defRPr sz="1800" kern="1200">
          <a:solidFill>
            <a:schemeClr val="tx1"/>
          </a:solidFill>
          <a:latin typeface="+mn-lt"/>
          <a:ea typeface="+mn-ea"/>
          <a:cs typeface="+mn-cs"/>
        </a:defRPr>
      </a:lvl3pPr>
      <a:lvl4pPr marL="1323795" algn="l" defTabSz="882522" rtl="0" eaLnBrk="1" latinLnBrk="0" hangingPunct="1">
        <a:defRPr sz="1800" kern="1200">
          <a:solidFill>
            <a:schemeClr val="tx1"/>
          </a:solidFill>
          <a:latin typeface="+mn-lt"/>
          <a:ea typeface="+mn-ea"/>
          <a:cs typeface="+mn-cs"/>
        </a:defRPr>
      </a:lvl4pPr>
      <a:lvl5pPr marL="1765066" algn="l" defTabSz="882522" rtl="0" eaLnBrk="1" latinLnBrk="0" hangingPunct="1">
        <a:defRPr sz="1800" kern="1200">
          <a:solidFill>
            <a:schemeClr val="tx1"/>
          </a:solidFill>
          <a:latin typeface="+mn-lt"/>
          <a:ea typeface="+mn-ea"/>
          <a:cs typeface="+mn-cs"/>
        </a:defRPr>
      </a:lvl5pPr>
      <a:lvl6pPr marL="2206349" algn="l" defTabSz="882522" rtl="0" eaLnBrk="1" latinLnBrk="0" hangingPunct="1">
        <a:defRPr sz="1800" kern="1200">
          <a:solidFill>
            <a:schemeClr val="tx1"/>
          </a:solidFill>
          <a:latin typeface="+mn-lt"/>
          <a:ea typeface="+mn-ea"/>
          <a:cs typeface="+mn-cs"/>
        </a:defRPr>
      </a:lvl6pPr>
      <a:lvl7pPr marL="2647608" algn="l" defTabSz="882522" rtl="0" eaLnBrk="1" latinLnBrk="0" hangingPunct="1">
        <a:defRPr sz="1800" kern="1200">
          <a:solidFill>
            <a:schemeClr val="tx1"/>
          </a:solidFill>
          <a:latin typeface="+mn-lt"/>
          <a:ea typeface="+mn-ea"/>
          <a:cs typeface="+mn-cs"/>
        </a:defRPr>
      </a:lvl7pPr>
      <a:lvl8pPr marL="3088871" algn="l" defTabSz="882522" rtl="0" eaLnBrk="1" latinLnBrk="0" hangingPunct="1">
        <a:defRPr sz="1800" kern="1200">
          <a:solidFill>
            <a:schemeClr val="tx1"/>
          </a:solidFill>
          <a:latin typeface="+mn-lt"/>
          <a:ea typeface="+mn-ea"/>
          <a:cs typeface="+mn-cs"/>
        </a:defRPr>
      </a:lvl8pPr>
      <a:lvl9pPr marL="3530143" algn="l" defTabSz="882522"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8"/>
          <p:cNvSpPr>
            <a:spLocks noGrp="1" noChangeArrowheads="1"/>
          </p:cNvSpPr>
          <p:nvPr>
            <p:ph type="body" idx="1"/>
          </p:nvPr>
        </p:nvSpPr>
        <p:spPr bwMode="auto">
          <a:xfrm>
            <a:off x="446088" y="1512888"/>
            <a:ext cx="9796462" cy="527685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22611" name="Text Box 19"/>
          <p:cNvSpPr txBox="1">
            <a:spLocks noChangeArrowheads="1"/>
          </p:cNvSpPr>
          <p:nvPr/>
        </p:nvSpPr>
        <p:spPr bwMode="auto">
          <a:xfrm>
            <a:off x="412751" y="671513"/>
            <a:ext cx="9867900" cy="515937"/>
          </a:xfrm>
          <a:prstGeom prst="rect">
            <a:avLst/>
          </a:prstGeom>
          <a:noFill/>
          <a:ln w="9525">
            <a:noFill/>
            <a:miter lim="800000"/>
            <a:headEnd/>
            <a:tailEnd/>
          </a:ln>
          <a:effectLst/>
        </p:spPr>
        <p:txBody>
          <a:bodyPr lIns="100696" tIns="50368" rIns="100696" bIns="50368">
            <a:spAutoFit/>
          </a:bodyPr>
          <a:lstStyle/>
          <a:p>
            <a:pPr defTabSz="1006832">
              <a:spcBef>
                <a:spcPct val="50000"/>
              </a:spcBef>
              <a:defRPr/>
            </a:pPr>
            <a:endParaRPr lang="en-GB" sz="2700" b="1" baseline="0" dirty="0"/>
          </a:p>
        </p:txBody>
      </p:sp>
      <p:sp>
        <p:nvSpPr>
          <p:cNvPr id="1028" name="Rectangle 20"/>
          <p:cNvSpPr>
            <a:spLocks noGrp="1" noChangeArrowheads="1"/>
          </p:cNvSpPr>
          <p:nvPr>
            <p:ph type="title"/>
          </p:nvPr>
        </p:nvSpPr>
        <p:spPr bwMode="auto">
          <a:xfrm>
            <a:off x="412751" y="368300"/>
            <a:ext cx="9867900" cy="587375"/>
          </a:xfrm>
          <a:prstGeom prst="rect">
            <a:avLst/>
          </a:prstGeom>
          <a:noFill/>
          <a:ln w="9525">
            <a:noFill/>
            <a:miter lim="800000"/>
            <a:headEnd/>
            <a:tailEnd/>
          </a:ln>
        </p:spPr>
        <p:txBody>
          <a:bodyPr vert="horz" wrap="square" lIns="0" tIns="50368" rIns="100696" bIns="50368" numCol="1" anchor="ctr" anchorCtr="0" compatLnSpc="1">
            <a:prstTxWarp prst="textNoShape">
              <a:avLst/>
            </a:prstTxWarp>
          </a:bodyPr>
          <a:lstStyle/>
          <a:p>
            <a:pPr lvl="0"/>
            <a:r>
              <a:rPr lang="en-US" smtClean="0"/>
              <a:t>Click to edit Master title style</a:t>
            </a:r>
          </a:p>
        </p:txBody>
      </p:sp>
      <p:pic>
        <p:nvPicPr>
          <p:cNvPr id="1029" name="Picture 26" descr="Visual Identitiy Band"/>
          <p:cNvPicPr preferRelativeResize="0">
            <a:picLocks noChangeArrowheads="1"/>
          </p:cNvPicPr>
          <p:nvPr/>
        </p:nvPicPr>
        <p:blipFill>
          <a:blip r:embed="rId17" cstate="print"/>
          <a:srcRect/>
          <a:stretch>
            <a:fillRect/>
          </a:stretch>
        </p:blipFill>
        <p:spPr bwMode="auto">
          <a:xfrm>
            <a:off x="233" y="1092420"/>
            <a:ext cx="10702925" cy="53975"/>
          </a:xfrm>
          <a:prstGeom prst="rect">
            <a:avLst/>
          </a:prstGeom>
          <a:noFill/>
          <a:ln w="9525">
            <a:noFill/>
            <a:miter lim="800000"/>
            <a:headEnd/>
            <a:tailEnd/>
          </a:ln>
        </p:spPr>
      </p:pic>
      <p:pic>
        <p:nvPicPr>
          <p:cNvPr id="1030" name="Picture 2"/>
          <p:cNvPicPr>
            <a:picLocks noChangeAspect="1" noChangeArrowheads="1"/>
          </p:cNvPicPr>
          <p:nvPr/>
        </p:nvPicPr>
        <p:blipFill>
          <a:blip r:embed="rId18" cstate="print"/>
          <a:srcRect/>
          <a:stretch>
            <a:fillRect/>
          </a:stretch>
        </p:blipFill>
        <p:spPr bwMode="gray">
          <a:xfrm>
            <a:off x="450850" y="7021734"/>
            <a:ext cx="952500" cy="363537"/>
          </a:xfrm>
          <a:prstGeom prst="rect">
            <a:avLst/>
          </a:prstGeom>
          <a:noFill/>
          <a:ln w="9525">
            <a:noFill/>
            <a:miter lim="800000"/>
            <a:headEnd/>
            <a:tailEnd/>
          </a:ln>
        </p:spPr>
      </p:pic>
      <p:sp>
        <p:nvSpPr>
          <p:cNvPr id="12" name="Footer Placeholder 11"/>
          <p:cNvSpPr>
            <a:spLocks noGrp="1"/>
          </p:cNvSpPr>
          <p:nvPr>
            <p:ph type="ftr" sz="quarter" idx="3"/>
          </p:nvPr>
        </p:nvSpPr>
        <p:spPr>
          <a:xfrm>
            <a:off x="2038350" y="7096125"/>
            <a:ext cx="8047038" cy="146050"/>
          </a:xfrm>
          <a:prstGeom prst="rect">
            <a:avLst/>
          </a:prstGeom>
        </p:spPr>
        <p:txBody>
          <a:bodyPr vert="horz" lIns="0" tIns="0" rIns="0" bIns="0" rtlCol="0" anchor="ctr"/>
          <a:lstStyle>
            <a:lvl1pPr algn="r">
              <a:spcBef>
                <a:spcPct val="40000"/>
              </a:spcBef>
              <a:spcAft>
                <a:spcPct val="40000"/>
              </a:spcAft>
              <a:defRPr sz="900" dirty="0">
                <a:solidFill>
                  <a:srgbClr val="6C6C6C"/>
                </a:solidFill>
                <a:cs typeface="+mn-cs"/>
              </a:defRPr>
            </a:lvl1pPr>
          </a:lstStyle>
          <a:p>
            <a:pPr>
              <a:defRPr/>
            </a:pPr>
            <a:endParaRPr lang="en-GB" b="1" baseline="0"/>
          </a:p>
        </p:txBody>
      </p:sp>
      <p:sp>
        <p:nvSpPr>
          <p:cNvPr id="13" name="Slide Number Placeholder 12"/>
          <p:cNvSpPr>
            <a:spLocks noGrp="1"/>
          </p:cNvSpPr>
          <p:nvPr>
            <p:ph type="sldNum" sz="quarter" idx="4"/>
          </p:nvPr>
        </p:nvSpPr>
        <p:spPr>
          <a:xfrm>
            <a:off x="10085621" y="7096125"/>
            <a:ext cx="155575" cy="146050"/>
          </a:xfrm>
          <a:prstGeom prst="rect">
            <a:avLst/>
          </a:prstGeom>
        </p:spPr>
        <p:txBody>
          <a:bodyPr vert="horz" lIns="0" tIns="0" rIns="0" bIns="0" rtlCol="0" anchor="ctr"/>
          <a:lstStyle>
            <a:lvl1pPr algn="r">
              <a:spcBef>
                <a:spcPct val="40000"/>
              </a:spcBef>
              <a:spcAft>
                <a:spcPct val="40000"/>
              </a:spcAft>
              <a:defRPr sz="900" smtClean="0">
                <a:solidFill>
                  <a:srgbClr val="6C6C6C"/>
                </a:solidFill>
                <a:cs typeface="+mn-cs"/>
              </a:defRPr>
            </a:lvl1pPr>
          </a:lstStyle>
          <a:p>
            <a:pPr>
              <a:defRPr/>
            </a:pPr>
            <a:fld id="{88608D92-F1F6-42FD-B321-E84A15844632}" type="slidenum">
              <a:rPr lang="en-GB" b="1" baseline="0"/>
              <a:pPr>
                <a:defRPr/>
              </a:pPr>
              <a:t>‹#›</a:t>
            </a:fld>
            <a:endParaRPr lang="en-GB" b="1" baseline="0" dirty="0"/>
          </a:p>
        </p:txBody>
      </p:sp>
    </p:spTree>
  </p:cSld>
  <p:clrMap bg1="lt1" tx1="dk1" bg2="lt2" tx2="dk2" accent1="accent1" accent2="accent2" accent3="accent3" accent4="accent4" accent5="accent5" accent6="accent6" hlink="hlink" folHlink="folHlink"/>
  <p:sldLayoutIdLst>
    <p:sldLayoutId id="2147484090" r:id="rId1"/>
    <p:sldLayoutId id="2147484091" r:id="rId2"/>
    <p:sldLayoutId id="2147484092" r:id="rId3"/>
    <p:sldLayoutId id="2147484093" r:id="rId4"/>
    <p:sldLayoutId id="2147484094" r:id="rId5"/>
    <p:sldLayoutId id="2147484095" r:id="rId6"/>
    <p:sldLayoutId id="2147484096" r:id="rId7"/>
    <p:sldLayoutId id="2147484097" r:id="rId8"/>
    <p:sldLayoutId id="2147484098" r:id="rId9"/>
    <p:sldLayoutId id="2147484099" r:id="rId10"/>
    <p:sldLayoutId id="2147484100" r:id="rId11"/>
    <p:sldLayoutId id="2147484101" r:id="rId12"/>
    <p:sldLayoutId id="2147484102" r:id="rId13"/>
    <p:sldLayoutId id="2147484103" r:id="rId14"/>
    <p:sldLayoutId id="2147484104" r:id="rId15"/>
  </p:sldLayoutIdLst>
  <p:hf sldNum="0" hdr="0" ftr="0" dt="0"/>
  <p:txStyles>
    <p:titleStyle>
      <a:lvl1pPr algn="l" defTabSz="1006832" rtl="0" eaLnBrk="0" fontAlgn="base" hangingPunct="0">
        <a:spcBef>
          <a:spcPct val="0"/>
        </a:spcBef>
        <a:spcAft>
          <a:spcPct val="0"/>
        </a:spcAft>
        <a:defRPr sz="2600">
          <a:solidFill>
            <a:schemeClr val="hlink"/>
          </a:solidFill>
          <a:latin typeface="+mj-lt"/>
          <a:ea typeface="+mj-ea"/>
          <a:cs typeface="+mj-cs"/>
        </a:defRPr>
      </a:lvl1pPr>
      <a:lvl2pPr algn="l" defTabSz="1006832" rtl="0" eaLnBrk="0" fontAlgn="base" hangingPunct="0">
        <a:spcBef>
          <a:spcPct val="0"/>
        </a:spcBef>
        <a:spcAft>
          <a:spcPct val="0"/>
        </a:spcAft>
        <a:defRPr sz="2600">
          <a:solidFill>
            <a:schemeClr val="hlink"/>
          </a:solidFill>
          <a:latin typeface="Arial" charset="0"/>
        </a:defRPr>
      </a:lvl2pPr>
      <a:lvl3pPr algn="l" defTabSz="1006832" rtl="0" eaLnBrk="0" fontAlgn="base" hangingPunct="0">
        <a:spcBef>
          <a:spcPct val="0"/>
        </a:spcBef>
        <a:spcAft>
          <a:spcPct val="0"/>
        </a:spcAft>
        <a:defRPr sz="2600">
          <a:solidFill>
            <a:schemeClr val="hlink"/>
          </a:solidFill>
          <a:latin typeface="Arial" charset="0"/>
        </a:defRPr>
      </a:lvl3pPr>
      <a:lvl4pPr algn="l" defTabSz="1006832" rtl="0" eaLnBrk="0" fontAlgn="base" hangingPunct="0">
        <a:spcBef>
          <a:spcPct val="0"/>
        </a:spcBef>
        <a:spcAft>
          <a:spcPct val="0"/>
        </a:spcAft>
        <a:defRPr sz="2600">
          <a:solidFill>
            <a:schemeClr val="hlink"/>
          </a:solidFill>
          <a:latin typeface="Arial" charset="0"/>
        </a:defRPr>
      </a:lvl4pPr>
      <a:lvl5pPr algn="l" defTabSz="1006832" rtl="0" eaLnBrk="0" fontAlgn="base" hangingPunct="0">
        <a:spcBef>
          <a:spcPct val="0"/>
        </a:spcBef>
        <a:spcAft>
          <a:spcPct val="0"/>
        </a:spcAft>
        <a:defRPr sz="2600">
          <a:solidFill>
            <a:schemeClr val="hlink"/>
          </a:solidFill>
          <a:latin typeface="Arial" charset="0"/>
        </a:defRPr>
      </a:lvl5pPr>
      <a:lvl6pPr marL="441309" algn="l" defTabSz="1006832" rtl="0" fontAlgn="base">
        <a:spcBef>
          <a:spcPct val="0"/>
        </a:spcBef>
        <a:spcAft>
          <a:spcPct val="0"/>
        </a:spcAft>
        <a:defRPr sz="2600">
          <a:solidFill>
            <a:schemeClr val="hlink"/>
          </a:solidFill>
          <a:latin typeface="Arial" charset="0"/>
        </a:defRPr>
      </a:lvl6pPr>
      <a:lvl7pPr marL="882678" algn="l" defTabSz="1006832" rtl="0" fontAlgn="base">
        <a:spcBef>
          <a:spcPct val="0"/>
        </a:spcBef>
        <a:spcAft>
          <a:spcPct val="0"/>
        </a:spcAft>
        <a:defRPr sz="2600">
          <a:solidFill>
            <a:schemeClr val="hlink"/>
          </a:solidFill>
          <a:latin typeface="Arial" charset="0"/>
        </a:defRPr>
      </a:lvl7pPr>
      <a:lvl8pPr marL="1324028" algn="l" defTabSz="1006832" rtl="0" fontAlgn="base">
        <a:spcBef>
          <a:spcPct val="0"/>
        </a:spcBef>
        <a:spcAft>
          <a:spcPct val="0"/>
        </a:spcAft>
        <a:defRPr sz="2600">
          <a:solidFill>
            <a:schemeClr val="hlink"/>
          </a:solidFill>
          <a:latin typeface="Arial" charset="0"/>
        </a:defRPr>
      </a:lvl8pPr>
      <a:lvl9pPr marL="1765377" algn="l" defTabSz="1006832" rtl="0" fontAlgn="base">
        <a:spcBef>
          <a:spcPct val="0"/>
        </a:spcBef>
        <a:spcAft>
          <a:spcPct val="0"/>
        </a:spcAft>
        <a:defRPr sz="2600">
          <a:solidFill>
            <a:schemeClr val="hlink"/>
          </a:solidFill>
          <a:latin typeface="Arial" charset="0"/>
        </a:defRPr>
      </a:lvl9pPr>
    </p:titleStyle>
    <p:bodyStyle>
      <a:lvl1pPr marL="331011" indent="-331011" algn="l" defTabSz="1006832" rtl="0" eaLnBrk="0" fontAlgn="base" hangingPunct="0">
        <a:spcBef>
          <a:spcPct val="40000"/>
        </a:spcBef>
        <a:spcAft>
          <a:spcPct val="20000"/>
        </a:spcAft>
        <a:buClr>
          <a:srgbClr val="005C87"/>
        </a:buClr>
        <a:defRPr sz="1600" b="1">
          <a:solidFill>
            <a:srgbClr val="005C87"/>
          </a:solidFill>
          <a:latin typeface="+mn-lt"/>
          <a:ea typeface="+mn-ea"/>
          <a:cs typeface="+mn-cs"/>
        </a:defRPr>
      </a:lvl1pPr>
      <a:lvl2pPr marL="294228" indent="-292696" algn="l" defTabSz="1006832" rtl="0" eaLnBrk="0" fontAlgn="base" hangingPunct="0">
        <a:spcBef>
          <a:spcPct val="30000"/>
        </a:spcBef>
        <a:spcAft>
          <a:spcPct val="20000"/>
        </a:spcAft>
        <a:buClr>
          <a:srgbClr val="00984A"/>
        </a:buClr>
        <a:buSzPct val="120000"/>
        <a:buFont typeface="Wingdings" pitchFamily="2" charset="2"/>
        <a:buChar char="§"/>
        <a:defRPr sz="1400">
          <a:solidFill>
            <a:schemeClr val="tx1"/>
          </a:solidFill>
          <a:latin typeface="+mn-lt"/>
        </a:defRPr>
      </a:lvl2pPr>
      <a:lvl3pPr marL="586927" indent="-291174" algn="l" defTabSz="1006832" rtl="0" eaLnBrk="0" fontAlgn="base" hangingPunct="0">
        <a:spcBef>
          <a:spcPct val="20000"/>
        </a:spcBef>
        <a:spcAft>
          <a:spcPct val="20000"/>
        </a:spcAft>
        <a:buClr>
          <a:srgbClr val="00984A"/>
        </a:buClr>
        <a:buFont typeface="Wingdings" pitchFamily="2" charset="2"/>
        <a:buChar char="§"/>
        <a:defRPr sz="1400">
          <a:solidFill>
            <a:schemeClr val="tx1"/>
          </a:solidFill>
          <a:latin typeface="+mn-lt"/>
        </a:defRPr>
      </a:lvl3pPr>
      <a:lvl4pPr marL="881152" indent="-292696" algn="l" defTabSz="1006832" rtl="0" eaLnBrk="0" fontAlgn="base" hangingPunct="0">
        <a:spcBef>
          <a:spcPct val="20000"/>
        </a:spcBef>
        <a:spcAft>
          <a:spcPct val="30000"/>
        </a:spcAft>
        <a:buClr>
          <a:srgbClr val="00984A"/>
        </a:buClr>
        <a:buSzPct val="90000"/>
        <a:buFont typeface="Wingdings" pitchFamily="2" charset="2"/>
        <a:buChar char="§"/>
        <a:defRPr sz="1400">
          <a:solidFill>
            <a:schemeClr val="tx1"/>
          </a:solidFill>
          <a:latin typeface="+mn-lt"/>
        </a:defRPr>
      </a:lvl4pPr>
      <a:lvl5pPr marL="2264964" indent="-251329" algn="l" defTabSz="1006832" rtl="0" eaLnBrk="0" fontAlgn="base" hangingPunct="0">
        <a:spcBef>
          <a:spcPct val="20000"/>
        </a:spcBef>
        <a:spcAft>
          <a:spcPct val="0"/>
        </a:spcAft>
        <a:buChar char="»"/>
        <a:defRPr sz="2700">
          <a:solidFill>
            <a:schemeClr val="tx1"/>
          </a:solidFill>
          <a:latin typeface="+mn-lt"/>
        </a:defRPr>
      </a:lvl5pPr>
      <a:lvl6pPr marL="2706308" indent="-251329" algn="l" defTabSz="1006832" rtl="0" fontAlgn="base">
        <a:spcBef>
          <a:spcPct val="20000"/>
        </a:spcBef>
        <a:spcAft>
          <a:spcPct val="0"/>
        </a:spcAft>
        <a:buChar char="»"/>
        <a:defRPr sz="2700">
          <a:solidFill>
            <a:schemeClr val="tx1"/>
          </a:solidFill>
          <a:latin typeface="+mn-lt"/>
        </a:defRPr>
      </a:lvl6pPr>
      <a:lvl7pPr marL="3147651" indent="-251329" algn="l" defTabSz="1006832" rtl="0" fontAlgn="base">
        <a:spcBef>
          <a:spcPct val="20000"/>
        </a:spcBef>
        <a:spcAft>
          <a:spcPct val="0"/>
        </a:spcAft>
        <a:buChar char="»"/>
        <a:defRPr sz="2700">
          <a:solidFill>
            <a:schemeClr val="tx1"/>
          </a:solidFill>
          <a:latin typeface="+mn-lt"/>
        </a:defRPr>
      </a:lvl7pPr>
      <a:lvl8pPr marL="3588999" indent="-251329" algn="l" defTabSz="1006832" rtl="0" fontAlgn="base">
        <a:spcBef>
          <a:spcPct val="20000"/>
        </a:spcBef>
        <a:spcAft>
          <a:spcPct val="0"/>
        </a:spcAft>
        <a:buChar char="»"/>
        <a:defRPr sz="2700">
          <a:solidFill>
            <a:schemeClr val="tx1"/>
          </a:solidFill>
          <a:latin typeface="+mn-lt"/>
        </a:defRPr>
      </a:lvl8pPr>
      <a:lvl9pPr marL="4030347" indent="-251329" algn="l" defTabSz="1006832" rtl="0" fontAlgn="base">
        <a:spcBef>
          <a:spcPct val="20000"/>
        </a:spcBef>
        <a:spcAft>
          <a:spcPct val="0"/>
        </a:spcAft>
        <a:buChar char="»"/>
        <a:defRPr sz="2700">
          <a:solidFill>
            <a:schemeClr val="tx1"/>
          </a:solidFill>
          <a:latin typeface="+mn-lt"/>
        </a:defRPr>
      </a:lvl9pPr>
    </p:bodyStyle>
    <p:otherStyle>
      <a:defPPr>
        <a:defRPr lang="en-US"/>
      </a:defPPr>
      <a:lvl1pPr marL="0" algn="l" defTabSz="882678" rtl="0" eaLnBrk="1" latinLnBrk="0" hangingPunct="1">
        <a:defRPr sz="1800" kern="1200">
          <a:solidFill>
            <a:schemeClr val="tx1"/>
          </a:solidFill>
          <a:latin typeface="+mn-lt"/>
          <a:ea typeface="+mn-ea"/>
          <a:cs typeface="+mn-cs"/>
        </a:defRPr>
      </a:lvl1pPr>
      <a:lvl2pPr marL="441309" algn="l" defTabSz="882678" rtl="0" eaLnBrk="1" latinLnBrk="0" hangingPunct="1">
        <a:defRPr sz="1800" kern="1200">
          <a:solidFill>
            <a:schemeClr val="tx1"/>
          </a:solidFill>
          <a:latin typeface="+mn-lt"/>
          <a:ea typeface="+mn-ea"/>
          <a:cs typeface="+mn-cs"/>
        </a:defRPr>
      </a:lvl2pPr>
      <a:lvl3pPr marL="882678" algn="l" defTabSz="882678" rtl="0" eaLnBrk="1" latinLnBrk="0" hangingPunct="1">
        <a:defRPr sz="1800" kern="1200">
          <a:solidFill>
            <a:schemeClr val="tx1"/>
          </a:solidFill>
          <a:latin typeface="+mn-lt"/>
          <a:ea typeface="+mn-ea"/>
          <a:cs typeface="+mn-cs"/>
        </a:defRPr>
      </a:lvl3pPr>
      <a:lvl4pPr marL="1324028" algn="l" defTabSz="882678" rtl="0" eaLnBrk="1" latinLnBrk="0" hangingPunct="1">
        <a:defRPr sz="1800" kern="1200">
          <a:solidFill>
            <a:schemeClr val="tx1"/>
          </a:solidFill>
          <a:latin typeface="+mn-lt"/>
          <a:ea typeface="+mn-ea"/>
          <a:cs typeface="+mn-cs"/>
        </a:defRPr>
      </a:lvl4pPr>
      <a:lvl5pPr marL="1765377" algn="l" defTabSz="882678" rtl="0" eaLnBrk="1" latinLnBrk="0" hangingPunct="1">
        <a:defRPr sz="1800" kern="1200">
          <a:solidFill>
            <a:schemeClr val="tx1"/>
          </a:solidFill>
          <a:latin typeface="+mn-lt"/>
          <a:ea typeface="+mn-ea"/>
          <a:cs typeface="+mn-cs"/>
        </a:defRPr>
      </a:lvl5pPr>
      <a:lvl6pPr marL="2206738" algn="l" defTabSz="882678" rtl="0" eaLnBrk="1" latinLnBrk="0" hangingPunct="1">
        <a:defRPr sz="1800" kern="1200">
          <a:solidFill>
            <a:schemeClr val="tx1"/>
          </a:solidFill>
          <a:latin typeface="+mn-lt"/>
          <a:ea typeface="+mn-ea"/>
          <a:cs typeface="+mn-cs"/>
        </a:defRPr>
      </a:lvl6pPr>
      <a:lvl7pPr marL="2648075" algn="l" defTabSz="882678" rtl="0" eaLnBrk="1" latinLnBrk="0" hangingPunct="1">
        <a:defRPr sz="1800" kern="1200">
          <a:solidFill>
            <a:schemeClr val="tx1"/>
          </a:solidFill>
          <a:latin typeface="+mn-lt"/>
          <a:ea typeface="+mn-ea"/>
          <a:cs typeface="+mn-cs"/>
        </a:defRPr>
      </a:lvl7pPr>
      <a:lvl8pPr marL="3089416" algn="l" defTabSz="882678" rtl="0" eaLnBrk="1" latinLnBrk="0" hangingPunct="1">
        <a:defRPr sz="1800" kern="1200">
          <a:solidFill>
            <a:schemeClr val="tx1"/>
          </a:solidFill>
          <a:latin typeface="+mn-lt"/>
          <a:ea typeface="+mn-ea"/>
          <a:cs typeface="+mn-cs"/>
        </a:defRPr>
      </a:lvl8pPr>
      <a:lvl9pPr marL="3530765" algn="l" defTabSz="882678"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2598" name="Text Box 6"/>
          <p:cNvSpPr txBox="1">
            <a:spLocks noChangeArrowheads="1"/>
          </p:cNvSpPr>
          <p:nvPr/>
        </p:nvSpPr>
        <p:spPr bwMode="auto">
          <a:xfrm>
            <a:off x="10069581" y="7056438"/>
            <a:ext cx="357187" cy="298450"/>
          </a:xfrm>
          <a:prstGeom prst="rect">
            <a:avLst/>
          </a:prstGeom>
          <a:noFill/>
          <a:ln w="9525">
            <a:noFill/>
            <a:miter lim="800000"/>
            <a:headEnd/>
            <a:tailEnd/>
          </a:ln>
        </p:spPr>
        <p:txBody>
          <a:bodyPr lIns="0" tIns="0" rIns="0" bIns="0" anchor="ctr"/>
          <a:lstStyle/>
          <a:p>
            <a:pPr algn="ctr" defTabSz="1032186">
              <a:defRPr/>
            </a:pPr>
            <a:fld id="{636E5B5B-A0E5-4080-925D-D18045B389D4}" type="slidenum">
              <a:rPr lang="en-US" baseline="0">
                <a:solidFill>
                  <a:srgbClr val="6D6E71"/>
                </a:solidFill>
                <a:latin typeface="Arial"/>
                <a:cs typeface="Arial"/>
              </a:rPr>
              <a:pPr algn="ctr" defTabSz="1032186">
                <a:defRPr/>
              </a:pPr>
              <a:t>‹#›</a:t>
            </a:fld>
            <a:endParaRPr lang="en-US" baseline="0" dirty="0">
              <a:solidFill>
                <a:srgbClr val="6D6E71"/>
              </a:solidFill>
              <a:latin typeface="Arial"/>
              <a:cs typeface="Arial"/>
            </a:endParaRPr>
          </a:p>
        </p:txBody>
      </p:sp>
      <p:sp>
        <p:nvSpPr>
          <p:cNvPr id="14339" name="Rectangle 18"/>
          <p:cNvSpPr>
            <a:spLocks noGrp="1" noChangeArrowheads="1"/>
          </p:cNvSpPr>
          <p:nvPr>
            <p:ph type="body" idx="1"/>
          </p:nvPr>
        </p:nvSpPr>
        <p:spPr bwMode="auto">
          <a:xfrm>
            <a:off x="446088" y="1512888"/>
            <a:ext cx="9796462" cy="527685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22611" name="Text Box 19"/>
          <p:cNvSpPr txBox="1">
            <a:spLocks noChangeArrowheads="1"/>
          </p:cNvSpPr>
          <p:nvPr/>
        </p:nvSpPr>
        <p:spPr bwMode="auto">
          <a:xfrm>
            <a:off x="412751" y="671513"/>
            <a:ext cx="9867900" cy="515937"/>
          </a:xfrm>
          <a:prstGeom prst="rect">
            <a:avLst/>
          </a:prstGeom>
          <a:noFill/>
          <a:ln w="9525">
            <a:noFill/>
            <a:miter lim="800000"/>
            <a:headEnd/>
            <a:tailEnd/>
          </a:ln>
        </p:spPr>
        <p:txBody>
          <a:bodyPr lIns="103192" tIns="51596" rIns="103192" bIns="51596">
            <a:spAutoFit/>
          </a:bodyPr>
          <a:lstStyle/>
          <a:p>
            <a:pPr defTabSz="1032186">
              <a:spcBef>
                <a:spcPct val="50000"/>
              </a:spcBef>
              <a:defRPr/>
            </a:pPr>
            <a:endParaRPr lang="en-GB" sz="2700" b="1" baseline="0" dirty="0">
              <a:latin typeface="Arial"/>
              <a:cs typeface="Arial"/>
            </a:endParaRPr>
          </a:p>
        </p:txBody>
      </p:sp>
      <p:sp>
        <p:nvSpPr>
          <p:cNvPr id="14341" name="Rectangle 20"/>
          <p:cNvSpPr>
            <a:spLocks noGrp="1" noChangeArrowheads="1"/>
          </p:cNvSpPr>
          <p:nvPr>
            <p:ph type="title"/>
          </p:nvPr>
        </p:nvSpPr>
        <p:spPr bwMode="auto">
          <a:xfrm>
            <a:off x="412751" y="368300"/>
            <a:ext cx="9867900" cy="587375"/>
          </a:xfrm>
          <a:prstGeom prst="rect">
            <a:avLst/>
          </a:prstGeom>
          <a:noFill/>
          <a:ln w="9525">
            <a:noFill/>
            <a:miter lim="800000"/>
            <a:headEnd/>
            <a:tailEnd/>
          </a:ln>
        </p:spPr>
        <p:txBody>
          <a:bodyPr vert="horz" wrap="square" lIns="0" tIns="51596" rIns="103192" bIns="51596" numCol="1" anchor="ctr" anchorCtr="0" compatLnSpc="1">
            <a:prstTxWarp prst="textNoShape">
              <a:avLst/>
            </a:prstTxWarp>
          </a:bodyPr>
          <a:lstStyle/>
          <a:p>
            <a:pPr lvl="0"/>
            <a:r>
              <a:rPr lang="en-US" smtClean="0"/>
              <a:t>Click to edit Master title style</a:t>
            </a:r>
          </a:p>
        </p:txBody>
      </p:sp>
      <p:sp>
        <p:nvSpPr>
          <p:cNvPr id="622617" name="Text Box 25"/>
          <p:cNvSpPr txBox="1">
            <a:spLocks noChangeArrowheads="1"/>
          </p:cNvSpPr>
          <p:nvPr/>
        </p:nvSpPr>
        <p:spPr bwMode="auto">
          <a:xfrm>
            <a:off x="6537826" y="7080250"/>
            <a:ext cx="3546754" cy="252413"/>
          </a:xfrm>
          <a:prstGeom prst="rect">
            <a:avLst/>
          </a:prstGeom>
          <a:noFill/>
          <a:ln w="9525">
            <a:noFill/>
            <a:miter lim="800000"/>
            <a:headEnd/>
            <a:tailEnd/>
          </a:ln>
        </p:spPr>
        <p:txBody>
          <a:bodyPr lIns="0" tIns="0" rIns="121875" bIns="0" anchor="ctr"/>
          <a:lstStyle/>
          <a:p>
            <a:pPr marL="516880" indent="-516880" algn="r" defTabSz="1032186">
              <a:spcBef>
                <a:spcPct val="40000"/>
              </a:spcBef>
              <a:spcAft>
                <a:spcPct val="40000"/>
              </a:spcAft>
              <a:defRPr/>
            </a:pPr>
            <a:r>
              <a:rPr lang="en-GB" baseline="0" dirty="0">
                <a:solidFill>
                  <a:srgbClr val="6D6E71"/>
                </a:solidFill>
                <a:latin typeface="Arial"/>
                <a:cs typeface="Arial"/>
              </a:rPr>
              <a:t>WB </a:t>
            </a:r>
            <a:r>
              <a:rPr lang="en-GB" baseline="0" dirty="0" smtClean="0">
                <a:solidFill>
                  <a:srgbClr val="6D6E71"/>
                </a:solidFill>
                <a:latin typeface="Arial"/>
                <a:cs typeface="Arial"/>
              </a:rPr>
              <a:t>Performance Management - </a:t>
            </a:r>
            <a:r>
              <a:rPr lang="en-GB" baseline="0" dirty="0">
                <a:solidFill>
                  <a:srgbClr val="6D6E71"/>
                </a:solidFill>
                <a:latin typeface="Arial"/>
                <a:cs typeface="Arial"/>
              </a:rPr>
              <a:t>External Performance Analytics</a:t>
            </a:r>
          </a:p>
        </p:txBody>
      </p:sp>
      <p:pic>
        <p:nvPicPr>
          <p:cNvPr id="14343" name="Picture 26" descr="Visual Identitiy Band"/>
          <p:cNvPicPr preferRelativeResize="0">
            <a:picLocks noChangeAspect="1" noChangeArrowheads="1"/>
          </p:cNvPicPr>
          <p:nvPr/>
        </p:nvPicPr>
        <p:blipFill>
          <a:blip r:embed="rId13" cstate="print"/>
          <a:srcRect/>
          <a:stretch>
            <a:fillRect/>
          </a:stretch>
        </p:blipFill>
        <p:spPr bwMode="auto">
          <a:xfrm>
            <a:off x="68" y="1092265"/>
            <a:ext cx="10702925" cy="52387"/>
          </a:xfrm>
          <a:prstGeom prst="rect">
            <a:avLst/>
          </a:prstGeom>
          <a:noFill/>
          <a:ln w="9525">
            <a:noFill/>
            <a:miter lim="800000"/>
            <a:headEnd/>
            <a:tailEnd/>
          </a:ln>
        </p:spPr>
      </p:pic>
      <p:pic>
        <p:nvPicPr>
          <p:cNvPr id="14344" name="Picture 2"/>
          <p:cNvPicPr>
            <a:picLocks noChangeAspect="1" noChangeArrowheads="1"/>
          </p:cNvPicPr>
          <p:nvPr/>
        </p:nvPicPr>
        <p:blipFill>
          <a:blip r:embed="rId14" cstate="print"/>
          <a:srcRect/>
          <a:stretch>
            <a:fillRect/>
          </a:stretch>
        </p:blipFill>
        <p:spPr bwMode="gray">
          <a:xfrm>
            <a:off x="450850" y="7021578"/>
            <a:ext cx="952500" cy="363537"/>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106" r:id="rId1"/>
    <p:sldLayoutId id="2147484107" r:id="rId2"/>
    <p:sldLayoutId id="2147484108" r:id="rId3"/>
    <p:sldLayoutId id="2147484109" r:id="rId4"/>
    <p:sldLayoutId id="2147484110" r:id="rId5"/>
    <p:sldLayoutId id="2147484111" r:id="rId6"/>
    <p:sldLayoutId id="2147484112" r:id="rId7"/>
    <p:sldLayoutId id="2147484113" r:id="rId8"/>
    <p:sldLayoutId id="2147484114" r:id="rId9"/>
    <p:sldLayoutId id="2147484115" r:id="rId10"/>
    <p:sldLayoutId id="2147484116" r:id="rId11"/>
  </p:sldLayoutIdLst>
  <p:txStyles>
    <p:titleStyle>
      <a:lvl1pPr algn="l" defTabSz="1032186" rtl="0" eaLnBrk="0" fontAlgn="base" hangingPunct="0">
        <a:spcBef>
          <a:spcPct val="0"/>
        </a:spcBef>
        <a:spcAft>
          <a:spcPct val="0"/>
        </a:spcAft>
        <a:defRPr sz="2600">
          <a:solidFill>
            <a:srgbClr val="6D6E71"/>
          </a:solidFill>
          <a:latin typeface="+mj-lt"/>
          <a:ea typeface="+mj-ea"/>
          <a:cs typeface="+mj-cs"/>
        </a:defRPr>
      </a:lvl1pPr>
      <a:lvl2pPr algn="l" defTabSz="1032186" rtl="0" eaLnBrk="0" fontAlgn="base" hangingPunct="0">
        <a:spcBef>
          <a:spcPct val="0"/>
        </a:spcBef>
        <a:spcAft>
          <a:spcPct val="0"/>
        </a:spcAft>
        <a:defRPr sz="2600">
          <a:solidFill>
            <a:srgbClr val="6D6E71"/>
          </a:solidFill>
          <a:latin typeface="Arial" charset="0"/>
          <a:cs typeface="Arial" charset="0"/>
        </a:defRPr>
      </a:lvl2pPr>
      <a:lvl3pPr algn="l" defTabSz="1032186" rtl="0" eaLnBrk="0" fontAlgn="base" hangingPunct="0">
        <a:spcBef>
          <a:spcPct val="0"/>
        </a:spcBef>
        <a:spcAft>
          <a:spcPct val="0"/>
        </a:spcAft>
        <a:defRPr sz="2600">
          <a:solidFill>
            <a:srgbClr val="6D6E71"/>
          </a:solidFill>
          <a:latin typeface="Arial" charset="0"/>
          <a:cs typeface="Arial" charset="0"/>
        </a:defRPr>
      </a:lvl3pPr>
      <a:lvl4pPr algn="l" defTabSz="1032186" rtl="0" eaLnBrk="0" fontAlgn="base" hangingPunct="0">
        <a:spcBef>
          <a:spcPct val="0"/>
        </a:spcBef>
        <a:spcAft>
          <a:spcPct val="0"/>
        </a:spcAft>
        <a:defRPr sz="2600">
          <a:solidFill>
            <a:srgbClr val="6D6E71"/>
          </a:solidFill>
          <a:latin typeface="Arial" charset="0"/>
          <a:cs typeface="Arial" charset="0"/>
        </a:defRPr>
      </a:lvl4pPr>
      <a:lvl5pPr algn="l" defTabSz="1032186" rtl="0" eaLnBrk="0" fontAlgn="base" hangingPunct="0">
        <a:spcBef>
          <a:spcPct val="0"/>
        </a:spcBef>
        <a:spcAft>
          <a:spcPct val="0"/>
        </a:spcAft>
        <a:defRPr sz="2600">
          <a:solidFill>
            <a:srgbClr val="6D6E71"/>
          </a:solidFill>
          <a:latin typeface="Arial" charset="0"/>
          <a:cs typeface="Arial" charset="0"/>
        </a:defRPr>
      </a:lvl5pPr>
      <a:lvl6pPr marL="452434" algn="l" defTabSz="1032186" rtl="0" fontAlgn="base">
        <a:spcBef>
          <a:spcPct val="0"/>
        </a:spcBef>
        <a:spcAft>
          <a:spcPct val="0"/>
        </a:spcAft>
        <a:defRPr sz="2600">
          <a:solidFill>
            <a:srgbClr val="6D6E71"/>
          </a:solidFill>
          <a:latin typeface="Arial" charset="0"/>
          <a:cs typeface="Arial" charset="0"/>
        </a:defRPr>
      </a:lvl6pPr>
      <a:lvl7pPr marL="904916" algn="l" defTabSz="1032186" rtl="0" fontAlgn="base">
        <a:spcBef>
          <a:spcPct val="0"/>
        </a:spcBef>
        <a:spcAft>
          <a:spcPct val="0"/>
        </a:spcAft>
        <a:defRPr sz="2600">
          <a:solidFill>
            <a:srgbClr val="6D6E71"/>
          </a:solidFill>
          <a:latin typeface="Arial" charset="0"/>
          <a:cs typeface="Arial" charset="0"/>
        </a:defRPr>
      </a:lvl7pPr>
      <a:lvl8pPr marL="1357392" algn="l" defTabSz="1032186" rtl="0" fontAlgn="base">
        <a:spcBef>
          <a:spcPct val="0"/>
        </a:spcBef>
        <a:spcAft>
          <a:spcPct val="0"/>
        </a:spcAft>
        <a:defRPr sz="2600">
          <a:solidFill>
            <a:srgbClr val="6D6E71"/>
          </a:solidFill>
          <a:latin typeface="Arial" charset="0"/>
          <a:cs typeface="Arial" charset="0"/>
        </a:defRPr>
      </a:lvl8pPr>
      <a:lvl9pPr marL="1809859" algn="l" defTabSz="1032186" rtl="0" fontAlgn="base">
        <a:spcBef>
          <a:spcPct val="0"/>
        </a:spcBef>
        <a:spcAft>
          <a:spcPct val="0"/>
        </a:spcAft>
        <a:defRPr sz="2600">
          <a:solidFill>
            <a:srgbClr val="6D6E71"/>
          </a:solidFill>
          <a:latin typeface="Arial" charset="0"/>
          <a:cs typeface="Arial" charset="0"/>
        </a:defRPr>
      </a:lvl9pPr>
    </p:titleStyle>
    <p:bodyStyle>
      <a:lvl1pPr marL="339345" indent="-339345" algn="l" defTabSz="1032186" rtl="0" eaLnBrk="0" fontAlgn="base" hangingPunct="0">
        <a:spcBef>
          <a:spcPct val="40000"/>
        </a:spcBef>
        <a:spcAft>
          <a:spcPct val="20000"/>
        </a:spcAft>
        <a:buClr>
          <a:srgbClr val="005C87"/>
        </a:buClr>
        <a:defRPr sz="1600" b="1">
          <a:solidFill>
            <a:srgbClr val="005C87"/>
          </a:solidFill>
          <a:latin typeface="+mn-lt"/>
          <a:ea typeface="+mn-ea"/>
          <a:cs typeface="+mn-cs"/>
        </a:defRPr>
      </a:lvl1pPr>
      <a:lvl2pPr marL="301644" indent="-300071" algn="l" defTabSz="1032186" rtl="0" eaLnBrk="0" fontAlgn="base" hangingPunct="0">
        <a:spcBef>
          <a:spcPct val="30000"/>
        </a:spcBef>
        <a:spcAft>
          <a:spcPct val="20000"/>
        </a:spcAft>
        <a:buClr>
          <a:schemeClr val="accent1"/>
        </a:buClr>
        <a:buSzPct val="110000"/>
        <a:buFont typeface="Wingdings" pitchFamily="2" charset="2"/>
        <a:buChar char="§"/>
        <a:defRPr sz="1400">
          <a:solidFill>
            <a:schemeClr val="tx1"/>
          </a:solidFill>
          <a:latin typeface="+mn-lt"/>
          <a:cs typeface="+mn-cs"/>
        </a:defRPr>
      </a:lvl2pPr>
      <a:lvl3pPr marL="601717" indent="-298506" algn="l" defTabSz="1032186" rtl="0" eaLnBrk="0" fontAlgn="base" hangingPunct="0">
        <a:spcBef>
          <a:spcPct val="20000"/>
        </a:spcBef>
        <a:spcAft>
          <a:spcPct val="20000"/>
        </a:spcAft>
        <a:buClr>
          <a:schemeClr val="accent1"/>
        </a:buClr>
        <a:buSzPct val="90000"/>
        <a:buFont typeface="Wingdings" pitchFamily="2" charset="2"/>
        <a:buChar char="§"/>
        <a:defRPr sz="1400">
          <a:solidFill>
            <a:schemeClr val="tx1"/>
          </a:solidFill>
          <a:latin typeface="+mn-lt"/>
          <a:cs typeface="+mn-cs"/>
        </a:defRPr>
      </a:lvl3pPr>
      <a:lvl4pPr marL="903355" indent="-300071" algn="l" defTabSz="1032186" rtl="0" eaLnBrk="0" fontAlgn="base" hangingPunct="0">
        <a:spcBef>
          <a:spcPct val="20000"/>
        </a:spcBef>
        <a:spcAft>
          <a:spcPct val="30000"/>
        </a:spcAft>
        <a:buClr>
          <a:schemeClr val="accent1"/>
        </a:buClr>
        <a:buSzPct val="80000"/>
        <a:buFont typeface="Wingdings" pitchFamily="2" charset="2"/>
        <a:buChar char="§"/>
        <a:defRPr sz="1400">
          <a:solidFill>
            <a:schemeClr val="tx1"/>
          </a:solidFill>
          <a:latin typeface="+mn-lt"/>
          <a:cs typeface="+mn-cs"/>
        </a:defRPr>
      </a:lvl4pPr>
      <a:lvl5pPr marL="2320442" indent="-256081" algn="l" defTabSz="1032186" rtl="0" eaLnBrk="0" fontAlgn="base" hangingPunct="0">
        <a:spcBef>
          <a:spcPct val="20000"/>
        </a:spcBef>
        <a:spcAft>
          <a:spcPct val="0"/>
        </a:spcAft>
        <a:buChar char="»"/>
        <a:defRPr sz="2700">
          <a:solidFill>
            <a:schemeClr val="tx1"/>
          </a:solidFill>
          <a:latin typeface="+mn-lt"/>
          <a:cs typeface="+mn-cs"/>
        </a:defRPr>
      </a:lvl5pPr>
      <a:lvl6pPr marL="2774486" indent="-257652" algn="l" defTabSz="1032186" rtl="0" fontAlgn="base">
        <a:spcBef>
          <a:spcPct val="20000"/>
        </a:spcBef>
        <a:spcAft>
          <a:spcPct val="0"/>
        </a:spcAft>
        <a:buChar char="»"/>
        <a:defRPr sz="2700">
          <a:solidFill>
            <a:schemeClr val="tx1"/>
          </a:solidFill>
          <a:latin typeface="+mn-lt"/>
          <a:cs typeface="+mn-cs"/>
        </a:defRPr>
      </a:lvl6pPr>
      <a:lvl7pPr marL="3226948" indent="-257652" algn="l" defTabSz="1032186" rtl="0" fontAlgn="base">
        <a:spcBef>
          <a:spcPct val="20000"/>
        </a:spcBef>
        <a:spcAft>
          <a:spcPct val="0"/>
        </a:spcAft>
        <a:buChar char="»"/>
        <a:defRPr sz="2700">
          <a:solidFill>
            <a:schemeClr val="tx1"/>
          </a:solidFill>
          <a:latin typeface="+mn-lt"/>
          <a:cs typeface="+mn-cs"/>
        </a:defRPr>
      </a:lvl7pPr>
      <a:lvl8pPr marL="3679412" indent="-257652" algn="l" defTabSz="1032186" rtl="0" fontAlgn="base">
        <a:spcBef>
          <a:spcPct val="20000"/>
        </a:spcBef>
        <a:spcAft>
          <a:spcPct val="0"/>
        </a:spcAft>
        <a:buChar char="»"/>
        <a:defRPr sz="2700">
          <a:solidFill>
            <a:schemeClr val="tx1"/>
          </a:solidFill>
          <a:latin typeface="+mn-lt"/>
          <a:cs typeface="+mn-cs"/>
        </a:defRPr>
      </a:lvl8pPr>
      <a:lvl9pPr marL="4131881" indent="-257652" algn="l" defTabSz="1032186" rtl="0" fontAlgn="base">
        <a:spcBef>
          <a:spcPct val="20000"/>
        </a:spcBef>
        <a:spcAft>
          <a:spcPct val="0"/>
        </a:spcAft>
        <a:buChar char="»"/>
        <a:defRPr sz="2700">
          <a:solidFill>
            <a:schemeClr val="tx1"/>
          </a:solidFill>
          <a:latin typeface="+mn-lt"/>
          <a:cs typeface="+mn-cs"/>
        </a:defRPr>
      </a:lvl9pPr>
    </p:bodyStyle>
    <p:otherStyle>
      <a:defPPr>
        <a:defRPr lang="en-US"/>
      </a:defPPr>
      <a:lvl1pPr marL="0" algn="l" defTabSz="904916" rtl="0" eaLnBrk="1" latinLnBrk="0" hangingPunct="1">
        <a:defRPr sz="1800" kern="1200">
          <a:solidFill>
            <a:schemeClr val="tx1"/>
          </a:solidFill>
          <a:latin typeface="+mn-lt"/>
          <a:ea typeface="+mn-ea"/>
          <a:cs typeface="+mn-cs"/>
        </a:defRPr>
      </a:lvl1pPr>
      <a:lvl2pPr marL="452434" algn="l" defTabSz="904916" rtl="0" eaLnBrk="1" latinLnBrk="0" hangingPunct="1">
        <a:defRPr sz="1800" kern="1200">
          <a:solidFill>
            <a:schemeClr val="tx1"/>
          </a:solidFill>
          <a:latin typeface="+mn-lt"/>
          <a:ea typeface="+mn-ea"/>
          <a:cs typeface="+mn-cs"/>
        </a:defRPr>
      </a:lvl2pPr>
      <a:lvl3pPr marL="904916" algn="l" defTabSz="904916" rtl="0" eaLnBrk="1" latinLnBrk="0" hangingPunct="1">
        <a:defRPr sz="1800" kern="1200">
          <a:solidFill>
            <a:schemeClr val="tx1"/>
          </a:solidFill>
          <a:latin typeface="+mn-lt"/>
          <a:ea typeface="+mn-ea"/>
          <a:cs typeface="+mn-cs"/>
        </a:defRPr>
      </a:lvl3pPr>
      <a:lvl4pPr marL="1357392" algn="l" defTabSz="904916" rtl="0" eaLnBrk="1" latinLnBrk="0" hangingPunct="1">
        <a:defRPr sz="1800" kern="1200">
          <a:solidFill>
            <a:schemeClr val="tx1"/>
          </a:solidFill>
          <a:latin typeface="+mn-lt"/>
          <a:ea typeface="+mn-ea"/>
          <a:cs typeface="+mn-cs"/>
        </a:defRPr>
      </a:lvl4pPr>
      <a:lvl5pPr marL="1809859" algn="l" defTabSz="904916" rtl="0" eaLnBrk="1" latinLnBrk="0" hangingPunct="1">
        <a:defRPr sz="1800" kern="1200">
          <a:solidFill>
            <a:schemeClr val="tx1"/>
          </a:solidFill>
          <a:latin typeface="+mn-lt"/>
          <a:ea typeface="+mn-ea"/>
          <a:cs typeface="+mn-cs"/>
        </a:defRPr>
      </a:lvl5pPr>
      <a:lvl6pPr marL="2262326" algn="l" defTabSz="904916" rtl="0" eaLnBrk="1" latinLnBrk="0" hangingPunct="1">
        <a:defRPr sz="1800" kern="1200">
          <a:solidFill>
            <a:schemeClr val="tx1"/>
          </a:solidFill>
          <a:latin typeface="+mn-lt"/>
          <a:ea typeface="+mn-ea"/>
          <a:cs typeface="+mn-cs"/>
        </a:defRPr>
      </a:lvl6pPr>
      <a:lvl7pPr marL="2714791" algn="l" defTabSz="904916" rtl="0" eaLnBrk="1" latinLnBrk="0" hangingPunct="1">
        <a:defRPr sz="1800" kern="1200">
          <a:solidFill>
            <a:schemeClr val="tx1"/>
          </a:solidFill>
          <a:latin typeface="+mn-lt"/>
          <a:ea typeface="+mn-ea"/>
          <a:cs typeface="+mn-cs"/>
        </a:defRPr>
      </a:lvl7pPr>
      <a:lvl8pPr marL="3167256" algn="l" defTabSz="904916" rtl="0" eaLnBrk="1" latinLnBrk="0" hangingPunct="1">
        <a:defRPr sz="1800" kern="1200">
          <a:solidFill>
            <a:schemeClr val="tx1"/>
          </a:solidFill>
          <a:latin typeface="+mn-lt"/>
          <a:ea typeface="+mn-ea"/>
          <a:cs typeface="+mn-cs"/>
        </a:defRPr>
      </a:lvl8pPr>
      <a:lvl9pPr marL="3619721" algn="l" defTabSz="90491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3.xml"/><Relationship Id="rId1" Type="http://schemas.openxmlformats.org/officeDocument/2006/relationships/slideLayout" Target="../slideLayouts/slideLayout19.xml"/><Relationship Id="rId6" Type="http://schemas.openxmlformats.org/officeDocument/2006/relationships/image" Target="../media/image11.emf"/><Relationship Id="rId5" Type="http://schemas.openxmlformats.org/officeDocument/2006/relationships/image" Target="../media/image10.emf"/><Relationship Id="rId4" Type="http://schemas.openxmlformats.org/officeDocument/2006/relationships/image" Target="../media/image9.emf"/></Relationships>
</file>

<file path=ppt/slides/_rels/slide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9.xml"/><Relationship Id="rId1" Type="http://schemas.openxmlformats.org/officeDocument/2006/relationships/vmlDrawing" Target="../drawings/vmlDrawing1.vml"/><Relationship Id="rId4" Type="http://schemas.openxmlformats.org/officeDocument/2006/relationships/image" Target="../media/image13.emf"/></Relationships>
</file>

<file path=ppt/slides/_rels/slide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3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51.xml"/></Relationships>
</file>

<file path=ppt/slides/_rels/slide13.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1.xml"/><Relationship Id="rId1" Type="http://schemas.openxmlformats.org/officeDocument/2006/relationships/slideLayout" Target="../slideLayouts/slideLayout169.xml"/><Relationship Id="rId4" Type="http://schemas.openxmlformats.org/officeDocument/2006/relationships/image" Target="../media/image20.emf"/></Relationships>
</file>

<file path=ppt/slides/_rels/slide14.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12.xml"/><Relationship Id="rId1" Type="http://schemas.openxmlformats.org/officeDocument/2006/relationships/slideLayout" Target="../slideLayouts/slideLayout169.xml"/><Relationship Id="rId4" Type="http://schemas.openxmlformats.org/officeDocument/2006/relationships/image" Target="../media/image22.emf"/></Relationships>
</file>

<file path=ppt/slides/_rels/slide15.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13.xml"/><Relationship Id="rId1" Type="http://schemas.openxmlformats.org/officeDocument/2006/relationships/slideLayout" Target="../slideLayouts/slideLayout181.xml"/><Relationship Id="rId4" Type="http://schemas.openxmlformats.org/officeDocument/2006/relationships/image" Target="../media/image24.e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15.xml"/><Relationship Id="rId1" Type="http://schemas.openxmlformats.org/officeDocument/2006/relationships/slideLayout" Target="../slideLayouts/slideLayout193.xml"/><Relationship Id="rId4" Type="http://schemas.openxmlformats.org/officeDocument/2006/relationships/image" Target="../media/image26.emf"/></Relationships>
</file>

<file path=ppt/slides/_rels/slide18.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16.xml"/><Relationship Id="rId1" Type="http://schemas.openxmlformats.org/officeDocument/2006/relationships/slideLayout" Target="../slideLayouts/slideLayout193.xml"/><Relationship Id="rId4" Type="http://schemas.openxmlformats.org/officeDocument/2006/relationships/image" Target="../media/image28.emf"/></Relationships>
</file>

<file path=ppt/slides/_rels/slide19.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17.xml"/><Relationship Id="rId1" Type="http://schemas.openxmlformats.org/officeDocument/2006/relationships/slideLayout" Target="../slideLayouts/slideLayout147.xml"/><Relationship Id="rId4" Type="http://schemas.openxmlformats.org/officeDocument/2006/relationships/image" Target="../media/image30.emf"/></Relationships>
</file>

<file path=ppt/slides/_rels/slide20.xml.rels><?xml version="1.0" encoding="UTF-8" standalone="yes"?>
<Relationships xmlns="http://schemas.openxmlformats.org/package/2006/relationships"><Relationship Id="rId3" Type="http://schemas.openxmlformats.org/officeDocument/2006/relationships/image" Target="../media/image31.emf"/><Relationship Id="rId7" Type="http://schemas.openxmlformats.org/officeDocument/2006/relationships/image" Target="../media/image35.emf"/><Relationship Id="rId2" Type="http://schemas.openxmlformats.org/officeDocument/2006/relationships/notesSlide" Target="../notesSlides/notesSlide18.xml"/><Relationship Id="rId1" Type="http://schemas.openxmlformats.org/officeDocument/2006/relationships/slideLayout" Target="../slideLayouts/slideLayout147.xml"/><Relationship Id="rId6" Type="http://schemas.openxmlformats.org/officeDocument/2006/relationships/image" Target="../media/image34.emf"/><Relationship Id="rId5" Type="http://schemas.openxmlformats.org/officeDocument/2006/relationships/image" Target="../media/image33.emf"/><Relationship Id="rId4" Type="http://schemas.openxmlformats.org/officeDocument/2006/relationships/image" Target="../media/image32.emf"/></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36.xml"/></Relationships>
</file>

<file path=ppt/slides/_rels/slide22.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slideLayout" Target="../slideLayouts/slideLayout41.xml"/><Relationship Id="rId1" Type="http://schemas.openxmlformats.org/officeDocument/2006/relationships/tags" Target="../tags/tag1.xml"/><Relationship Id="rId6" Type="http://schemas.openxmlformats.org/officeDocument/2006/relationships/image" Target="../media/image39.emf"/><Relationship Id="rId5" Type="http://schemas.openxmlformats.org/officeDocument/2006/relationships/image" Target="../media/image38.emf"/><Relationship Id="rId4" Type="http://schemas.openxmlformats.org/officeDocument/2006/relationships/image" Target="../media/image37.emf"/></Relationships>
</file>

<file path=ppt/slides/_rels/slide23.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slideLayout" Target="../slideLayouts/slideLayout41.xml"/><Relationship Id="rId6" Type="http://schemas.openxmlformats.org/officeDocument/2006/relationships/image" Target="../media/image39.emf"/><Relationship Id="rId5" Type="http://schemas.openxmlformats.org/officeDocument/2006/relationships/image" Target="../media/image43.emf"/><Relationship Id="rId4" Type="http://schemas.openxmlformats.org/officeDocument/2006/relationships/image" Target="../media/image42.emf"/></Relationships>
</file>

<file path=ppt/slides/_rels/slide24.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emf"/><Relationship Id="rId1" Type="http://schemas.openxmlformats.org/officeDocument/2006/relationships/slideLayout" Target="../slideLayouts/slideLayout84.xml"/><Relationship Id="rId5" Type="http://schemas.openxmlformats.org/officeDocument/2006/relationships/image" Target="../media/image39.emf"/><Relationship Id="rId4" Type="http://schemas.openxmlformats.org/officeDocument/2006/relationships/image" Target="../media/image46.emf"/></Relationships>
</file>

<file path=ppt/slides/_rels/slide25.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notesSlide" Target="../notesSlides/notesSlide20.xml"/><Relationship Id="rId1" Type="http://schemas.openxmlformats.org/officeDocument/2006/relationships/slideLayout" Target="../slideLayouts/slideLayout96.xml"/><Relationship Id="rId4" Type="http://schemas.openxmlformats.org/officeDocument/2006/relationships/image" Target="../media/image48.emf"/></Relationships>
</file>

<file path=ppt/slides/_rels/slide26.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36.xml"/></Relationships>
</file>

<file path=ppt/slides/_rels/slide29.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emf"/><Relationship Id="rId1" Type="http://schemas.openxmlformats.org/officeDocument/2006/relationships/slideLayout" Target="../slideLayouts/slideLayout30.xml"/></Relationships>
</file>

<file path=ppt/slides/_rels/slide30.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notesSlide" Target="../notesSlides/notesSlide24.xml"/><Relationship Id="rId1" Type="http://schemas.openxmlformats.org/officeDocument/2006/relationships/slideLayout" Target="../slideLayouts/slideLayout119.xml"/><Relationship Id="rId4" Type="http://schemas.openxmlformats.org/officeDocument/2006/relationships/image" Target="../media/image54.emf"/></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36.xml"/></Relationships>
</file>

<file path=ppt/slides/_rels/slide33.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notesSlide" Target="../notesSlides/notesSlide27.xml"/><Relationship Id="rId1" Type="http://schemas.openxmlformats.org/officeDocument/2006/relationships/slideLayout" Target="../slideLayouts/slideLayout216.xml"/></Relationships>
</file>

<file path=ppt/slides/_rels/slide34.x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slideLayout" Target="../slideLayouts/slideLayout135.xml"/></Relationships>
</file>

<file path=ppt/slides/_rels/slide35.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image" Target="../media/image57.emf"/><Relationship Id="rId1" Type="http://schemas.openxmlformats.org/officeDocument/2006/relationships/slideLayout" Target="../slideLayouts/slideLayout135.xml"/><Relationship Id="rId4" Type="http://schemas.openxmlformats.org/officeDocument/2006/relationships/image" Target="../media/image59.emf"/></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36.xml"/></Relationships>
</file>

<file path=ppt/slides/_rels/slide37.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60.emf"/><Relationship Id="rId1" Type="http://schemas.openxmlformats.org/officeDocument/2006/relationships/slideLayout" Target="../slideLayouts/slideLayout84.xml"/><Relationship Id="rId6" Type="http://schemas.openxmlformats.org/officeDocument/2006/relationships/image" Target="../media/image64.emf"/><Relationship Id="rId5" Type="http://schemas.openxmlformats.org/officeDocument/2006/relationships/image" Target="../media/image63.emf"/><Relationship Id="rId4" Type="http://schemas.openxmlformats.org/officeDocument/2006/relationships/image" Target="../media/image62.emf"/></Relationships>
</file>

<file path=ppt/slides/_rels/slide38.x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image" Target="../media/image65.emf"/><Relationship Id="rId1" Type="http://schemas.openxmlformats.org/officeDocument/2006/relationships/slideLayout" Target="../slideLayouts/slideLayout108.xml"/><Relationship Id="rId5" Type="http://schemas.openxmlformats.org/officeDocument/2006/relationships/image" Target="../media/image68.emf"/><Relationship Id="rId4" Type="http://schemas.openxmlformats.org/officeDocument/2006/relationships/image" Target="../media/image67.emf"/></Relationships>
</file>

<file path=ppt/slides/_rels/slide39.x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notesSlide" Target="../notesSlides/notesSlide29.xml"/><Relationship Id="rId1" Type="http://schemas.openxmlformats.org/officeDocument/2006/relationships/slideLayout" Target="../slideLayouts/slideLayout72.xml"/><Relationship Id="rId6" Type="http://schemas.openxmlformats.org/officeDocument/2006/relationships/image" Target="../media/image72.emf"/><Relationship Id="rId5" Type="http://schemas.openxmlformats.org/officeDocument/2006/relationships/image" Target="../media/image71.emf"/><Relationship Id="rId4" Type="http://schemas.openxmlformats.org/officeDocument/2006/relationships/image" Target="../media/image70.emf"/></Relationships>
</file>

<file path=ppt/slides/_rels/slide40.xml.rels><?xml version="1.0" encoding="UTF-8" standalone="yes"?>
<Relationships xmlns="http://schemas.openxmlformats.org/package/2006/relationships"><Relationship Id="rId3" Type="http://schemas.openxmlformats.org/officeDocument/2006/relationships/image" Target="../media/image73.emf"/><Relationship Id="rId7" Type="http://schemas.openxmlformats.org/officeDocument/2006/relationships/image" Target="../media/image77.emf"/><Relationship Id="rId2" Type="http://schemas.openxmlformats.org/officeDocument/2006/relationships/notesSlide" Target="../notesSlides/notesSlide30.xml"/><Relationship Id="rId1" Type="http://schemas.openxmlformats.org/officeDocument/2006/relationships/slideLayout" Target="../slideLayouts/slideLayout72.xml"/><Relationship Id="rId6" Type="http://schemas.openxmlformats.org/officeDocument/2006/relationships/image" Target="../media/image76.emf"/><Relationship Id="rId5" Type="http://schemas.openxmlformats.org/officeDocument/2006/relationships/image" Target="../media/image75.emf"/><Relationship Id="rId4" Type="http://schemas.openxmlformats.org/officeDocument/2006/relationships/image" Target="../media/image74.emf"/></Relationships>
</file>

<file path=ppt/slides/_rels/slide41.xml.rels><?xml version="1.0" encoding="UTF-8" standalone="yes"?>
<Relationships xmlns="http://schemas.openxmlformats.org/package/2006/relationships"><Relationship Id="rId3" Type="http://schemas.openxmlformats.org/officeDocument/2006/relationships/image" Target="../media/image78.emf"/><Relationship Id="rId2" Type="http://schemas.openxmlformats.org/officeDocument/2006/relationships/notesSlide" Target="../notesSlides/notesSlide31.xml"/><Relationship Id="rId1" Type="http://schemas.openxmlformats.org/officeDocument/2006/relationships/slideLayout" Target="../slideLayouts/slideLayout72.xml"/><Relationship Id="rId6" Type="http://schemas.openxmlformats.org/officeDocument/2006/relationships/image" Target="../media/image81.emf"/><Relationship Id="rId5" Type="http://schemas.openxmlformats.org/officeDocument/2006/relationships/image" Target="../media/image80.emf"/><Relationship Id="rId4" Type="http://schemas.openxmlformats.org/officeDocument/2006/relationships/image" Target="../media/image79.emf"/></Relationships>
</file>

<file path=ppt/slides/_rels/slide42.xml.rels><?xml version="1.0" encoding="UTF-8" standalone="yes"?>
<Relationships xmlns="http://schemas.openxmlformats.org/package/2006/relationships"><Relationship Id="rId3" Type="http://schemas.openxmlformats.org/officeDocument/2006/relationships/image" Target="../media/image82.emf"/><Relationship Id="rId2" Type="http://schemas.openxmlformats.org/officeDocument/2006/relationships/notesSlide" Target="../notesSlides/notesSlide32.xml"/><Relationship Id="rId1" Type="http://schemas.openxmlformats.org/officeDocument/2006/relationships/slideLayout" Target="../slideLayouts/slideLayout72.xml"/><Relationship Id="rId6" Type="http://schemas.openxmlformats.org/officeDocument/2006/relationships/image" Target="../media/image85.emf"/><Relationship Id="rId5" Type="http://schemas.openxmlformats.org/officeDocument/2006/relationships/image" Target="../media/image84.emf"/><Relationship Id="rId4" Type="http://schemas.openxmlformats.org/officeDocument/2006/relationships/image" Target="../media/image83.emf"/></Relationships>
</file>

<file path=ppt/slides/_rels/slide43.xml.rels><?xml version="1.0" encoding="UTF-8" standalone="yes"?>
<Relationships xmlns="http://schemas.openxmlformats.org/package/2006/relationships"><Relationship Id="rId3" Type="http://schemas.openxmlformats.org/officeDocument/2006/relationships/image" Target="../media/image86.emf"/><Relationship Id="rId2" Type="http://schemas.openxmlformats.org/officeDocument/2006/relationships/notesSlide" Target="../notesSlides/notesSlide33.xml"/><Relationship Id="rId1" Type="http://schemas.openxmlformats.org/officeDocument/2006/relationships/slideLayout" Target="../slideLayouts/slideLayout72.xml"/><Relationship Id="rId6" Type="http://schemas.openxmlformats.org/officeDocument/2006/relationships/image" Target="../media/image89.emf"/><Relationship Id="rId5" Type="http://schemas.openxmlformats.org/officeDocument/2006/relationships/image" Target="../media/image88.emf"/><Relationship Id="rId4" Type="http://schemas.openxmlformats.org/officeDocument/2006/relationships/image" Target="../media/image87.emf"/></Relationships>
</file>

<file path=ppt/slides/_rels/slide44.xml.rels><?xml version="1.0" encoding="UTF-8" standalone="yes"?>
<Relationships xmlns="http://schemas.openxmlformats.org/package/2006/relationships"><Relationship Id="rId3" Type="http://schemas.openxmlformats.org/officeDocument/2006/relationships/image" Target="../media/image90.emf"/><Relationship Id="rId7" Type="http://schemas.openxmlformats.org/officeDocument/2006/relationships/image" Target="../media/image93.emf"/><Relationship Id="rId2" Type="http://schemas.openxmlformats.org/officeDocument/2006/relationships/notesSlide" Target="../notesSlides/notesSlide34.xml"/><Relationship Id="rId1" Type="http://schemas.openxmlformats.org/officeDocument/2006/relationships/slideLayout" Target="../slideLayouts/slideLayout72.xml"/><Relationship Id="rId6" Type="http://schemas.openxmlformats.org/officeDocument/2006/relationships/image" Target="../media/image92.emf"/><Relationship Id="rId5" Type="http://schemas.openxmlformats.org/officeDocument/2006/relationships/image" Target="../media/image91.emf"/><Relationship Id="rId4" Type="http://schemas.openxmlformats.org/officeDocument/2006/relationships/image" Target="../media/image77.emf"/></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3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0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5"/>
          <p:cNvSpPr>
            <a:spLocks noGrp="1" noChangeArrowheads="1"/>
          </p:cNvSpPr>
          <p:nvPr>
            <p:ph type="ctrTitle" idx="4294967295"/>
          </p:nvPr>
        </p:nvSpPr>
        <p:spPr>
          <a:xfrm>
            <a:off x="668338" y="2349500"/>
            <a:ext cx="9631362" cy="2425700"/>
          </a:xfrm>
        </p:spPr>
        <p:txBody>
          <a:bodyPr/>
          <a:lstStyle/>
          <a:p>
            <a:r>
              <a:rPr lang="fr-FR" sz="3700" dirty="0" smtClean="0">
                <a:solidFill>
                  <a:schemeClr val="bg1"/>
                </a:solidFill>
              </a:rPr>
              <a:t>2012 </a:t>
            </a:r>
            <a:r>
              <a:rPr lang="fr-FR" sz="3700" dirty="0" err="1" smtClean="0">
                <a:solidFill>
                  <a:schemeClr val="bg1"/>
                </a:solidFill>
              </a:rPr>
              <a:t>Wholesale</a:t>
            </a:r>
            <a:r>
              <a:rPr lang="fr-FR" sz="3700" dirty="0" smtClean="0">
                <a:solidFill>
                  <a:schemeClr val="bg1"/>
                </a:solidFill>
              </a:rPr>
              <a:t> </a:t>
            </a:r>
            <a:r>
              <a:rPr lang="fr-FR" sz="3700" dirty="0" err="1" smtClean="0">
                <a:solidFill>
                  <a:schemeClr val="bg1"/>
                </a:solidFill>
              </a:rPr>
              <a:t>Banking</a:t>
            </a:r>
            <a:r>
              <a:rPr lang="fr-FR" sz="3700" dirty="0" smtClean="0">
                <a:solidFill>
                  <a:schemeClr val="bg1"/>
                </a:solidFill>
              </a:rPr>
              <a:t> Global Peer </a:t>
            </a:r>
            <a:r>
              <a:rPr lang="fr-FR" sz="3700" dirty="0" err="1" smtClean="0">
                <a:solidFill>
                  <a:schemeClr val="bg1"/>
                </a:solidFill>
              </a:rPr>
              <a:t>Review</a:t>
            </a:r>
            <a:endParaRPr lang="en-US" sz="3700" dirty="0" smtClean="0">
              <a:solidFill>
                <a:schemeClr val="bg1"/>
              </a:solidFill>
            </a:endParaRPr>
          </a:p>
        </p:txBody>
      </p:sp>
      <p:sp>
        <p:nvSpPr>
          <p:cNvPr id="28674" name="Rectangle 6"/>
          <p:cNvSpPr>
            <a:spLocks noGrp="1" noChangeArrowheads="1"/>
          </p:cNvSpPr>
          <p:nvPr>
            <p:ph type="subTitle" idx="4294967295"/>
          </p:nvPr>
        </p:nvSpPr>
        <p:spPr>
          <a:xfrm>
            <a:off x="668338" y="5124450"/>
            <a:ext cx="8108950" cy="2436813"/>
          </a:xfrm>
        </p:spPr>
        <p:txBody>
          <a:bodyPr/>
          <a:lstStyle/>
          <a:p>
            <a:pPr marL="0" indent="0"/>
            <a:r>
              <a:rPr lang="en-AU" sz="2900" b="0" dirty="0" smtClean="0">
                <a:solidFill>
                  <a:schemeClr val="hlink"/>
                </a:solidFill>
              </a:rPr>
              <a:t>WB Performance Management</a:t>
            </a:r>
          </a:p>
          <a:p>
            <a:pPr marL="0" indent="0"/>
            <a:r>
              <a:rPr lang="en-AU" sz="2100" b="0" dirty="0" smtClean="0">
                <a:solidFill>
                  <a:schemeClr val="accent1"/>
                </a:solidFill>
              </a:rPr>
              <a:t>March 2013</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idx="4294967295"/>
          </p:nvPr>
        </p:nvSpPr>
        <p:spPr/>
        <p:txBody>
          <a:bodyPr/>
          <a:lstStyle/>
          <a:p>
            <a:pPr eaLnBrk="1" hangingPunct="1"/>
            <a:r>
              <a:rPr lang="en-US" sz="2200" dirty="0" smtClean="0"/>
              <a:t>Contents	</a:t>
            </a:r>
          </a:p>
        </p:txBody>
      </p:sp>
      <p:sp>
        <p:nvSpPr>
          <p:cNvPr id="30722" name="Rectangle 3"/>
          <p:cNvSpPr>
            <a:spLocks noGrp="1" noChangeArrowheads="1"/>
          </p:cNvSpPr>
          <p:nvPr>
            <p:ph type="body" idx="4294967295"/>
          </p:nvPr>
        </p:nvSpPr>
        <p:spPr>
          <a:xfrm>
            <a:off x="446110" y="1512093"/>
            <a:ext cx="4833479" cy="5468938"/>
          </a:xfrm>
        </p:spPr>
        <p:txBody>
          <a:bodyPr/>
          <a:lstStyle/>
          <a:p>
            <a:pPr eaLnBrk="1" hangingPunct="1">
              <a:spcBef>
                <a:spcPct val="30000"/>
              </a:spcBef>
              <a:buClr>
                <a:schemeClr val="accent1"/>
              </a:buClr>
              <a:buSzPct val="140000"/>
            </a:pPr>
            <a:r>
              <a:rPr lang="en-US" sz="1300" dirty="0" smtClean="0"/>
              <a:t>WB Equivalent Overview</a:t>
            </a:r>
            <a:endParaRPr lang="en-GB" sz="1300" dirty="0" smtClean="0"/>
          </a:p>
          <a:p>
            <a:pPr eaLnBrk="1" hangingPunct="1">
              <a:spcBef>
                <a:spcPct val="30000"/>
              </a:spcBef>
              <a:buClr>
                <a:schemeClr val="accent1"/>
              </a:buClr>
              <a:buSzPct val="140000"/>
              <a:buFont typeface="Wingdings" pitchFamily="2" charset="2"/>
              <a:buChar char="§"/>
            </a:pPr>
            <a:r>
              <a:rPr lang="en-US" sz="1300" b="0" dirty="0" smtClean="0"/>
              <a:t>Slide 3: Executive Summary</a:t>
            </a:r>
          </a:p>
          <a:p>
            <a:pPr eaLnBrk="1" hangingPunct="1">
              <a:spcBef>
                <a:spcPct val="30000"/>
              </a:spcBef>
              <a:buClr>
                <a:schemeClr val="accent1"/>
              </a:buClr>
              <a:buSzPct val="140000"/>
              <a:buFont typeface="Wingdings" pitchFamily="2" charset="2"/>
              <a:buChar char="§"/>
            </a:pPr>
            <a:r>
              <a:rPr lang="en-US" sz="1300" b="0" dirty="0" smtClean="0"/>
              <a:t>Slide 4-5: FY’12 WB-Equivalent Total Income</a:t>
            </a:r>
            <a:endParaRPr lang="en-GB" sz="1300" b="0" dirty="0" smtClean="0"/>
          </a:p>
          <a:p>
            <a:pPr eaLnBrk="1" hangingPunct="1">
              <a:spcBef>
                <a:spcPct val="30000"/>
              </a:spcBef>
              <a:buClr>
                <a:schemeClr val="accent1"/>
              </a:buClr>
              <a:buSzPct val="140000"/>
              <a:buFont typeface="Wingdings" pitchFamily="2" charset="2"/>
              <a:buChar char="§"/>
            </a:pPr>
            <a:r>
              <a:rPr lang="en-US" sz="1300" b="0" dirty="0" smtClean="0"/>
              <a:t>Slides 6: </a:t>
            </a:r>
            <a:r>
              <a:rPr lang="en-GB" sz="1300" b="0" dirty="0" smtClean="0"/>
              <a:t>WB-Equivalent Total Income Volatility</a:t>
            </a:r>
          </a:p>
          <a:p>
            <a:pPr eaLnBrk="1" hangingPunct="1">
              <a:spcBef>
                <a:spcPct val="30000"/>
              </a:spcBef>
              <a:buClr>
                <a:schemeClr val="accent1"/>
              </a:buClr>
              <a:buSzPct val="140000"/>
              <a:buFont typeface="Wingdings" pitchFamily="2" charset="2"/>
              <a:buChar char="§"/>
            </a:pPr>
            <a:r>
              <a:rPr lang="en-US" sz="1300" b="0" dirty="0" smtClean="0"/>
              <a:t>Slide 7: WB-Equivalent Total Expenses and Expense JAWs</a:t>
            </a:r>
          </a:p>
          <a:p>
            <a:pPr eaLnBrk="1" hangingPunct="1">
              <a:spcBef>
                <a:spcPct val="30000"/>
              </a:spcBef>
              <a:buClr>
                <a:schemeClr val="accent1"/>
              </a:buClr>
              <a:buSzPct val="140000"/>
              <a:buFont typeface="Wingdings" pitchFamily="2" charset="2"/>
              <a:buChar char="§"/>
            </a:pPr>
            <a:r>
              <a:rPr lang="en-US" sz="1300" b="0" dirty="0" smtClean="0"/>
              <a:t>Slide 8: WB-Equivalent Cost Income Ratio</a:t>
            </a:r>
          </a:p>
          <a:p>
            <a:pPr eaLnBrk="1" hangingPunct="1">
              <a:spcBef>
                <a:spcPct val="30000"/>
              </a:spcBef>
              <a:buClr>
                <a:schemeClr val="accent1"/>
              </a:buClr>
              <a:buSzPct val="140000"/>
              <a:buFont typeface="Wingdings" pitchFamily="2" charset="2"/>
              <a:buChar char="§"/>
            </a:pPr>
            <a:r>
              <a:rPr lang="en-US" sz="1300" b="0" dirty="0" smtClean="0"/>
              <a:t>Slide 9: WB-Equivalent Impairment</a:t>
            </a:r>
          </a:p>
          <a:p>
            <a:pPr eaLnBrk="1" hangingPunct="1">
              <a:spcBef>
                <a:spcPct val="30000"/>
              </a:spcBef>
              <a:buClr>
                <a:schemeClr val="accent1"/>
              </a:buClr>
              <a:buSzPct val="140000"/>
              <a:buFont typeface="Wingdings" pitchFamily="2" charset="2"/>
              <a:buChar char="§"/>
            </a:pPr>
            <a:r>
              <a:rPr lang="en-US" sz="1300" b="0" dirty="0" smtClean="0"/>
              <a:t>Slide 10: WB-Equivalent Operating Profit</a:t>
            </a:r>
          </a:p>
          <a:p>
            <a:pPr eaLnBrk="1" hangingPunct="1">
              <a:spcBef>
                <a:spcPct val="30000"/>
              </a:spcBef>
              <a:buClr>
                <a:schemeClr val="accent1"/>
              </a:buClr>
              <a:buSzPct val="140000"/>
              <a:buFont typeface="Wingdings" pitchFamily="2" charset="2"/>
              <a:buChar char="§"/>
            </a:pPr>
            <a:r>
              <a:rPr lang="en-US" sz="1300" b="0" dirty="0" smtClean="0"/>
              <a:t>Slide 11: WB Equivalent Global Peer Group Performance Summary</a:t>
            </a:r>
          </a:p>
          <a:p>
            <a:pPr eaLnBrk="1" hangingPunct="1">
              <a:spcBef>
                <a:spcPct val="30000"/>
              </a:spcBef>
              <a:buClr>
                <a:schemeClr val="accent1"/>
              </a:buClr>
              <a:buSzPct val="140000"/>
              <a:buFont typeface="Wingdings" pitchFamily="2" charset="2"/>
              <a:buChar char="§"/>
            </a:pPr>
            <a:endParaRPr lang="en-US" sz="1300" b="0" dirty="0" smtClean="0"/>
          </a:p>
          <a:p>
            <a:pPr eaLnBrk="1" hangingPunct="1">
              <a:spcBef>
                <a:spcPct val="30000"/>
              </a:spcBef>
              <a:buClr>
                <a:schemeClr val="accent1"/>
              </a:buClr>
              <a:buSzPct val="140000"/>
            </a:pPr>
            <a:r>
              <a:rPr lang="en-US" sz="1300" dirty="0" smtClean="0"/>
              <a:t>WB Equivalent Product Drill Down</a:t>
            </a:r>
            <a:endParaRPr lang="en-GB" sz="1300" dirty="0" smtClean="0"/>
          </a:p>
          <a:p>
            <a:pPr eaLnBrk="1" hangingPunct="1">
              <a:spcBef>
                <a:spcPct val="30000"/>
              </a:spcBef>
              <a:buClr>
                <a:schemeClr val="accent1"/>
              </a:buClr>
              <a:buSzPct val="140000"/>
              <a:buFont typeface="Wingdings" pitchFamily="2" charset="2"/>
              <a:buChar char="§"/>
            </a:pPr>
            <a:r>
              <a:rPr lang="en-US" sz="1300" b="0" dirty="0" smtClean="0"/>
              <a:t>Slides 13-20: </a:t>
            </a:r>
            <a:r>
              <a:rPr lang="en-GB" sz="1300" b="0" dirty="0" smtClean="0"/>
              <a:t>Transaction Banking and Lending</a:t>
            </a:r>
          </a:p>
          <a:p>
            <a:pPr eaLnBrk="1" hangingPunct="1">
              <a:spcBef>
                <a:spcPct val="30000"/>
              </a:spcBef>
              <a:buClr>
                <a:schemeClr val="accent1"/>
              </a:buClr>
              <a:buSzPct val="140000"/>
              <a:buFont typeface="Wingdings" pitchFamily="2" charset="2"/>
              <a:buChar char="§"/>
            </a:pPr>
            <a:r>
              <a:rPr lang="en-US" sz="1300" b="0" dirty="0" smtClean="0"/>
              <a:t>Slides 22-27: FXRC &amp; Commodities</a:t>
            </a:r>
          </a:p>
          <a:p>
            <a:pPr eaLnBrk="1" hangingPunct="1">
              <a:spcBef>
                <a:spcPct val="30000"/>
              </a:spcBef>
              <a:buClr>
                <a:schemeClr val="accent1"/>
              </a:buClr>
              <a:buSzPct val="140000"/>
              <a:buFont typeface="Wingdings" pitchFamily="2" charset="2"/>
              <a:buChar char="§"/>
            </a:pPr>
            <a:r>
              <a:rPr lang="en-US" sz="1300" b="0" dirty="0" smtClean="0"/>
              <a:t>Slides 29-31: Corporate Finance and Capital Markets</a:t>
            </a:r>
          </a:p>
          <a:p>
            <a:pPr eaLnBrk="1" hangingPunct="1">
              <a:spcBef>
                <a:spcPct val="30000"/>
              </a:spcBef>
              <a:buClr>
                <a:schemeClr val="accent1"/>
              </a:buClr>
              <a:buSzPct val="140000"/>
              <a:buFont typeface="Wingdings" pitchFamily="2" charset="2"/>
              <a:buChar char="§"/>
            </a:pPr>
            <a:endParaRPr lang="en-US" sz="1300" b="0" dirty="0" smtClean="0"/>
          </a:p>
        </p:txBody>
      </p:sp>
      <p:sp>
        <p:nvSpPr>
          <p:cNvPr id="4" name="Rectangle 3"/>
          <p:cNvSpPr txBox="1">
            <a:spLocks noChangeArrowheads="1"/>
          </p:cNvSpPr>
          <p:nvPr/>
        </p:nvSpPr>
        <p:spPr bwMode="auto">
          <a:xfrm>
            <a:off x="5557605" y="1512093"/>
            <a:ext cx="4590503" cy="54689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334884" lvl="0" indent="-334884" defTabSz="1018617">
              <a:spcBef>
                <a:spcPct val="30000"/>
              </a:spcBef>
              <a:spcAft>
                <a:spcPct val="20000"/>
              </a:spcAft>
              <a:buClr>
                <a:srgbClr val="22AA47"/>
              </a:buClr>
              <a:buSzPct val="140000"/>
            </a:pPr>
            <a:r>
              <a:rPr lang="en-US" sz="1300" b="1" kern="0" baseline="0" dirty="0" smtClean="0">
                <a:solidFill>
                  <a:srgbClr val="005C87"/>
                </a:solidFill>
                <a:latin typeface="Arial"/>
                <a:cs typeface="Arial"/>
              </a:rPr>
              <a:t>Balance Sheet Metrics</a:t>
            </a:r>
          </a:p>
          <a:p>
            <a:pPr marL="334884" lvl="0" indent="-334884" defTabSz="1018617">
              <a:spcBef>
                <a:spcPct val="30000"/>
              </a:spcBef>
              <a:spcAft>
                <a:spcPct val="20000"/>
              </a:spcAft>
              <a:buClr>
                <a:srgbClr val="22AA47"/>
              </a:buClr>
              <a:buSzPct val="140000"/>
              <a:buFont typeface="Wingdings" pitchFamily="2" charset="2"/>
              <a:buChar char="§"/>
            </a:pPr>
            <a:r>
              <a:rPr lang="en-US" sz="1300" kern="0" baseline="0" dirty="0" smtClean="0">
                <a:solidFill>
                  <a:srgbClr val="005C87"/>
                </a:solidFill>
                <a:latin typeface="Arial"/>
                <a:cs typeface="Arial"/>
              </a:rPr>
              <a:t>Slide 33: Growth in Peer Group Core Tier 1 Ratios</a:t>
            </a:r>
          </a:p>
          <a:p>
            <a:pPr marL="334884" lvl="0" indent="-334884" defTabSz="1018617">
              <a:spcBef>
                <a:spcPct val="30000"/>
              </a:spcBef>
              <a:spcAft>
                <a:spcPct val="20000"/>
              </a:spcAft>
              <a:buClr>
                <a:srgbClr val="22AA47"/>
              </a:buClr>
              <a:buSzPct val="140000"/>
              <a:buFont typeface="Wingdings" pitchFamily="2" charset="2"/>
              <a:buChar char="§"/>
            </a:pPr>
            <a:r>
              <a:rPr lang="en-US" sz="1300" kern="0" baseline="0" dirty="0" smtClean="0">
                <a:solidFill>
                  <a:srgbClr val="005C87"/>
                </a:solidFill>
                <a:latin typeface="Arial"/>
                <a:cs typeface="Arial"/>
              </a:rPr>
              <a:t>Slide 34: European Bank Deleveraging Activities</a:t>
            </a:r>
          </a:p>
          <a:p>
            <a:pPr marL="334884" lvl="0" indent="-334884" defTabSz="1018617">
              <a:spcBef>
                <a:spcPct val="30000"/>
              </a:spcBef>
              <a:spcAft>
                <a:spcPct val="20000"/>
              </a:spcAft>
              <a:buClr>
                <a:srgbClr val="22AA47"/>
              </a:buClr>
              <a:buSzPct val="140000"/>
              <a:buFont typeface="Wingdings" pitchFamily="2" charset="2"/>
              <a:buChar char="§"/>
            </a:pPr>
            <a:r>
              <a:rPr lang="en-US" sz="1300" kern="0" baseline="0" dirty="0" smtClean="0">
                <a:solidFill>
                  <a:srgbClr val="005C87"/>
                </a:solidFill>
                <a:latin typeface="Arial"/>
                <a:cs typeface="Arial"/>
              </a:rPr>
              <a:t>Slide 35: UBS Deleveraging Deep Dive</a:t>
            </a:r>
          </a:p>
          <a:p>
            <a:pPr marL="334825" indent="-334825" defTabSz="1018437">
              <a:spcBef>
                <a:spcPct val="30000"/>
              </a:spcBef>
              <a:spcAft>
                <a:spcPct val="20000"/>
              </a:spcAft>
              <a:buClr>
                <a:srgbClr val="22AA47"/>
              </a:buClr>
              <a:buSzPct val="140000"/>
              <a:defRPr/>
            </a:pPr>
            <a:endParaRPr lang="en-US" sz="1300" b="1" kern="0" baseline="0" dirty="0" smtClean="0">
              <a:solidFill>
                <a:srgbClr val="005C87"/>
              </a:solidFill>
              <a:latin typeface="Arial"/>
              <a:cs typeface="Arial"/>
            </a:endParaRPr>
          </a:p>
          <a:p>
            <a:pPr marL="334825" indent="-334825" defTabSz="1018437">
              <a:spcBef>
                <a:spcPct val="30000"/>
              </a:spcBef>
              <a:spcAft>
                <a:spcPct val="20000"/>
              </a:spcAft>
              <a:buClr>
                <a:srgbClr val="22AA47"/>
              </a:buClr>
              <a:buSzPct val="140000"/>
              <a:defRPr/>
            </a:pPr>
            <a:r>
              <a:rPr lang="en-US" sz="1300" b="1" kern="0" baseline="0" dirty="0" smtClean="0">
                <a:solidFill>
                  <a:srgbClr val="005C87"/>
                </a:solidFill>
                <a:latin typeface="Arial"/>
                <a:cs typeface="Arial"/>
              </a:rPr>
              <a:t>FX &amp; Investment Banking League Tables</a:t>
            </a:r>
          </a:p>
          <a:p>
            <a:pPr marL="334825" indent="-334825" defTabSz="1018437">
              <a:spcBef>
                <a:spcPct val="30000"/>
              </a:spcBef>
              <a:spcAft>
                <a:spcPct val="20000"/>
              </a:spcAft>
              <a:buClr>
                <a:srgbClr val="22AA47"/>
              </a:buClr>
              <a:buSzPct val="140000"/>
              <a:buFont typeface="Wingdings" pitchFamily="2" charset="2"/>
              <a:buChar char="§"/>
              <a:defRPr/>
            </a:pPr>
            <a:r>
              <a:rPr lang="en-US" sz="1300" kern="0" baseline="0" dirty="0" smtClean="0">
                <a:solidFill>
                  <a:srgbClr val="005C87"/>
                </a:solidFill>
                <a:latin typeface="Arial"/>
                <a:cs typeface="Arial"/>
              </a:rPr>
              <a:t>Slides 37-44: FY’12 FX &amp; Investment Banking League Tables</a:t>
            </a:r>
            <a:r>
              <a:rPr lang="en-US" sz="1300" b="1" kern="0" baseline="0" dirty="0" smtClean="0">
                <a:solidFill>
                  <a:srgbClr val="005C87"/>
                </a:solidFill>
                <a:latin typeface="Arial"/>
                <a:cs typeface="Arial"/>
              </a:rPr>
              <a:t> </a:t>
            </a:r>
          </a:p>
          <a:p>
            <a:pPr marL="334825" indent="-334825" defTabSz="1018437">
              <a:spcBef>
                <a:spcPct val="30000"/>
              </a:spcBef>
              <a:spcAft>
                <a:spcPct val="20000"/>
              </a:spcAft>
              <a:buClr>
                <a:srgbClr val="22AA47"/>
              </a:buClr>
              <a:buSzPct val="140000"/>
              <a:buFont typeface="Wingdings" pitchFamily="2" charset="2"/>
              <a:buChar char="§"/>
              <a:defRPr/>
            </a:pPr>
            <a:endParaRPr lang="en-US" sz="1300" b="1" kern="0" baseline="0" dirty="0" smtClean="0">
              <a:solidFill>
                <a:srgbClr val="005C87"/>
              </a:solidFill>
              <a:latin typeface="Arial"/>
              <a:cs typeface="Arial"/>
            </a:endParaRPr>
          </a:p>
          <a:p>
            <a:pPr marL="334825" indent="-334825" defTabSz="1018437">
              <a:spcBef>
                <a:spcPct val="30000"/>
              </a:spcBef>
              <a:spcAft>
                <a:spcPct val="20000"/>
              </a:spcAft>
              <a:buClr>
                <a:srgbClr val="22AA47"/>
              </a:buClr>
              <a:buSzPct val="140000"/>
              <a:defRPr/>
            </a:pPr>
            <a:r>
              <a:rPr lang="en-US" sz="1300" b="1" kern="0" baseline="0" dirty="0" smtClean="0">
                <a:solidFill>
                  <a:srgbClr val="005C87"/>
                </a:solidFill>
                <a:latin typeface="Arial"/>
                <a:cs typeface="Arial"/>
              </a:rPr>
              <a:t>WB Equivalent Methodology and Assumptions</a:t>
            </a:r>
            <a:endParaRPr lang="en-US" sz="1300" kern="0" baseline="0" dirty="0" smtClean="0">
              <a:solidFill>
                <a:srgbClr val="005C87"/>
              </a:solidFill>
              <a:latin typeface="Arial"/>
              <a:cs typeface="Arial"/>
            </a:endParaRPr>
          </a:p>
          <a:p>
            <a:pPr marL="334825" indent="-334825" defTabSz="1018437">
              <a:spcBef>
                <a:spcPct val="30000"/>
              </a:spcBef>
              <a:spcAft>
                <a:spcPct val="20000"/>
              </a:spcAft>
              <a:buClr>
                <a:srgbClr val="22AA47"/>
              </a:buClr>
              <a:buSzPct val="140000"/>
              <a:buFont typeface="Wingdings" pitchFamily="2" charset="2"/>
              <a:buChar char="§"/>
              <a:defRPr/>
            </a:pPr>
            <a:r>
              <a:rPr lang="en-US" sz="1300" kern="0" baseline="0" dirty="0" smtClean="0">
                <a:solidFill>
                  <a:srgbClr val="005C87"/>
                </a:solidFill>
                <a:latin typeface="Arial"/>
                <a:cs typeface="Arial"/>
              </a:rPr>
              <a:t>Slide 46: WB Equivalent Methodology and Assumptions</a:t>
            </a:r>
          </a:p>
          <a:p>
            <a:pPr marL="334825" indent="-334825" defTabSz="1018437">
              <a:spcBef>
                <a:spcPct val="30000"/>
              </a:spcBef>
              <a:spcAft>
                <a:spcPct val="20000"/>
              </a:spcAft>
              <a:buClr>
                <a:srgbClr val="22AA47"/>
              </a:buClr>
              <a:buSzPct val="140000"/>
              <a:defRPr/>
            </a:pPr>
            <a:endParaRPr lang="en-US" sz="1300" b="1" kern="0" baseline="0" dirty="0" smtClean="0">
              <a:solidFill>
                <a:srgbClr val="005C87"/>
              </a:solidFill>
              <a:latin typeface="Arial"/>
              <a:cs typeface="Arial"/>
            </a:endParaRPr>
          </a:p>
          <a:p>
            <a:pPr marL="334825" indent="-334825" defTabSz="1018437">
              <a:spcBef>
                <a:spcPct val="30000"/>
              </a:spcBef>
              <a:spcAft>
                <a:spcPct val="20000"/>
              </a:spcAft>
              <a:buClr>
                <a:srgbClr val="22AA47"/>
              </a:buClr>
              <a:buSzPct val="140000"/>
              <a:defRPr/>
            </a:pPr>
            <a:endParaRPr lang="en-US" sz="1300" b="1" kern="0" baseline="0" dirty="0" smtClean="0">
              <a:solidFill>
                <a:srgbClr val="005C87"/>
              </a:solidFill>
              <a:latin typeface="Arial"/>
              <a:cs typeface="Arial"/>
            </a:endParaRPr>
          </a:p>
          <a:p>
            <a:pPr marL="334825" indent="-334825" defTabSz="1018437">
              <a:spcBef>
                <a:spcPct val="30000"/>
              </a:spcBef>
              <a:spcAft>
                <a:spcPct val="20000"/>
              </a:spcAft>
              <a:buClr>
                <a:srgbClr val="22AA47"/>
              </a:buClr>
              <a:buSzPct val="140000"/>
              <a:defRPr/>
            </a:pPr>
            <a:endParaRPr lang="en-US" sz="1300" kern="0" baseline="0" dirty="0" smtClean="0">
              <a:solidFill>
                <a:srgbClr val="005C87"/>
              </a:solidFill>
              <a:latin typeface="Arial"/>
              <a:cs typeface="Aria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14"/>
          <p:cNvSpPr>
            <a:spLocks noGrp="1" noChangeArrowheads="1"/>
          </p:cNvSpPr>
          <p:nvPr>
            <p:ph type="title" idx="4294967295"/>
          </p:nvPr>
        </p:nvSpPr>
        <p:spPr/>
        <p:txBody>
          <a:bodyPr/>
          <a:lstStyle/>
          <a:p>
            <a:pPr eaLnBrk="1" hangingPunct="1"/>
            <a:r>
              <a:rPr lang="en-GB" sz="2200" dirty="0" smtClean="0">
                <a:solidFill>
                  <a:srgbClr val="6C6C6C"/>
                </a:solidFill>
              </a:rPr>
              <a:t>Executive Summary</a:t>
            </a:r>
          </a:p>
        </p:txBody>
      </p:sp>
      <p:sp>
        <p:nvSpPr>
          <p:cNvPr id="31746" name="Rectangle 3"/>
          <p:cNvSpPr>
            <a:spLocks noChangeArrowheads="1"/>
          </p:cNvSpPr>
          <p:nvPr/>
        </p:nvSpPr>
        <p:spPr bwMode="auto">
          <a:xfrm>
            <a:off x="446088" y="1292226"/>
            <a:ext cx="9834562" cy="5751513"/>
          </a:xfrm>
          <a:prstGeom prst="rect">
            <a:avLst/>
          </a:prstGeom>
          <a:noFill/>
          <a:ln w="9525">
            <a:noFill/>
            <a:miter lim="800000"/>
            <a:headEnd/>
            <a:tailEnd/>
          </a:ln>
        </p:spPr>
        <p:txBody>
          <a:bodyPr lIns="0" tIns="0" rIns="0" bIns="0"/>
          <a:lstStyle/>
          <a:p>
            <a:pPr marL="293555" lvl="1" indent="-292025" defTabSz="1004522">
              <a:spcBef>
                <a:spcPct val="30000"/>
              </a:spcBef>
              <a:spcAft>
                <a:spcPct val="20000"/>
              </a:spcAft>
              <a:buClr>
                <a:schemeClr val="accent1"/>
              </a:buClr>
              <a:buSzPct val="110000"/>
              <a:buFont typeface="Wingdings" pitchFamily="2" charset="2"/>
              <a:buChar char="§"/>
            </a:pPr>
            <a:endParaRPr lang="en-GB" baseline="0" dirty="0">
              <a:solidFill>
                <a:schemeClr val="tx1"/>
              </a:solidFill>
            </a:endParaRPr>
          </a:p>
        </p:txBody>
      </p:sp>
      <p:sp>
        <p:nvSpPr>
          <p:cNvPr id="31747" name="Rectangle 3"/>
          <p:cNvSpPr>
            <a:spLocks noChangeArrowheads="1"/>
          </p:cNvSpPr>
          <p:nvPr/>
        </p:nvSpPr>
        <p:spPr bwMode="auto">
          <a:xfrm>
            <a:off x="321502" y="1394680"/>
            <a:ext cx="10048875" cy="5827265"/>
          </a:xfrm>
          <a:prstGeom prst="rect">
            <a:avLst/>
          </a:prstGeom>
          <a:noFill/>
          <a:ln w="9525">
            <a:noFill/>
            <a:miter lim="800000"/>
            <a:headEnd/>
            <a:tailEnd/>
          </a:ln>
        </p:spPr>
        <p:txBody>
          <a:bodyPr lIns="0" tIns="0" rIns="0" bIns="0"/>
          <a:lstStyle/>
          <a:p>
            <a:pPr marL="293555" lvl="1" indent="-292025" defTabSz="1004522" eaLnBrk="0" hangingPunct="0">
              <a:spcBef>
                <a:spcPts val="900"/>
              </a:spcBef>
              <a:spcAft>
                <a:spcPts val="300"/>
              </a:spcAft>
              <a:buClr>
                <a:schemeClr val="accent1"/>
              </a:buClr>
              <a:buSzPct val="110000"/>
              <a:buFont typeface="Wingdings" pitchFamily="2" charset="2"/>
              <a:buChar char="§"/>
            </a:pPr>
            <a:r>
              <a:rPr lang="en-US" sz="1300" baseline="0" dirty="0" smtClean="0">
                <a:solidFill>
                  <a:schemeClr val="tx1"/>
                </a:solidFill>
              </a:rPr>
              <a:t>2012 was </a:t>
            </a:r>
            <a:r>
              <a:rPr lang="en-US" sz="1300" baseline="0" dirty="0" err="1" smtClean="0">
                <a:solidFill>
                  <a:schemeClr val="tx1"/>
                </a:solidFill>
              </a:rPr>
              <a:t>characterised</a:t>
            </a:r>
            <a:r>
              <a:rPr lang="en-US" sz="1300" baseline="0" dirty="0" smtClean="0">
                <a:solidFill>
                  <a:schemeClr val="tx1"/>
                </a:solidFill>
              </a:rPr>
              <a:t> by many peers posting a FXRC&amp;C recovery on a very poor 2011, while several European banks continued aggressive deleveraging. Cost growth ex fines etc was moderate to declining.</a:t>
            </a:r>
          </a:p>
          <a:p>
            <a:pPr marL="293555" lvl="1" indent="-292025" defTabSz="1004522" eaLnBrk="0" hangingPunct="0">
              <a:spcBef>
                <a:spcPts val="900"/>
              </a:spcBef>
              <a:spcAft>
                <a:spcPts val="300"/>
              </a:spcAft>
              <a:buClr>
                <a:schemeClr val="accent1"/>
              </a:buClr>
              <a:buSzPct val="110000"/>
              <a:buFont typeface="Wingdings" pitchFamily="2" charset="2"/>
              <a:buChar char="§"/>
            </a:pPr>
            <a:r>
              <a:rPr lang="en-US" sz="1300" baseline="0" dirty="0" smtClean="0">
                <a:solidFill>
                  <a:schemeClr val="tx1"/>
                </a:solidFill>
              </a:rPr>
              <a:t>FY’12  WB equivalent income (ex-CVA/DVA) rose +9% </a:t>
            </a:r>
            <a:r>
              <a:rPr lang="en-US" sz="1300" baseline="0" dirty="0" err="1" smtClean="0">
                <a:solidFill>
                  <a:schemeClr val="tx1"/>
                </a:solidFill>
              </a:rPr>
              <a:t>YoY</a:t>
            </a:r>
            <a:r>
              <a:rPr lang="en-US" sz="1300" baseline="0" dirty="0" smtClean="0">
                <a:solidFill>
                  <a:schemeClr val="tx1"/>
                </a:solidFill>
              </a:rPr>
              <a:t> (H1’12: -6% </a:t>
            </a:r>
            <a:r>
              <a:rPr lang="en-US" sz="1300" baseline="0" dirty="0" err="1" smtClean="0">
                <a:solidFill>
                  <a:schemeClr val="tx1"/>
                </a:solidFill>
              </a:rPr>
              <a:t>YoY</a:t>
            </a:r>
            <a:r>
              <a:rPr lang="en-US" sz="1300" baseline="0" dirty="0" smtClean="0">
                <a:solidFill>
                  <a:schemeClr val="tx1"/>
                </a:solidFill>
              </a:rPr>
              <a:t>) on average across the peer group driven by FXRC&amp;C (+21% ex-CVA/DVA),Transaction Banking (+7%) and Capital Markets (+7%), partially offset by decline in Equities (-7%) and Corporate Finance (-8%). SCB delivered equivalent income growth of +9% YoY driven by Transaction Banking, Corporate Finance, Capital Markets and Principal Finance. </a:t>
            </a:r>
          </a:p>
          <a:p>
            <a:pPr marL="293555" lvl="1" indent="-292025" defTabSz="1004522" eaLnBrk="0" hangingPunct="0">
              <a:spcBef>
                <a:spcPts val="900"/>
              </a:spcBef>
              <a:spcAft>
                <a:spcPts val="300"/>
              </a:spcAft>
              <a:buClr>
                <a:schemeClr val="accent1"/>
              </a:buClr>
              <a:buSzPct val="110000"/>
              <a:buFont typeface="Wingdings" pitchFamily="2" charset="2"/>
              <a:buChar char="§"/>
            </a:pPr>
            <a:r>
              <a:rPr lang="en-US" sz="1300" baseline="0" dirty="0" smtClean="0">
                <a:solidFill>
                  <a:schemeClr val="tx1"/>
                </a:solidFill>
              </a:rPr>
              <a:t>Goldman Sachs reported the strongest growth (+26%) YoY, with double digit growth across all WB Equivalent businesses for FY’12 except for Equities (-2% YoY) and Corporate Finance (-1% YoY).</a:t>
            </a:r>
          </a:p>
          <a:p>
            <a:pPr marL="293555" lvl="1" indent="-292025" defTabSz="1004522" eaLnBrk="0" hangingPunct="0">
              <a:spcBef>
                <a:spcPts val="900"/>
              </a:spcBef>
              <a:spcAft>
                <a:spcPts val="300"/>
              </a:spcAft>
              <a:buClr>
                <a:schemeClr val="accent1"/>
              </a:buClr>
              <a:buSzPct val="110000"/>
              <a:buFont typeface="Wingdings" pitchFamily="2" charset="2"/>
              <a:buChar char="§"/>
            </a:pPr>
            <a:r>
              <a:rPr lang="en-US" sz="1300" baseline="0" dirty="0" smtClean="0">
                <a:solidFill>
                  <a:schemeClr val="tx1"/>
                </a:solidFill>
              </a:rPr>
              <a:t>SCB’s FY’12 Transaction Banking performance was strongest amongst peers with growth of +13% YoY</a:t>
            </a:r>
            <a:r>
              <a:rPr lang="en-US" sz="1300" baseline="30000" dirty="0" smtClean="0">
                <a:solidFill>
                  <a:schemeClr val="tx1"/>
                </a:solidFill>
              </a:rPr>
              <a:t>1</a:t>
            </a:r>
            <a:r>
              <a:rPr lang="en-US" sz="1300" baseline="0" dirty="0" smtClean="0">
                <a:solidFill>
                  <a:schemeClr val="tx1"/>
                </a:solidFill>
              </a:rPr>
              <a:t> versus an average of +7%, due to a +18% growth in Trade Finance and a +7% growth in Cash Management.</a:t>
            </a:r>
          </a:p>
          <a:p>
            <a:pPr marL="293555" lvl="1" indent="-292025" defTabSz="1004522" eaLnBrk="0" hangingPunct="0">
              <a:spcBef>
                <a:spcPts val="900"/>
              </a:spcBef>
              <a:spcAft>
                <a:spcPts val="300"/>
              </a:spcAft>
              <a:buClr>
                <a:schemeClr val="accent1"/>
              </a:buClr>
              <a:buSzPct val="110000"/>
              <a:buFont typeface="Wingdings" pitchFamily="2" charset="2"/>
              <a:buChar char="§"/>
            </a:pPr>
            <a:r>
              <a:rPr lang="en-US" sz="1300" baseline="0" dirty="0" smtClean="0">
                <a:solidFill>
                  <a:schemeClr val="tx1"/>
                </a:solidFill>
              </a:rPr>
              <a:t>Peer group FXRC&amp;C income recovered strongly in FY’12 (up +21% YoY ex-CVA-DVA) driven by Rates and Credit. The recovery followed a weak performance in prior year with the lowest FXRC&amp;C income since pre-GFC. In</a:t>
            </a:r>
            <a:r>
              <a:rPr lang="en-US" sz="1300" baseline="0" dirty="0" smtClean="0">
                <a:solidFill>
                  <a:srgbClr val="005C87"/>
                </a:solidFill>
              </a:rPr>
              <a:t> contrast, SCB reported its highest ever FXRC&amp;C income in the prior year,  and a -2% YoY decline in FY’12 FXRC&amp;C income.</a:t>
            </a:r>
          </a:p>
          <a:p>
            <a:pPr marL="293555" lvl="1" indent="-292025" defTabSz="1004522" eaLnBrk="0" hangingPunct="0">
              <a:spcBef>
                <a:spcPts val="900"/>
              </a:spcBef>
              <a:spcAft>
                <a:spcPts val="300"/>
              </a:spcAft>
              <a:buClr>
                <a:schemeClr val="accent1"/>
              </a:buClr>
              <a:buSzPct val="110000"/>
              <a:buFont typeface="Wingdings" pitchFamily="2" charset="2"/>
              <a:buChar char="§"/>
            </a:pPr>
            <a:r>
              <a:rPr lang="en-US" sz="1300" baseline="0" dirty="0" smtClean="0">
                <a:solidFill>
                  <a:schemeClr val="tx1"/>
                </a:solidFill>
              </a:rPr>
              <a:t>FY’12  Corporate Finance and Equities Income declined YoY across the peer group driven by lower M&amp;A deal volumes and lower market equity volumes and a low volatility environment. SCB was the only bank to report FY’12 YoY growth in both businesses (+13% for Corporate Finance</a:t>
            </a:r>
            <a:r>
              <a:rPr lang="en-US" sz="1300" baseline="30000" dirty="0" smtClean="0">
                <a:solidFill>
                  <a:schemeClr val="tx1"/>
                </a:solidFill>
              </a:rPr>
              <a:t>1</a:t>
            </a:r>
            <a:r>
              <a:rPr lang="en-US" sz="1300" baseline="0" dirty="0" smtClean="0">
                <a:solidFill>
                  <a:schemeClr val="tx1"/>
                </a:solidFill>
              </a:rPr>
              <a:t> and +18% for Equities</a:t>
            </a:r>
            <a:r>
              <a:rPr lang="en-US" sz="1300" baseline="30000" dirty="0" smtClean="0">
                <a:solidFill>
                  <a:schemeClr val="tx1"/>
                </a:solidFill>
              </a:rPr>
              <a:t>2</a:t>
            </a:r>
            <a:r>
              <a:rPr lang="en-US" sz="1300" baseline="0" dirty="0" smtClean="0">
                <a:solidFill>
                  <a:schemeClr val="tx1"/>
                </a:solidFill>
              </a:rPr>
              <a:t>).</a:t>
            </a:r>
          </a:p>
          <a:p>
            <a:pPr marL="293555" lvl="1" indent="-292025" defTabSz="1004522" eaLnBrk="0" hangingPunct="0">
              <a:spcBef>
                <a:spcPts val="900"/>
              </a:spcBef>
              <a:spcAft>
                <a:spcPts val="300"/>
              </a:spcAft>
              <a:buClr>
                <a:schemeClr val="accent1"/>
              </a:buClr>
              <a:buSzPct val="110000"/>
              <a:buFont typeface="Wingdings" pitchFamily="2" charset="2"/>
              <a:buChar char="§"/>
            </a:pPr>
            <a:r>
              <a:rPr lang="en-US" sz="1300" baseline="0" dirty="0" smtClean="0">
                <a:solidFill>
                  <a:schemeClr val="tx1"/>
                </a:solidFill>
              </a:rPr>
              <a:t>Peers reported further cost savings and/or job cuts in Q4’12. FY’12 Expense growth </a:t>
            </a:r>
            <a:r>
              <a:rPr lang="en-US" sz="1300" baseline="0" dirty="0" err="1" smtClean="0">
                <a:solidFill>
                  <a:schemeClr val="tx1"/>
                </a:solidFill>
              </a:rPr>
              <a:t>YoY</a:t>
            </a:r>
            <a:r>
              <a:rPr lang="en-US" sz="1300" baseline="0" dirty="0" smtClean="0">
                <a:solidFill>
                  <a:schemeClr val="tx1"/>
                </a:solidFill>
              </a:rPr>
              <a:t> were broadly flat (+1%), driven by lower staff costs, which was offset by higher litigation and regulatory costs. Peers reported positive YTD Expense JAWs of +8%YoY and </a:t>
            </a:r>
            <a:r>
              <a:rPr lang="en-US" sz="1300" baseline="0" dirty="0" err="1" smtClean="0">
                <a:solidFill>
                  <a:schemeClr val="tx1"/>
                </a:solidFill>
              </a:rPr>
              <a:t>cost:income</a:t>
            </a:r>
            <a:r>
              <a:rPr lang="en-US" sz="1300" baseline="0" dirty="0" smtClean="0">
                <a:solidFill>
                  <a:schemeClr val="tx1"/>
                </a:solidFill>
              </a:rPr>
              <a:t> ratio of 64% (FY’11: 69%). </a:t>
            </a:r>
          </a:p>
          <a:p>
            <a:pPr marL="293555" lvl="1" indent="-292025" defTabSz="1004522" eaLnBrk="0" hangingPunct="0">
              <a:spcBef>
                <a:spcPts val="900"/>
              </a:spcBef>
              <a:spcAft>
                <a:spcPts val="300"/>
              </a:spcAft>
              <a:buClr>
                <a:schemeClr val="accent1"/>
              </a:buClr>
              <a:buSzPct val="110000"/>
              <a:buFont typeface="Wingdings" pitchFamily="2" charset="2"/>
              <a:buChar char="§"/>
            </a:pPr>
            <a:r>
              <a:rPr lang="en-US" sz="1300" baseline="0" dirty="0" smtClean="0">
                <a:solidFill>
                  <a:schemeClr val="tx1"/>
                </a:solidFill>
              </a:rPr>
              <a:t>Operating Profit ex-CVA/DVA rose +23% </a:t>
            </a:r>
            <a:r>
              <a:rPr lang="en-US" sz="1300" baseline="0" dirty="0" err="1" smtClean="0">
                <a:solidFill>
                  <a:schemeClr val="tx1"/>
                </a:solidFill>
              </a:rPr>
              <a:t>YoY</a:t>
            </a:r>
            <a:r>
              <a:rPr lang="en-US" sz="1300" baseline="0" dirty="0" smtClean="0">
                <a:solidFill>
                  <a:schemeClr val="tx1"/>
                </a:solidFill>
              </a:rPr>
              <a:t> on average for FY’12 driven by an uptick in income, coupled with broadly flat expenses growth.</a:t>
            </a:r>
          </a:p>
        </p:txBody>
      </p:sp>
      <p:sp>
        <p:nvSpPr>
          <p:cNvPr id="5" name="Text Box 144"/>
          <p:cNvSpPr txBox="1">
            <a:spLocks noChangeArrowheads="1"/>
          </p:cNvSpPr>
          <p:nvPr/>
        </p:nvSpPr>
        <p:spPr bwMode="auto">
          <a:xfrm>
            <a:off x="1452566" y="6966986"/>
            <a:ext cx="5468937" cy="458203"/>
          </a:xfrm>
          <a:prstGeom prst="rect">
            <a:avLst/>
          </a:prstGeom>
          <a:noFill/>
          <a:ln w="9525">
            <a:noFill/>
            <a:miter lim="800000"/>
            <a:headEnd/>
            <a:tailEnd/>
          </a:ln>
        </p:spPr>
        <p:txBody>
          <a:bodyPr wrap="square" lIns="88014" tIns="44006" rIns="88014" bIns="44006" anchor="b">
            <a:spAutoFit/>
          </a:bodyPr>
          <a:lstStyle/>
          <a:p>
            <a:pPr>
              <a:spcBef>
                <a:spcPct val="50000"/>
              </a:spcBef>
            </a:pPr>
            <a:r>
              <a:rPr lang="en-GB" sz="600" baseline="0" dirty="0" smtClean="0"/>
              <a:t>Sources: Company reports, WB Performance Management analysis. </a:t>
            </a:r>
          </a:p>
          <a:p>
            <a:pPr>
              <a:spcBef>
                <a:spcPct val="50000"/>
              </a:spcBef>
            </a:pPr>
            <a:r>
              <a:rPr lang="en-GB" sz="600" baseline="30000" dirty="0" smtClean="0"/>
              <a:t>1</a:t>
            </a:r>
            <a:r>
              <a:rPr lang="en-GB" sz="600" baseline="0" dirty="0" smtClean="0"/>
              <a:t> External basis</a:t>
            </a:r>
          </a:p>
          <a:p>
            <a:pPr>
              <a:spcBef>
                <a:spcPct val="50000"/>
              </a:spcBef>
            </a:pPr>
            <a:r>
              <a:rPr lang="en-GB" sz="600" baseline="30000" dirty="0" smtClean="0"/>
              <a:t>2</a:t>
            </a:r>
            <a:r>
              <a:rPr lang="en-GB" sz="600" baseline="0" dirty="0" smtClean="0"/>
              <a:t> Management basis</a:t>
            </a:r>
          </a:p>
        </p:txBody>
      </p:sp>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50" name="Picture 6"/>
          <p:cNvPicPr>
            <a:picLocks noChangeAspect="1" noChangeArrowheads="1"/>
          </p:cNvPicPr>
          <p:nvPr/>
        </p:nvPicPr>
        <p:blipFill>
          <a:blip r:embed="rId3" cstate="print"/>
          <a:srcRect/>
          <a:stretch>
            <a:fillRect/>
          </a:stretch>
        </p:blipFill>
        <p:spPr bwMode="auto">
          <a:xfrm>
            <a:off x="5318127" y="1875631"/>
            <a:ext cx="4371975" cy="2171700"/>
          </a:xfrm>
          <a:prstGeom prst="rect">
            <a:avLst/>
          </a:prstGeom>
          <a:noFill/>
          <a:ln w="9525">
            <a:noFill/>
            <a:miter lim="800000"/>
            <a:headEnd/>
            <a:tailEnd/>
          </a:ln>
          <a:effectLst/>
        </p:spPr>
      </p:pic>
      <p:pic>
        <p:nvPicPr>
          <p:cNvPr id="4" name="Picture 5"/>
          <p:cNvPicPr>
            <a:picLocks noChangeAspect="1" noChangeArrowheads="1"/>
          </p:cNvPicPr>
          <p:nvPr/>
        </p:nvPicPr>
        <p:blipFill>
          <a:blip r:embed="rId4" cstate="print"/>
          <a:srcRect/>
          <a:stretch>
            <a:fillRect/>
          </a:stretch>
        </p:blipFill>
        <p:spPr bwMode="auto">
          <a:xfrm>
            <a:off x="5594350" y="4364834"/>
            <a:ext cx="4171950" cy="2552700"/>
          </a:xfrm>
          <a:prstGeom prst="rect">
            <a:avLst/>
          </a:prstGeom>
          <a:noFill/>
          <a:ln w="9525">
            <a:noFill/>
            <a:miter lim="800000"/>
            <a:headEnd/>
            <a:tailEnd/>
          </a:ln>
          <a:effectLst/>
        </p:spPr>
      </p:pic>
      <p:pic>
        <p:nvPicPr>
          <p:cNvPr id="6145" name="Picture 1"/>
          <p:cNvPicPr>
            <a:picLocks noChangeAspect="1" noChangeArrowheads="1"/>
          </p:cNvPicPr>
          <p:nvPr/>
        </p:nvPicPr>
        <p:blipFill>
          <a:blip r:embed="rId5" cstate="print"/>
          <a:srcRect/>
          <a:stretch>
            <a:fillRect/>
          </a:stretch>
        </p:blipFill>
        <p:spPr bwMode="auto">
          <a:xfrm>
            <a:off x="947274" y="4674658"/>
            <a:ext cx="3404318" cy="2295814"/>
          </a:xfrm>
          <a:prstGeom prst="rect">
            <a:avLst/>
          </a:prstGeom>
          <a:noFill/>
          <a:ln w="9525">
            <a:noFill/>
            <a:miter lim="800000"/>
            <a:headEnd/>
            <a:tailEnd/>
          </a:ln>
          <a:effectLst/>
        </p:spPr>
      </p:pic>
      <p:sp>
        <p:nvSpPr>
          <p:cNvPr id="16" name="TextBox 15"/>
          <p:cNvSpPr txBox="1"/>
          <p:nvPr/>
        </p:nvSpPr>
        <p:spPr>
          <a:xfrm>
            <a:off x="6867984" y="5838040"/>
            <a:ext cx="1530746" cy="227403"/>
          </a:xfrm>
          <a:prstGeom prst="rect">
            <a:avLst/>
          </a:prstGeom>
          <a:noFill/>
        </p:spPr>
        <p:txBody>
          <a:bodyPr wrap="none" lIns="88046" tIns="44022" rIns="88046" bIns="44022" rtlCol="0">
            <a:spAutoFit/>
          </a:bodyPr>
          <a:lstStyle/>
          <a:p>
            <a:pPr algn="ctr"/>
            <a:r>
              <a:rPr lang="en-GB" baseline="0" dirty="0" smtClean="0">
                <a:solidFill>
                  <a:schemeClr val="tx1"/>
                </a:solidFill>
              </a:rPr>
              <a:t>FY’12 YoY: </a:t>
            </a:r>
            <a:r>
              <a:rPr lang="en-GB" baseline="0" dirty="0" smtClean="0">
                <a:solidFill>
                  <a:srgbClr val="FF0000"/>
                </a:solidFill>
              </a:rPr>
              <a:t>($2.1bn), (2)%</a:t>
            </a:r>
            <a:endParaRPr lang="en-GB" baseline="0" dirty="0">
              <a:solidFill>
                <a:srgbClr val="FF0000"/>
              </a:solidFill>
            </a:endParaRPr>
          </a:p>
        </p:txBody>
      </p:sp>
      <p:sp>
        <p:nvSpPr>
          <p:cNvPr id="25" name="Rounded Rectangle 24"/>
          <p:cNvSpPr/>
          <p:nvPr/>
        </p:nvSpPr>
        <p:spPr>
          <a:xfrm>
            <a:off x="5167677" y="1325902"/>
            <a:ext cx="5141092" cy="2743200"/>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88046" tIns="44022" rIns="88046" bIns="44022" rtlCol="0" anchor="ctr"/>
          <a:lstStyle/>
          <a:p>
            <a:pPr algn="ctr"/>
            <a:endParaRPr lang="en-GB"/>
          </a:p>
        </p:txBody>
      </p:sp>
      <p:sp>
        <p:nvSpPr>
          <p:cNvPr id="50178" name="Rectangle 14"/>
          <p:cNvSpPr>
            <a:spLocks noGrp="1" noChangeArrowheads="1"/>
          </p:cNvSpPr>
          <p:nvPr>
            <p:ph type="title" idx="4294967295"/>
          </p:nvPr>
        </p:nvSpPr>
        <p:spPr/>
        <p:txBody>
          <a:bodyPr/>
          <a:lstStyle/>
          <a:p>
            <a:pPr eaLnBrk="1" hangingPunct="1"/>
            <a:r>
              <a:rPr lang="en-US" sz="2200" dirty="0" smtClean="0"/>
              <a:t>FY’12 aggregate WB Equivalent Income rose +9% YoY to $311bn primarily due to strong growth in FXRC&amp;C </a:t>
            </a:r>
            <a:endParaRPr lang="en-GB" sz="2200" dirty="0" smtClean="0"/>
          </a:p>
        </p:txBody>
      </p:sp>
      <p:sp>
        <p:nvSpPr>
          <p:cNvPr id="37" name="Rounded Rectangle 36"/>
          <p:cNvSpPr/>
          <p:nvPr/>
        </p:nvSpPr>
        <p:spPr>
          <a:xfrm>
            <a:off x="266700" y="1325901"/>
            <a:ext cx="4546604" cy="2728346"/>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88046" tIns="44022" rIns="88046" bIns="44022" rtlCol="0" anchor="ctr"/>
          <a:lstStyle/>
          <a:p>
            <a:pPr algn="ctr"/>
            <a:endParaRPr lang="en-GB" sz="1400" b="1" dirty="0"/>
          </a:p>
        </p:txBody>
      </p:sp>
      <p:sp>
        <p:nvSpPr>
          <p:cNvPr id="38" name="Text Box 144"/>
          <p:cNvSpPr txBox="1">
            <a:spLocks noChangeArrowheads="1"/>
          </p:cNvSpPr>
          <p:nvPr/>
        </p:nvSpPr>
        <p:spPr bwMode="auto">
          <a:xfrm>
            <a:off x="1441008" y="6922262"/>
            <a:ext cx="5048693" cy="535148"/>
          </a:xfrm>
          <a:prstGeom prst="rect">
            <a:avLst/>
          </a:prstGeom>
          <a:noFill/>
          <a:ln w="9525">
            <a:noFill/>
            <a:miter lim="800000"/>
            <a:headEnd/>
            <a:tailEnd/>
          </a:ln>
        </p:spPr>
        <p:txBody>
          <a:bodyPr wrap="square" lIns="88014" tIns="44006" rIns="88014" bIns="44006" anchor="b">
            <a:spAutoFit/>
          </a:bodyPr>
          <a:lstStyle/>
          <a:p>
            <a:pPr>
              <a:spcBef>
                <a:spcPts val="260"/>
              </a:spcBef>
            </a:pPr>
            <a:r>
              <a:rPr lang="en-GB" sz="600" baseline="0" dirty="0" smtClean="0">
                <a:solidFill>
                  <a:schemeClr val="tx1"/>
                </a:solidFill>
              </a:rPr>
              <a:t>Sources: Company reports, WB Performance Management analysis. SCB product split on management basis.</a:t>
            </a:r>
          </a:p>
          <a:p>
            <a:pPr marL="0" lvl="1">
              <a:spcBef>
                <a:spcPts val="260"/>
              </a:spcBef>
            </a:pPr>
            <a:r>
              <a:rPr lang="en-US" sz="600" baseline="30000" dirty="0" smtClean="0">
                <a:solidFill>
                  <a:schemeClr val="tx1"/>
                </a:solidFill>
              </a:rPr>
              <a:t>1</a:t>
            </a:r>
            <a:r>
              <a:rPr lang="en-US" sz="600" baseline="0" dirty="0" smtClean="0">
                <a:solidFill>
                  <a:schemeClr val="tx1"/>
                </a:solidFill>
              </a:rPr>
              <a:t> CVA/DVA excluded from </a:t>
            </a:r>
            <a:r>
              <a:rPr lang="en-US" sz="600" baseline="0" dirty="0" err="1" smtClean="0">
                <a:solidFill>
                  <a:schemeClr val="tx1"/>
                </a:solidFill>
              </a:rPr>
              <a:t>BoA</a:t>
            </a:r>
            <a:r>
              <a:rPr lang="en-US" sz="600" baseline="0" dirty="0" smtClean="0">
                <a:solidFill>
                  <a:schemeClr val="tx1"/>
                </a:solidFill>
              </a:rPr>
              <a:t>, </a:t>
            </a:r>
            <a:r>
              <a:rPr lang="en-US" sz="600" baseline="0" dirty="0" err="1" smtClean="0">
                <a:solidFill>
                  <a:schemeClr val="tx1"/>
                </a:solidFill>
              </a:rPr>
              <a:t>Citi</a:t>
            </a:r>
            <a:r>
              <a:rPr lang="en-US" sz="600" baseline="0" dirty="0" smtClean="0">
                <a:solidFill>
                  <a:schemeClr val="tx1"/>
                </a:solidFill>
              </a:rPr>
              <a:t>, Credit Suisse, Goldman Sachs, JPMC, Morgan Stanley and UBS. No CVA/DVA disclosure available for Barclays, BNP Paribas, Deutsche Bank, RBS and </a:t>
            </a:r>
            <a:r>
              <a:rPr lang="en-US" sz="600" baseline="0" dirty="0" err="1" smtClean="0">
                <a:solidFill>
                  <a:schemeClr val="tx1"/>
                </a:solidFill>
              </a:rPr>
              <a:t>SocGen</a:t>
            </a:r>
            <a:r>
              <a:rPr lang="en-US" sz="600" baseline="0" dirty="0" smtClean="0">
                <a:solidFill>
                  <a:schemeClr val="tx1"/>
                </a:solidFill>
              </a:rPr>
              <a:t>. </a:t>
            </a:r>
          </a:p>
          <a:p>
            <a:pPr marL="0" lvl="1">
              <a:spcBef>
                <a:spcPts val="260"/>
              </a:spcBef>
            </a:pPr>
            <a:r>
              <a:rPr lang="en-US" sz="600" baseline="0" dirty="0" smtClean="0">
                <a:solidFill>
                  <a:schemeClr val="tx1"/>
                </a:solidFill>
              </a:rPr>
              <a:t>2 Others relate to JV and associate income. HSBC &amp; SG disposed of some of their JV’s in FY’12. </a:t>
            </a:r>
          </a:p>
        </p:txBody>
      </p:sp>
      <p:sp>
        <p:nvSpPr>
          <p:cNvPr id="41" name="Rounded Rectangle 40"/>
          <p:cNvSpPr/>
          <p:nvPr/>
        </p:nvSpPr>
        <p:spPr>
          <a:xfrm>
            <a:off x="5223918" y="4219347"/>
            <a:ext cx="5141092" cy="2739912"/>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88046" tIns="44022" rIns="88046" bIns="44022" rtlCol="0" anchor="ctr"/>
          <a:lstStyle/>
          <a:p>
            <a:pPr algn="ctr"/>
            <a:endParaRPr lang="en-GB"/>
          </a:p>
        </p:txBody>
      </p:sp>
      <p:sp>
        <p:nvSpPr>
          <p:cNvPr id="47" name="Rounded Rectangle 46"/>
          <p:cNvSpPr/>
          <p:nvPr/>
        </p:nvSpPr>
        <p:spPr>
          <a:xfrm>
            <a:off x="5745822" y="4162832"/>
            <a:ext cx="3984638" cy="49680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88046" tIns="44022" rIns="88046" bIns="44022" rtlCol="0" anchor="ctr"/>
          <a:lstStyle/>
          <a:p>
            <a:pPr algn="ctr"/>
            <a:r>
              <a:rPr lang="en-US" sz="1300" b="1" baseline="0" dirty="0" smtClean="0">
                <a:solidFill>
                  <a:srgbClr val="005C87"/>
                </a:solidFill>
              </a:rPr>
              <a:t>FY’12 YoY Aggregate Operating Profit Delta</a:t>
            </a:r>
            <a:endParaRPr lang="en-GB" sz="1300" dirty="0"/>
          </a:p>
        </p:txBody>
      </p:sp>
      <p:sp>
        <p:nvSpPr>
          <p:cNvPr id="17" name="Rounded Rectangle 16"/>
          <p:cNvSpPr/>
          <p:nvPr/>
        </p:nvSpPr>
        <p:spPr>
          <a:xfrm>
            <a:off x="622303" y="1359621"/>
            <a:ext cx="3931813" cy="20079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88046" tIns="44022" rIns="88046" bIns="44022" rtlCol="0" anchor="ctr"/>
          <a:lstStyle/>
          <a:p>
            <a:pPr algn="ctr"/>
            <a:r>
              <a:rPr lang="en-US" sz="1000" b="1" baseline="0" dirty="0" smtClean="0">
                <a:solidFill>
                  <a:srgbClr val="005C87"/>
                </a:solidFill>
              </a:rPr>
              <a:t>Aggregate WB Equivalent FY’12 Income Split</a:t>
            </a:r>
            <a:r>
              <a:rPr lang="en-US" sz="1000" b="1" baseline="30000" dirty="0" smtClean="0">
                <a:solidFill>
                  <a:srgbClr val="005C87"/>
                </a:solidFill>
              </a:rPr>
              <a:t>1</a:t>
            </a:r>
            <a:r>
              <a:rPr lang="en-US" sz="1000" b="1" baseline="0" dirty="0" smtClean="0">
                <a:solidFill>
                  <a:srgbClr val="005C87"/>
                </a:solidFill>
              </a:rPr>
              <a:t> </a:t>
            </a:r>
            <a:endParaRPr lang="en-GB" sz="1000" b="1" dirty="0"/>
          </a:p>
        </p:txBody>
      </p:sp>
      <p:sp>
        <p:nvSpPr>
          <p:cNvPr id="26" name="Right Brace 25"/>
          <p:cNvSpPr/>
          <p:nvPr/>
        </p:nvSpPr>
        <p:spPr>
          <a:xfrm>
            <a:off x="9631324" y="2428891"/>
            <a:ext cx="163583" cy="1075233"/>
          </a:xfrm>
          <a:prstGeom prst="rightBrace">
            <a:avLst>
              <a:gd name="adj1" fmla="val 9181"/>
              <a:gd name="adj2" fmla="val 49683"/>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lIns="88046" tIns="44022" rIns="88046" bIns="44022" rtlCol="0" anchor="ctr"/>
          <a:lstStyle/>
          <a:p>
            <a:pPr algn="ctr"/>
            <a:endParaRPr lang="en-GB"/>
          </a:p>
        </p:txBody>
      </p:sp>
      <p:sp>
        <p:nvSpPr>
          <p:cNvPr id="27" name="TextBox 26"/>
          <p:cNvSpPr txBox="1"/>
          <p:nvPr/>
        </p:nvSpPr>
        <p:spPr>
          <a:xfrm>
            <a:off x="9618199" y="2716504"/>
            <a:ext cx="792606" cy="396680"/>
          </a:xfrm>
          <a:prstGeom prst="rect">
            <a:avLst/>
          </a:prstGeom>
          <a:noFill/>
        </p:spPr>
        <p:txBody>
          <a:bodyPr wrap="square" lIns="88046" tIns="44022" rIns="88046" bIns="44022" rtlCol="0">
            <a:spAutoFit/>
          </a:bodyPr>
          <a:lstStyle/>
          <a:p>
            <a:pPr algn="ctr"/>
            <a:r>
              <a:rPr lang="en-GB" sz="1000" baseline="0" dirty="0" smtClean="0">
                <a:solidFill>
                  <a:schemeClr val="tx1"/>
                </a:solidFill>
              </a:rPr>
              <a:t>$26.0bn</a:t>
            </a:r>
          </a:p>
          <a:p>
            <a:pPr algn="ctr"/>
            <a:r>
              <a:rPr lang="en-GB" sz="1000" baseline="0" dirty="0" smtClean="0">
                <a:solidFill>
                  <a:schemeClr val="tx1"/>
                </a:solidFill>
              </a:rPr>
              <a:t>+9%</a:t>
            </a:r>
            <a:endParaRPr lang="en-GB" sz="1000" baseline="0" dirty="0">
              <a:solidFill>
                <a:schemeClr val="tx1"/>
              </a:solidFill>
            </a:endParaRPr>
          </a:p>
        </p:txBody>
      </p:sp>
      <p:sp>
        <p:nvSpPr>
          <p:cNvPr id="28" name="Rounded Rectangle 27"/>
          <p:cNvSpPr/>
          <p:nvPr/>
        </p:nvSpPr>
        <p:spPr>
          <a:xfrm>
            <a:off x="6010728" y="1284176"/>
            <a:ext cx="3194957" cy="49680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88046" tIns="44022" rIns="88046" bIns="44022" rtlCol="0" anchor="ctr"/>
          <a:lstStyle/>
          <a:p>
            <a:pPr algn="ctr"/>
            <a:r>
              <a:rPr lang="en-US" sz="1300" b="1" baseline="0" dirty="0" smtClean="0">
                <a:solidFill>
                  <a:srgbClr val="005C87"/>
                </a:solidFill>
              </a:rPr>
              <a:t>FY’12 YoY Aggregate Income Delta</a:t>
            </a:r>
            <a:endParaRPr lang="en-GB" sz="1300" dirty="0"/>
          </a:p>
        </p:txBody>
      </p:sp>
      <p:sp>
        <p:nvSpPr>
          <p:cNvPr id="29" name="Rounded Rectangle 28"/>
          <p:cNvSpPr/>
          <p:nvPr/>
        </p:nvSpPr>
        <p:spPr>
          <a:xfrm>
            <a:off x="1460514" y="1573026"/>
            <a:ext cx="2216112" cy="200796"/>
          </a:xfrm>
          <a:prstGeom prst="round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88046" tIns="44022" rIns="88046" bIns="44022" rtlCol="0" anchor="ctr"/>
          <a:lstStyle/>
          <a:p>
            <a:pPr algn="ctr"/>
            <a:r>
              <a:rPr lang="en-US" b="1" baseline="0" dirty="0" smtClean="0">
                <a:solidFill>
                  <a:srgbClr val="005C87"/>
                </a:solidFill>
              </a:rPr>
              <a:t>Total Income: $311bn</a:t>
            </a:r>
            <a:endParaRPr lang="en-GB" b="1" dirty="0"/>
          </a:p>
        </p:txBody>
      </p:sp>
      <p:sp>
        <p:nvSpPr>
          <p:cNvPr id="40" name="Rounded Rectangle 39"/>
          <p:cNvSpPr/>
          <p:nvPr/>
        </p:nvSpPr>
        <p:spPr>
          <a:xfrm>
            <a:off x="266700" y="4208801"/>
            <a:ext cx="4546604" cy="2724912"/>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88046" tIns="44022" rIns="88046" bIns="44022" rtlCol="0" anchor="ctr"/>
          <a:lstStyle/>
          <a:p>
            <a:pPr algn="ctr"/>
            <a:endParaRPr lang="en-GB" sz="1400" b="1" dirty="0"/>
          </a:p>
        </p:txBody>
      </p:sp>
      <p:sp>
        <p:nvSpPr>
          <p:cNvPr id="42" name="Rounded Rectangle 41"/>
          <p:cNvSpPr/>
          <p:nvPr/>
        </p:nvSpPr>
        <p:spPr>
          <a:xfrm>
            <a:off x="622303" y="4242521"/>
            <a:ext cx="3931813" cy="20079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88046" tIns="44022" rIns="88046" bIns="44022" rtlCol="0" anchor="ctr"/>
          <a:lstStyle/>
          <a:p>
            <a:pPr algn="ctr"/>
            <a:r>
              <a:rPr lang="en-US" sz="1000" b="1" baseline="0" dirty="0" smtClean="0">
                <a:solidFill>
                  <a:srgbClr val="005C87"/>
                </a:solidFill>
              </a:rPr>
              <a:t>SCB WB Equivalent FY’12 Income Split</a:t>
            </a:r>
            <a:endParaRPr lang="en-GB" sz="1000" b="1" dirty="0"/>
          </a:p>
        </p:txBody>
      </p:sp>
      <p:sp>
        <p:nvSpPr>
          <p:cNvPr id="43" name="Rounded Rectangle 42"/>
          <p:cNvSpPr/>
          <p:nvPr/>
        </p:nvSpPr>
        <p:spPr>
          <a:xfrm>
            <a:off x="1016002" y="4455926"/>
            <a:ext cx="3048000" cy="200796"/>
          </a:xfrm>
          <a:prstGeom prst="round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88046" tIns="44022" rIns="88046" bIns="44022" rtlCol="0" anchor="ctr"/>
          <a:lstStyle/>
          <a:p>
            <a:pPr algn="ctr"/>
            <a:r>
              <a:rPr lang="en-US" b="1" baseline="0" dirty="0" smtClean="0">
                <a:solidFill>
                  <a:srgbClr val="005C87"/>
                </a:solidFill>
              </a:rPr>
              <a:t>Total Income: $11.4bn (3.7% of Global Income Pool)</a:t>
            </a:r>
            <a:endParaRPr lang="en-GB" b="1" dirty="0"/>
          </a:p>
        </p:txBody>
      </p:sp>
      <p:pic>
        <p:nvPicPr>
          <p:cNvPr id="7169" name="Picture 1"/>
          <p:cNvPicPr>
            <a:picLocks noChangeAspect="1" noChangeArrowheads="1"/>
          </p:cNvPicPr>
          <p:nvPr/>
        </p:nvPicPr>
        <p:blipFill>
          <a:blip r:embed="rId6" cstate="print"/>
          <a:srcRect/>
          <a:stretch>
            <a:fillRect/>
          </a:stretch>
        </p:blipFill>
        <p:spPr bwMode="auto">
          <a:xfrm>
            <a:off x="895160" y="1825731"/>
            <a:ext cx="3456432" cy="2330959"/>
          </a:xfrm>
          <a:prstGeom prst="rect">
            <a:avLst/>
          </a:prstGeom>
          <a:noFill/>
          <a:ln w="9525">
            <a:noFill/>
            <a:miter lim="800000"/>
            <a:headEnd/>
            <a:tailEnd/>
          </a:ln>
          <a:effectLst/>
        </p:spPr>
      </p:pic>
      <p:sp>
        <p:nvSpPr>
          <p:cNvPr id="24" name="TextBox 23"/>
          <p:cNvSpPr txBox="1"/>
          <p:nvPr/>
        </p:nvSpPr>
        <p:spPr>
          <a:xfrm>
            <a:off x="7261860" y="6423703"/>
            <a:ext cx="76200" cy="184665"/>
          </a:xfrm>
          <a:prstGeom prst="rect">
            <a:avLst/>
          </a:prstGeom>
          <a:noFill/>
        </p:spPr>
        <p:txBody>
          <a:bodyPr wrap="square" lIns="90624" tIns="45313" rIns="90624" bIns="45313" rtlCol="0">
            <a:spAutoFit/>
          </a:bodyPr>
          <a:lstStyle/>
          <a:p>
            <a:r>
              <a:rPr lang="en-US" dirty="0" smtClean="0"/>
              <a:t>1</a:t>
            </a:r>
            <a:endParaRPr lang="en-GB" dirty="0"/>
          </a:p>
        </p:txBody>
      </p:sp>
      <p:sp>
        <p:nvSpPr>
          <p:cNvPr id="30" name="TextBox 29"/>
          <p:cNvSpPr txBox="1"/>
          <p:nvPr/>
        </p:nvSpPr>
        <p:spPr>
          <a:xfrm>
            <a:off x="8993317" y="6431323"/>
            <a:ext cx="85105" cy="184665"/>
          </a:xfrm>
          <a:prstGeom prst="rect">
            <a:avLst/>
          </a:prstGeom>
          <a:noFill/>
        </p:spPr>
        <p:txBody>
          <a:bodyPr wrap="square" lIns="91072" tIns="45537" rIns="91072" bIns="45537" rtlCol="0">
            <a:spAutoFit/>
          </a:bodyPr>
          <a:lstStyle/>
          <a:p>
            <a:r>
              <a:rPr lang="en-US" dirty="0" smtClean="0">
                <a:solidFill>
                  <a:schemeClr val="tx1"/>
                </a:solidFill>
              </a:rPr>
              <a:t>2</a:t>
            </a:r>
            <a:endParaRPr lang="en-GB" dirty="0">
              <a:solidFill>
                <a:schemeClr val="tx1"/>
              </a:solidFill>
            </a:endParaRPr>
          </a:p>
        </p:txBody>
      </p:sp>
      <p:cxnSp>
        <p:nvCxnSpPr>
          <p:cNvPr id="32" name="Straight Arrow Connector 31"/>
          <p:cNvCxnSpPr/>
          <p:nvPr/>
        </p:nvCxnSpPr>
        <p:spPr>
          <a:xfrm>
            <a:off x="6448292" y="5777072"/>
            <a:ext cx="2426471" cy="5985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Line 83"/>
          <p:cNvSpPr>
            <a:spLocks noChangeShapeType="1"/>
          </p:cNvSpPr>
          <p:nvPr/>
        </p:nvSpPr>
        <p:spPr bwMode="auto">
          <a:xfrm flipH="1" flipV="1">
            <a:off x="3253563" y="2643628"/>
            <a:ext cx="7908" cy="3433283"/>
          </a:xfrm>
          <a:prstGeom prst="line">
            <a:avLst/>
          </a:prstGeom>
          <a:noFill/>
          <a:ln w="19050">
            <a:solidFill>
              <a:srgbClr val="DA0000"/>
            </a:solidFill>
            <a:prstDash val="dash"/>
            <a:round/>
            <a:headEnd/>
            <a:tailEnd/>
          </a:ln>
        </p:spPr>
        <p:txBody>
          <a:bodyPr lIns="88046" tIns="44022" rIns="88046" bIns="44022"/>
          <a:lstStyle/>
          <a:p>
            <a:endParaRPr lang="en-US"/>
          </a:p>
        </p:txBody>
      </p:sp>
      <p:pic>
        <p:nvPicPr>
          <p:cNvPr id="2" name="Picture 1"/>
          <p:cNvPicPr>
            <a:picLocks noChangeAspect="1" noChangeArrowheads="1"/>
          </p:cNvPicPr>
          <p:nvPr/>
        </p:nvPicPr>
        <p:blipFill>
          <a:blip r:embed="rId3" cstate="print"/>
          <a:srcRect/>
          <a:stretch>
            <a:fillRect/>
          </a:stretch>
        </p:blipFill>
        <p:spPr bwMode="auto">
          <a:xfrm>
            <a:off x="76218" y="2130622"/>
            <a:ext cx="5833111" cy="4939327"/>
          </a:xfrm>
          <a:prstGeom prst="rect">
            <a:avLst/>
          </a:prstGeom>
          <a:noFill/>
          <a:ln w="9525">
            <a:noFill/>
            <a:miter lim="800000"/>
            <a:headEnd/>
            <a:tailEnd/>
          </a:ln>
          <a:effectLst/>
        </p:spPr>
      </p:pic>
      <p:sp>
        <p:nvSpPr>
          <p:cNvPr id="33795" name="Rectangle 14"/>
          <p:cNvSpPr>
            <a:spLocks noGrp="1" noChangeArrowheads="1"/>
          </p:cNvSpPr>
          <p:nvPr>
            <p:ph type="title" idx="4294967295"/>
          </p:nvPr>
        </p:nvSpPr>
        <p:spPr/>
        <p:txBody>
          <a:bodyPr/>
          <a:lstStyle/>
          <a:p>
            <a:pPr eaLnBrk="1" hangingPunct="1"/>
            <a:r>
              <a:rPr lang="en-US" sz="2200" dirty="0" smtClean="0"/>
              <a:t>SCB’s FY’12 Income growth of +9% was in line with the average growth of +9% YoY across peers</a:t>
            </a:r>
            <a:endParaRPr lang="en-GB" sz="2200" baseline="30000" dirty="0" smtClean="0"/>
          </a:p>
        </p:txBody>
      </p:sp>
      <p:sp>
        <p:nvSpPr>
          <p:cNvPr id="33796" name="Rectangle 39"/>
          <p:cNvSpPr>
            <a:spLocks noChangeArrowheads="1"/>
          </p:cNvSpPr>
          <p:nvPr/>
        </p:nvSpPr>
        <p:spPr bwMode="auto">
          <a:xfrm>
            <a:off x="441326" y="1395413"/>
            <a:ext cx="5927724" cy="468312"/>
          </a:xfrm>
          <a:prstGeom prst="rect">
            <a:avLst/>
          </a:prstGeom>
          <a:noFill/>
          <a:ln w="9525">
            <a:noFill/>
            <a:miter lim="800000"/>
            <a:headEnd/>
            <a:tailEnd/>
          </a:ln>
        </p:spPr>
        <p:txBody>
          <a:bodyPr lIns="0" tIns="0" rIns="0" bIns="0"/>
          <a:lstStyle/>
          <a:p>
            <a:pPr defTabSz="1004522">
              <a:spcBef>
                <a:spcPct val="40000"/>
              </a:spcBef>
              <a:spcAft>
                <a:spcPct val="20000"/>
              </a:spcAft>
              <a:buClr>
                <a:srgbClr val="005C87"/>
              </a:buClr>
            </a:pPr>
            <a:r>
              <a:rPr lang="en-AU" sz="1300" b="1" baseline="0" dirty="0">
                <a:solidFill>
                  <a:srgbClr val="005C87"/>
                </a:solidFill>
              </a:rPr>
              <a:t>WB-Equivalent Income: </a:t>
            </a:r>
            <a:r>
              <a:rPr lang="en-AU" sz="1300" b="1" baseline="0" dirty="0" smtClean="0">
                <a:solidFill>
                  <a:srgbClr val="005C87"/>
                </a:solidFill>
              </a:rPr>
              <a:t>FY’12  Ex-CVA/DVA </a:t>
            </a:r>
            <a:endParaRPr lang="en-AU" sz="1300" b="1" baseline="0" dirty="0">
              <a:solidFill>
                <a:srgbClr val="005C87"/>
              </a:solidFill>
            </a:endParaRPr>
          </a:p>
          <a:p>
            <a:pPr defTabSz="1004522">
              <a:spcBef>
                <a:spcPct val="40000"/>
              </a:spcBef>
              <a:spcAft>
                <a:spcPct val="20000"/>
              </a:spcAft>
              <a:buClr>
                <a:srgbClr val="005C87"/>
              </a:buClr>
            </a:pPr>
            <a:r>
              <a:rPr lang="en-AU" sz="1300" baseline="0" dirty="0">
                <a:solidFill>
                  <a:srgbClr val="005C87"/>
                </a:solidFill>
              </a:rPr>
              <a:t>($m and YoY %, Bubble size scaled to </a:t>
            </a:r>
            <a:r>
              <a:rPr lang="en-AU" sz="1300" baseline="0" dirty="0" smtClean="0">
                <a:solidFill>
                  <a:srgbClr val="005C87"/>
                </a:solidFill>
              </a:rPr>
              <a:t>FY’12 WB-Equivalent </a:t>
            </a:r>
            <a:r>
              <a:rPr lang="en-AU" sz="1300" baseline="0" dirty="0">
                <a:solidFill>
                  <a:srgbClr val="005C87"/>
                </a:solidFill>
              </a:rPr>
              <a:t>Income)</a:t>
            </a:r>
          </a:p>
        </p:txBody>
      </p:sp>
      <p:sp>
        <p:nvSpPr>
          <p:cNvPr id="33797" name="Text Box 144"/>
          <p:cNvSpPr txBox="1">
            <a:spLocks noChangeArrowheads="1"/>
          </p:cNvSpPr>
          <p:nvPr/>
        </p:nvSpPr>
        <p:spPr bwMode="auto">
          <a:xfrm>
            <a:off x="1452567" y="7000765"/>
            <a:ext cx="5037134" cy="412037"/>
          </a:xfrm>
          <a:prstGeom prst="rect">
            <a:avLst/>
          </a:prstGeom>
          <a:noFill/>
          <a:ln w="9525">
            <a:noFill/>
            <a:miter lim="800000"/>
            <a:headEnd/>
            <a:tailEnd/>
          </a:ln>
        </p:spPr>
        <p:txBody>
          <a:bodyPr wrap="square" lIns="88014" tIns="44006" rIns="88014" bIns="44006" anchor="b">
            <a:spAutoFit/>
          </a:bodyPr>
          <a:lstStyle/>
          <a:p>
            <a:pPr>
              <a:spcBef>
                <a:spcPct val="50000"/>
              </a:spcBef>
            </a:pPr>
            <a:r>
              <a:rPr lang="en-US" sz="600" baseline="0" dirty="0" smtClean="0">
                <a:solidFill>
                  <a:srgbClr val="005C87"/>
                </a:solidFill>
              </a:rPr>
              <a:t>SCB figures on external basis</a:t>
            </a:r>
          </a:p>
          <a:p>
            <a:pPr>
              <a:spcBef>
                <a:spcPct val="50000"/>
              </a:spcBef>
            </a:pPr>
            <a:r>
              <a:rPr lang="en-US" sz="600" baseline="0" dirty="0" smtClean="0">
                <a:solidFill>
                  <a:srgbClr val="005C87"/>
                </a:solidFill>
              </a:rPr>
              <a:t>CVA/DVA excluded from </a:t>
            </a:r>
            <a:r>
              <a:rPr lang="en-US" sz="600" baseline="0" dirty="0" err="1" smtClean="0">
                <a:solidFill>
                  <a:srgbClr val="005C87"/>
                </a:solidFill>
              </a:rPr>
              <a:t>BoA</a:t>
            </a:r>
            <a:r>
              <a:rPr lang="en-US" sz="600" baseline="0" dirty="0" smtClean="0">
                <a:solidFill>
                  <a:srgbClr val="005C87"/>
                </a:solidFill>
              </a:rPr>
              <a:t>, </a:t>
            </a:r>
            <a:r>
              <a:rPr lang="en-US" sz="600" baseline="0" dirty="0" err="1" smtClean="0">
                <a:solidFill>
                  <a:srgbClr val="005C87"/>
                </a:solidFill>
              </a:rPr>
              <a:t>Citi</a:t>
            </a:r>
            <a:r>
              <a:rPr lang="en-US" sz="600" baseline="0" dirty="0" smtClean="0">
                <a:solidFill>
                  <a:srgbClr val="005C87"/>
                </a:solidFill>
              </a:rPr>
              <a:t>, Credit Suisse, Goldman Sachs, JPMC, Morgan Stanley and UBS. No CVA/DVA disclosure available for Barclays, BNP Paribas, Deutsche Bank and </a:t>
            </a:r>
            <a:r>
              <a:rPr lang="en-US" sz="600" baseline="0" dirty="0" err="1" smtClean="0">
                <a:solidFill>
                  <a:srgbClr val="005C87"/>
                </a:solidFill>
              </a:rPr>
              <a:t>SocGen</a:t>
            </a:r>
            <a:r>
              <a:rPr lang="en-US" sz="600" baseline="0" dirty="0" smtClean="0">
                <a:solidFill>
                  <a:srgbClr val="005C87"/>
                </a:solidFill>
              </a:rPr>
              <a:t>. </a:t>
            </a:r>
          </a:p>
        </p:txBody>
      </p:sp>
      <p:sp>
        <p:nvSpPr>
          <p:cNvPr id="33798" name="Line 30"/>
          <p:cNvSpPr>
            <a:spLocks noChangeShapeType="1"/>
          </p:cNvSpPr>
          <p:nvPr/>
        </p:nvSpPr>
        <p:spPr bwMode="auto">
          <a:xfrm>
            <a:off x="6632575" y="1974850"/>
            <a:ext cx="3648075" cy="1588"/>
          </a:xfrm>
          <a:prstGeom prst="line">
            <a:avLst/>
          </a:prstGeom>
          <a:noFill/>
          <a:ln w="9525">
            <a:solidFill>
              <a:schemeClr val="accent1"/>
            </a:solidFill>
            <a:round/>
            <a:headEnd/>
            <a:tailEnd/>
          </a:ln>
        </p:spPr>
        <p:txBody>
          <a:bodyPr lIns="88046" tIns="44022" rIns="88046" bIns="44022"/>
          <a:lstStyle/>
          <a:p>
            <a:endParaRPr lang="en-US"/>
          </a:p>
        </p:txBody>
      </p:sp>
      <p:sp>
        <p:nvSpPr>
          <p:cNvPr id="33799" name="Line 31"/>
          <p:cNvSpPr>
            <a:spLocks noChangeShapeType="1"/>
          </p:cNvSpPr>
          <p:nvPr/>
        </p:nvSpPr>
        <p:spPr bwMode="auto">
          <a:xfrm>
            <a:off x="374652" y="1974850"/>
            <a:ext cx="5994400" cy="0"/>
          </a:xfrm>
          <a:prstGeom prst="line">
            <a:avLst/>
          </a:prstGeom>
          <a:noFill/>
          <a:ln w="9525">
            <a:solidFill>
              <a:schemeClr val="accent1"/>
            </a:solidFill>
            <a:round/>
            <a:headEnd/>
            <a:tailEnd/>
          </a:ln>
        </p:spPr>
        <p:txBody>
          <a:bodyPr lIns="88046" tIns="44022" rIns="88046" bIns="44022"/>
          <a:lstStyle/>
          <a:p>
            <a:endParaRPr lang="en-US"/>
          </a:p>
        </p:txBody>
      </p:sp>
      <p:sp>
        <p:nvSpPr>
          <p:cNvPr id="33800" name="Rectangle 3"/>
          <p:cNvSpPr>
            <a:spLocks noChangeArrowheads="1"/>
          </p:cNvSpPr>
          <p:nvPr/>
        </p:nvSpPr>
        <p:spPr bwMode="auto">
          <a:xfrm>
            <a:off x="6632577" y="2053778"/>
            <a:ext cx="3797300" cy="5060156"/>
          </a:xfrm>
          <a:prstGeom prst="rect">
            <a:avLst/>
          </a:prstGeom>
          <a:noFill/>
          <a:ln w="9525">
            <a:noFill/>
            <a:miter lim="800000"/>
            <a:headEnd/>
            <a:tailEnd/>
          </a:ln>
        </p:spPr>
        <p:txBody>
          <a:bodyPr lIns="0" tIns="0" rIns="0" bIns="0"/>
          <a:lstStyle/>
          <a:p>
            <a:pPr marL="293555" lvl="1" indent="-292025" defTabSz="1004522">
              <a:spcBef>
                <a:spcPct val="30000"/>
              </a:spcBef>
              <a:spcAft>
                <a:spcPct val="20000"/>
              </a:spcAft>
              <a:buClr>
                <a:schemeClr val="accent1"/>
              </a:buClr>
              <a:buSzPct val="110000"/>
              <a:buFont typeface="Wingdings" pitchFamily="2" charset="2"/>
              <a:buChar char="§"/>
            </a:pPr>
            <a:r>
              <a:rPr lang="en-US" sz="1300" baseline="0" dirty="0" smtClean="0">
                <a:solidFill>
                  <a:schemeClr val="tx1"/>
                </a:solidFill>
              </a:rPr>
              <a:t>Peers</a:t>
            </a:r>
            <a:r>
              <a:rPr lang="en-US" sz="1300" baseline="0" dirty="0">
                <a:solidFill>
                  <a:schemeClr val="tx1"/>
                </a:solidFill>
              </a:rPr>
              <a:t>’ average </a:t>
            </a:r>
            <a:r>
              <a:rPr lang="en-US" sz="1300" baseline="0" dirty="0" smtClean="0">
                <a:solidFill>
                  <a:schemeClr val="tx1"/>
                </a:solidFill>
              </a:rPr>
              <a:t>FY’12 WB-Equivalent </a:t>
            </a:r>
            <a:r>
              <a:rPr lang="en-US" sz="1300" baseline="0" dirty="0">
                <a:solidFill>
                  <a:schemeClr val="tx1"/>
                </a:solidFill>
              </a:rPr>
              <a:t>Income </a:t>
            </a:r>
            <a:r>
              <a:rPr lang="en-US" sz="1300" baseline="0" dirty="0" smtClean="0">
                <a:solidFill>
                  <a:schemeClr val="tx1"/>
                </a:solidFill>
              </a:rPr>
              <a:t>grew +9% </a:t>
            </a:r>
            <a:r>
              <a:rPr lang="en-US" sz="1300" baseline="0" dirty="0">
                <a:solidFill>
                  <a:schemeClr val="tx1"/>
                </a:solidFill>
              </a:rPr>
              <a:t>YoY. SCB WB </a:t>
            </a:r>
            <a:r>
              <a:rPr lang="en-US" sz="1300" baseline="0" dirty="0" smtClean="0">
                <a:solidFill>
                  <a:schemeClr val="tx1"/>
                </a:solidFill>
              </a:rPr>
              <a:t>Income </a:t>
            </a:r>
            <a:r>
              <a:rPr lang="en-US" sz="1300" baseline="0" dirty="0">
                <a:solidFill>
                  <a:schemeClr val="tx1"/>
                </a:solidFill>
              </a:rPr>
              <a:t>growth of </a:t>
            </a:r>
            <a:r>
              <a:rPr lang="en-US" sz="1300" baseline="0" dirty="0" smtClean="0">
                <a:solidFill>
                  <a:schemeClr val="tx1"/>
                </a:solidFill>
              </a:rPr>
              <a:t>+9% </a:t>
            </a:r>
            <a:r>
              <a:rPr lang="en-US" sz="1300" baseline="0" dirty="0">
                <a:solidFill>
                  <a:schemeClr val="tx1"/>
                </a:solidFill>
              </a:rPr>
              <a:t>was </a:t>
            </a:r>
            <a:r>
              <a:rPr lang="en-US" sz="1300" baseline="0" dirty="0" smtClean="0">
                <a:solidFill>
                  <a:schemeClr val="tx1"/>
                </a:solidFill>
              </a:rPr>
              <a:t>driven by Transaction Banking, Corporate Finance, Capital Markets and Principal Finance, partially offset by FXRC&amp;C.</a:t>
            </a:r>
            <a:endParaRPr lang="en-US" sz="1300" baseline="0" dirty="0">
              <a:solidFill>
                <a:schemeClr val="tx1"/>
              </a:solidFill>
            </a:endParaRPr>
          </a:p>
          <a:p>
            <a:pPr marL="293555" lvl="1" indent="-292025" defTabSz="1004522">
              <a:spcBef>
                <a:spcPct val="30000"/>
              </a:spcBef>
              <a:spcAft>
                <a:spcPct val="20000"/>
              </a:spcAft>
              <a:buClr>
                <a:schemeClr val="accent1"/>
              </a:buClr>
              <a:buSzPct val="110000"/>
              <a:buFont typeface="Wingdings" pitchFamily="2" charset="2"/>
              <a:buChar char="§"/>
            </a:pPr>
            <a:r>
              <a:rPr lang="en-US" sz="1300" baseline="0" dirty="0" smtClean="0">
                <a:solidFill>
                  <a:schemeClr val="tx1"/>
                </a:solidFill>
              </a:rPr>
              <a:t>FY’12 WB-Equivalent Income growth for most peers was driven by a strong recovery in FXRC&amp;C from a low FY’11 base (+21% ex-CVA-DVA), and Transaction Banking (+7%), partially offset by decline in Equities  (-7%) and Corporate Finance (-8%).</a:t>
            </a:r>
          </a:p>
          <a:p>
            <a:pPr marL="293555" lvl="1" indent="-292025" defTabSz="1004522">
              <a:spcBef>
                <a:spcPct val="30000"/>
              </a:spcBef>
              <a:spcAft>
                <a:spcPct val="20000"/>
              </a:spcAft>
              <a:buClr>
                <a:schemeClr val="accent1"/>
              </a:buClr>
              <a:buSzPct val="110000"/>
              <a:buFont typeface="Wingdings" pitchFamily="2" charset="2"/>
              <a:buChar char="§"/>
            </a:pPr>
            <a:r>
              <a:rPr lang="en-US" sz="1300" baseline="0" dirty="0" smtClean="0">
                <a:solidFill>
                  <a:schemeClr val="tx1"/>
                </a:solidFill>
              </a:rPr>
              <a:t>Goldman Sachs WB Equivalent Income of $29bn (ex CVA/DVA) was up +26% YoY driven by significant gains in its Investing &amp; Lending business and a rebound in FXRC&amp;C income. </a:t>
            </a:r>
          </a:p>
          <a:p>
            <a:pPr marL="293555" lvl="1" indent="-292025" defTabSz="1004522">
              <a:spcBef>
                <a:spcPct val="30000"/>
              </a:spcBef>
              <a:spcAft>
                <a:spcPct val="20000"/>
              </a:spcAft>
              <a:buClr>
                <a:schemeClr val="accent1"/>
              </a:buClr>
              <a:buSzPct val="110000"/>
              <a:buFont typeface="Wingdings" pitchFamily="2" charset="2"/>
              <a:buChar char="§"/>
            </a:pPr>
            <a:r>
              <a:rPr lang="en-US" sz="1300" baseline="0" dirty="0" smtClean="0">
                <a:solidFill>
                  <a:schemeClr val="tx1"/>
                </a:solidFill>
              </a:rPr>
              <a:t>HSBC’s WB-equivalent income growth of +12% was driven by a rebound in its FXRC&amp;C business coupled with continued growth in transaction banking (+11% YoY).</a:t>
            </a:r>
          </a:p>
          <a:p>
            <a:pPr marL="293555" lvl="1" indent="-292025" defTabSz="1004522">
              <a:spcBef>
                <a:spcPct val="30000"/>
              </a:spcBef>
              <a:spcAft>
                <a:spcPct val="20000"/>
              </a:spcAft>
              <a:buClr>
                <a:schemeClr val="accent1"/>
              </a:buClr>
              <a:buSzPct val="110000"/>
              <a:buFont typeface="Wingdings" pitchFamily="2" charset="2"/>
              <a:buChar char="§"/>
            </a:pPr>
            <a:r>
              <a:rPr lang="en-US" sz="1300" baseline="0" dirty="0" smtClean="0">
                <a:solidFill>
                  <a:schemeClr val="tx1"/>
                </a:solidFill>
              </a:rPr>
              <a:t>Income growth at the French banks (BNPP -1%, </a:t>
            </a:r>
            <a:r>
              <a:rPr lang="en-US" sz="1300" baseline="0" dirty="0" err="1" smtClean="0">
                <a:solidFill>
                  <a:schemeClr val="tx1"/>
                </a:solidFill>
              </a:rPr>
              <a:t>SocGen</a:t>
            </a:r>
            <a:r>
              <a:rPr lang="en-US" sz="1300" baseline="0" dirty="0" smtClean="0">
                <a:solidFill>
                  <a:schemeClr val="tx1"/>
                </a:solidFill>
              </a:rPr>
              <a:t> 0%) and RBS (-3%) lagged the peer group, impacted by the deleveraging of their WB-equivalent businesses.</a:t>
            </a:r>
          </a:p>
        </p:txBody>
      </p:sp>
      <p:sp>
        <p:nvSpPr>
          <p:cNvPr id="33801" name="Rectangle 39"/>
          <p:cNvSpPr>
            <a:spLocks noChangeArrowheads="1"/>
          </p:cNvSpPr>
          <p:nvPr/>
        </p:nvSpPr>
        <p:spPr bwMode="auto">
          <a:xfrm>
            <a:off x="6921500" y="1395413"/>
            <a:ext cx="3322638" cy="468312"/>
          </a:xfrm>
          <a:prstGeom prst="rect">
            <a:avLst/>
          </a:prstGeom>
          <a:noFill/>
          <a:ln w="9525">
            <a:noFill/>
            <a:miter lim="800000"/>
            <a:headEnd/>
            <a:tailEnd/>
          </a:ln>
        </p:spPr>
        <p:txBody>
          <a:bodyPr lIns="0" tIns="0" rIns="0" bIns="0"/>
          <a:lstStyle/>
          <a:p>
            <a:pPr defTabSz="1004522">
              <a:spcBef>
                <a:spcPct val="40000"/>
              </a:spcBef>
              <a:spcAft>
                <a:spcPct val="20000"/>
              </a:spcAft>
              <a:buClr>
                <a:srgbClr val="005C87"/>
              </a:buClr>
            </a:pPr>
            <a:r>
              <a:rPr lang="en-AU" sz="1300" b="1" baseline="0" dirty="0" smtClean="0">
                <a:solidFill>
                  <a:srgbClr val="005C87"/>
                </a:solidFill>
              </a:rPr>
              <a:t>Highlights</a:t>
            </a:r>
            <a:endParaRPr lang="en-AU" sz="1300" baseline="0" dirty="0">
              <a:solidFill>
                <a:srgbClr val="005C87"/>
              </a:solidFill>
            </a:endParaRPr>
          </a:p>
        </p:txBody>
      </p:sp>
      <p:sp>
        <p:nvSpPr>
          <p:cNvPr id="33804" name="Rectangle 3"/>
          <p:cNvSpPr>
            <a:spLocks noChangeArrowheads="1"/>
          </p:cNvSpPr>
          <p:nvPr/>
        </p:nvSpPr>
        <p:spPr bwMode="auto">
          <a:xfrm>
            <a:off x="3249368" y="2296543"/>
            <a:ext cx="1868953" cy="415925"/>
          </a:xfrm>
          <a:prstGeom prst="rect">
            <a:avLst/>
          </a:prstGeom>
          <a:noFill/>
          <a:ln w="9525">
            <a:noFill/>
            <a:miter lim="800000"/>
            <a:headEnd/>
            <a:tailEnd/>
          </a:ln>
        </p:spPr>
        <p:txBody>
          <a:bodyPr lIns="0" tIns="0" rIns="0" bIns="0"/>
          <a:lstStyle/>
          <a:p>
            <a:pPr marL="7656" indent="-7656" algn="ctr" defTabSz="1004522">
              <a:spcBef>
                <a:spcPct val="30000"/>
              </a:spcBef>
              <a:spcAft>
                <a:spcPct val="20000"/>
              </a:spcAft>
              <a:buClr>
                <a:schemeClr val="accent1"/>
              </a:buClr>
              <a:buSzPct val="110000"/>
            </a:pPr>
            <a:r>
              <a:rPr lang="en-US" sz="1300" i="1" baseline="0" dirty="0" smtClean="0">
                <a:solidFill>
                  <a:schemeClr val="tx1"/>
                </a:solidFill>
              </a:rPr>
              <a:t>FY12  Average </a:t>
            </a:r>
            <a:r>
              <a:rPr lang="en-US" sz="1300" i="1" baseline="0" dirty="0">
                <a:solidFill>
                  <a:schemeClr val="tx1"/>
                </a:solidFill>
              </a:rPr>
              <a:t>YoY Income </a:t>
            </a:r>
            <a:r>
              <a:rPr lang="en-US" sz="1300" i="1" baseline="0" dirty="0" smtClean="0">
                <a:solidFill>
                  <a:schemeClr val="tx1"/>
                </a:solidFill>
              </a:rPr>
              <a:t>Growth: +9%</a:t>
            </a:r>
            <a:endParaRPr lang="en-US" sz="1300" i="1" baseline="0" dirty="0">
              <a:solidFill>
                <a:schemeClr val="tx1"/>
              </a:solidFill>
            </a:endParaRPr>
          </a:p>
        </p:txBody>
      </p:sp>
      <p:sp>
        <p:nvSpPr>
          <p:cNvPr id="18" name="Text Box 22"/>
          <p:cNvSpPr txBox="1">
            <a:spLocks noChangeArrowheads="1"/>
          </p:cNvSpPr>
          <p:nvPr/>
        </p:nvSpPr>
        <p:spPr bwMode="auto">
          <a:xfrm>
            <a:off x="378503" y="1986841"/>
            <a:ext cx="5975307" cy="211934"/>
          </a:xfrm>
          <a:prstGeom prst="rect">
            <a:avLst/>
          </a:prstGeom>
          <a:noFill/>
          <a:ln w="9525">
            <a:noFill/>
            <a:miter lim="800000"/>
            <a:headEnd/>
            <a:tailEnd/>
          </a:ln>
        </p:spPr>
        <p:txBody>
          <a:bodyPr wrap="square" lIns="87966" tIns="43982" rIns="87966" bIns="43982">
            <a:spAutoFit/>
          </a:bodyPr>
          <a:lstStyle/>
          <a:p>
            <a:pPr>
              <a:spcBef>
                <a:spcPct val="50000"/>
              </a:spcBef>
            </a:pPr>
            <a:r>
              <a:rPr lang="en-US" sz="800" b="1" baseline="0" dirty="0" smtClean="0">
                <a:solidFill>
                  <a:schemeClr val="tx1"/>
                </a:solidFill>
              </a:rPr>
              <a:t>Note</a:t>
            </a:r>
            <a:r>
              <a:rPr lang="en-US" sz="800" baseline="0" dirty="0" smtClean="0">
                <a:solidFill>
                  <a:schemeClr val="tx1"/>
                </a:solidFill>
              </a:rPr>
              <a:t>: Blue shading indicates figures excluding CVA/DVA</a:t>
            </a:r>
            <a:endParaRPr lang="en-US" sz="800" dirty="0">
              <a:solidFill>
                <a:schemeClr val="tx1"/>
              </a:solidFill>
            </a:endParaRPr>
          </a:p>
        </p:txBody>
      </p:sp>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3" name="Picture 5"/>
          <p:cNvPicPr>
            <a:picLocks noChangeAspect="1" noChangeArrowheads="1"/>
          </p:cNvPicPr>
          <p:nvPr/>
        </p:nvPicPr>
        <p:blipFill>
          <a:blip r:embed="rId4" cstate="print"/>
          <a:srcRect/>
          <a:stretch>
            <a:fillRect/>
          </a:stretch>
        </p:blipFill>
        <p:spPr bwMode="auto">
          <a:xfrm>
            <a:off x="610013" y="2440987"/>
            <a:ext cx="5238750" cy="4038600"/>
          </a:xfrm>
          <a:prstGeom prst="rect">
            <a:avLst/>
          </a:prstGeom>
          <a:noFill/>
          <a:ln w="9525">
            <a:noFill/>
            <a:miter lim="800000"/>
            <a:headEnd/>
            <a:tailEnd/>
          </a:ln>
          <a:effectLst/>
        </p:spPr>
      </p:pic>
      <p:sp>
        <p:nvSpPr>
          <p:cNvPr id="33801" name="Rectangle 39"/>
          <p:cNvSpPr>
            <a:spLocks noChangeArrowheads="1"/>
          </p:cNvSpPr>
          <p:nvPr/>
        </p:nvSpPr>
        <p:spPr bwMode="auto">
          <a:xfrm>
            <a:off x="6335694" y="1351170"/>
            <a:ext cx="3322638" cy="468312"/>
          </a:xfrm>
          <a:prstGeom prst="rect">
            <a:avLst/>
          </a:prstGeom>
          <a:noFill/>
          <a:ln w="9525">
            <a:noFill/>
            <a:miter lim="800000"/>
            <a:headEnd/>
            <a:tailEnd/>
          </a:ln>
        </p:spPr>
        <p:txBody>
          <a:bodyPr lIns="0" tIns="0" rIns="0" bIns="0"/>
          <a:lstStyle/>
          <a:p>
            <a:pPr defTabSz="1007544">
              <a:spcBef>
                <a:spcPct val="40000"/>
              </a:spcBef>
              <a:spcAft>
                <a:spcPct val="20000"/>
              </a:spcAft>
              <a:buClr>
                <a:srgbClr val="005C87"/>
              </a:buClr>
            </a:pPr>
            <a:r>
              <a:rPr lang="en-AU" sz="1300" b="1" baseline="0" dirty="0" smtClean="0">
                <a:solidFill>
                  <a:srgbClr val="005C87"/>
                </a:solidFill>
              </a:rPr>
              <a:t>Highlights</a:t>
            </a:r>
            <a:endParaRPr lang="en-AU" sz="1300" baseline="0" dirty="0">
              <a:solidFill>
                <a:srgbClr val="005C87"/>
              </a:solidFill>
            </a:endParaRPr>
          </a:p>
        </p:txBody>
      </p:sp>
      <p:sp>
        <p:nvSpPr>
          <p:cNvPr id="21" name="Rectangle 14"/>
          <p:cNvSpPr txBox="1">
            <a:spLocks noChangeArrowheads="1"/>
          </p:cNvSpPr>
          <p:nvPr/>
        </p:nvSpPr>
        <p:spPr bwMode="auto">
          <a:xfrm>
            <a:off x="412751" y="368300"/>
            <a:ext cx="9867900" cy="587375"/>
          </a:xfrm>
          <a:prstGeom prst="rect">
            <a:avLst/>
          </a:prstGeom>
          <a:noFill/>
          <a:ln w="9525">
            <a:noFill/>
            <a:miter lim="800000"/>
            <a:headEnd/>
            <a:tailEnd/>
          </a:ln>
        </p:spPr>
        <p:txBody>
          <a:bodyPr vert="horz" wrap="square" lIns="0" tIns="50384" rIns="100731" bIns="50384" numCol="1" anchor="ctr" anchorCtr="0" compatLnSpc="1">
            <a:prstTxWarp prst="textNoShape">
              <a:avLst/>
            </a:prstTxWarp>
          </a:bodyPr>
          <a:lstStyle/>
          <a:p>
            <a:pPr defTabSz="1007544">
              <a:defRPr/>
            </a:pPr>
            <a:r>
              <a:rPr lang="en-GB" sz="2200" kern="0" baseline="0" dirty="0" smtClean="0">
                <a:solidFill>
                  <a:srgbClr val="6D6E71"/>
                </a:solidFill>
                <a:latin typeface="+mj-lt"/>
                <a:ea typeface="+mj-ea"/>
                <a:cs typeface="+mj-cs"/>
              </a:rPr>
              <a:t>SCB has delivered superior income growth since Q1’10 at the lowest level of volatility of the peer group</a:t>
            </a:r>
          </a:p>
        </p:txBody>
      </p:sp>
      <p:sp>
        <p:nvSpPr>
          <p:cNvPr id="23" name="Rectangle 39"/>
          <p:cNvSpPr>
            <a:spLocks noChangeArrowheads="1"/>
          </p:cNvSpPr>
          <p:nvPr/>
        </p:nvSpPr>
        <p:spPr bwMode="auto">
          <a:xfrm>
            <a:off x="333376" y="1351170"/>
            <a:ext cx="5927724" cy="468312"/>
          </a:xfrm>
          <a:prstGeom prst="rect">
            <a:avLst/>
          </a:prstGeom>
          <a:noFill/>
          <a:ln w="9525">
            <a:noFill/>
            <a:miter lim="800000"/>
            <a:headEnd/>
            <a:tailEnd/>
          </a:ln>
        </p:spPr>
        <p:txBody>
          <a:bodyPr lIns="0" tIns="0" rIns="0" bIns="0"/>
          <a:lstStyle/>
          <a:p>
            <a:pPr defTabSz="1007544">
              <a:spcBef>
                <a:spcPct val="40000"/>
              </a:spcBef>
              <a:spcAft>
                <a:spcPct val="20000"/>
              </a:spcAft>
              <a:buClr>
                <a:srgbClr val="005C87"/>
              </a:buClr>
            </a:pPr>
            <a:r>
              <a:rPr lang="en-AU" sz="1300" b="1" baseline="0" dirty="0">
                <a:solidFill>
                  <a:schemeClr val="tx1"/>
                </a:solidFill>
              </a:rPr>
              <a:t>WB-Equivalent </a:t>
            </a:r>
            <a:r>
              <a:rPr lang="en-AU" sz="1300" b="1" baseline="0" dirty="0" smtClean="0">
                <a:solidFill>
                  <a:schemeClr val="tx1"/>
                </a:solidFill>
              </a:rPr>
              <a:t>Income growth and volatility: Q1’10–Q4’12</a:t>
            </a:r>
          </a:p>
          <a:p>
            <a:pPr defTabSz="1007544">
              <a:spcBef>
                <a:spcPct val="40000"/>
              </a:spcBef>
              <a:spcAft>
                <a:spcPct val="20000"/>
              </a:spcAft>
              <a:buClr>
                <a:srgbClr val="005C87"/>
              </a:buClr>
            </a:pPr>
            <a:r>
              <a:rPr lang="en-AU" sz="1300" baseline="0" dirty="0" smtClean="0">
                <a:solidFill>
                  <a:schemeClr val="tx1"/>
                </a:solidFill>
              </a:rPr>
              <a:t>(Std. Deviation and YoY %, Bubble size scaled to FY’12 WB-Equivalent Income)</a:t>
            </a:r>
            <a:endParaRPr lang="en-AU" sz="1300" baseline="0" dirty="0">
              <a:solidFill>
                <a:schemeClr val="tx1"/>
              </a:solidFill>
            </a:endParaRPr>
          </a:p>
        </p:txBody>
      </p:sp>
      <p:sp>
        <p:nvSpPr>
          <p:cNvPr id="24" name="Text Box 22"/>
          <p:cNvSpPr txBox="1">
            <a:spLocks noChangeArrowheads="1"/>
          </p:cNvSpPr>
          <p:nvPr/>
        </p:nvSpPr>
        <p:spPr bwMode="auto">
          <a:xfrm>
            <a:off x="378503" y="1942585"/>
            <a:ext cx="5975307" cy="212208"/>
          </a:xfrm>
          <a:prstGeom prst="rect">
            <a:avLst/>
          </a:prstGeom>
          <a:noFill/>
          <a:ln w="9525">
            <a:noFill/>
            <a:miter lim="800000"/>
            <a:headEnd/>
            <a:tailEnd/>
          </a:ln>
        </p:spPr>
        <p:txBody>
          <a:bodyPr wrap="square" lIns="88235" tIns="44118" rIns="88235" bIns="44118">
            <a:spAutoFit/>
          </a:bodyPr>
          <a:lstStyle/>
          <a:p>
            <a:pPr>
              <a:spcBef>
                <a:spcPct val="50000"/>
              </a:spcBef>
            </a:pPr>
            <a:r>
              <a:rPr lang="en-US" sz="800" b="1" baseline="0" dirty="0" smtClean="0">
                <a:solidFill>
                  <a:schemeClr val="tx1"/>
                </a:solidFill>
              </a:rPr>
              <a:t>Note</a:t>
            </a:r>
            <a:r>
              <a:rPr lang="en-US" sz="800" baseline="0" dirty="0" smtClean="0">
                <a:solidFill>
                  <a:schemeClr val="tx1"/>
                </a:solidFill>
              </a:rPr>
              <a:t>: All peer figures include CVA/DVA</a:t>
            </a:r>
            <a:endParaRPr lang="en-US" sz="800" dirty="0">
              <a:solidFill>
                <a:schemeClr val="tx1"/>
              </a:solidFill>
            </a:endParaRPr>
          </a:p>
        </p:txBody>
      </p:sp>
      <p:sp>
        <p:nvSpPr>
          <p:cNvPr id="28" name="Text Box 144"/>
          <p:cNvSpPr txBox="1">
            <a:spLocks noChangeArrowheads="1"/>
          </p:cNvSpPr>
          <p:nvPr/>
        </p:nvSpPr>
        <p:spPr bwMode="auto">
          <a:xfrm>
            <a:off x="1452567" y="6904420"/>
            <a:ext cx="5100634" cy="550811"/>
          </a:xfrm>
          <a:prstGeom prst="rect">
            <a:avLst/>
          </a:prstGeom>
          <a:noFill/>
          <a:ln w="9525">
            <a:noFill/>
            <a:miter lim="800000"/>
            <a:headEnd/>
            <a:tailEnd/>
          </a:ln>
        </p:spPr>
        <p:txBody>
          <a:bodyPr wrap="square" lIns="88283" tIns="44142" rIns="88283" bIns="44142" anchor="b">
            <a:spAutoFit/>
          </a:bodyPr>
          <a:lstStyle/>
          <a:p>
            <a:pPr>
              <a:spcBef>
                <a:spcPct val="50000"/>
              </a:spcBef>
            </a:pPr>
            <a:r>
              <a:rPr lang="en-GB" sz="600" baseline="0" dirty="0" smtClean="0"/>
              <a:t>Sources: Company reports, WB Performance Management Analysis. SCB FY’10-12 earnings CAGR on external basis, with quarterly earnings volatility on management basis. </a:t>
            </a:r>
          </a:p>
          <a:p>
            <a:pPr>
              <a:spcBef>
                <a:spcPct val="50000"/>
              </a:spcBef>
            </a:pPr>
            <a:r>
              <a:rPr lang="en-US" sz="600" baseline="0" dirty="0" smtClean="0">
                <a:solidFill>
                  <a:schemeClr val="tx1"/>
                </a:solidFill>
              </a:rPr>
              <a:t>All peer figures include CVA/DVA as disclosure limitations do not permit consistent analysis over the period on an ex-CVA/DVA basis</a:t>
            </a:r>
          </a:p>
          <a:p>
            <a:pPr>
              <a:spcBef>
                <a:spcPct val="50000"/>
              </a:spcBef>
            </a:pPr>
            <a:r>
              <a:rPr lang="en-US" sz="600" baseline="30000" dirty="0" smtClean="0">
                <a:solidFill>
                  <a:schemeClr val="tx1"/>
                </a:solidFill>
              </a:rPr>
              <a:t>1</a:t>
            </a:r>
            <a:r>
              <a:rPr lang="en-US" sz="600" baseline="0" dirty="0" smtClean="0">
                <a:solidFill>
                  <a:schemeClr val="tx1"/>
                </a:solidFill>
              </a:rPr>
              <a:t> UBS excluded as average </a:t>
            </a:r>
            <a:r>
              <a:rPr lang="en-US" sz="600" baseline="0" dirty="0" err="1" smtClean="0">
                <a:solidFill>
                  <a:schemeClr val="tx1"/>
                </a:solidFill>
              </a:rPr>
              <a:t>QoQ</a:t>
            </a:r>
            <a:r>
              <a:rPr lang="en-US" sz="600" baseline="0" dirty="0" smtClean="0">
                <a:solidFill>
                  <a:schemeClr val="tx1"/>
                </a:solidFill>
              </a:rPr>
              <a:t> earnings growth and earnings volatility distorted by trading loss in Q3’11</a:t>
            </a:r>
          </a:p>
        </p:txBody>
      </p:sp>
      <p:sp>
        <p:nvSpPr>
          <p:cNvPr id="26" name="Line 31"/>
          <p:cNvSpPr>
            <a:spLocks noChangeShapeType="1"/>
          </p:cNvSpPr>
          <p:nvPr/>
        </p:nvSpPr>
        <p:spPr bwMode="auto">
          <a:xfrm flipV="1">
            <a:off x="328386" y="1927431"/>
            <a:ext cx="5852160" cy="0"/>
          </a:xfrm>
          <a:prstGeom prst="line">
            <a:avLst/>
          </a:prstGeom>
          <a:noFill/>
          <a:ln w="9525">
            <a:solidFill>
              <a:schemeClr val="accent1"/>
            </a:solidFill>
            <a:round/>
            <a:headEnd/>
            <a:tailEnd/>
          </a:ln>
        </p:spPr>
        <p:txBody>
          <a:bodyPr lIns="88331" tIns="44164" rIns="88331" bIns="44164"/>
          <a:lstStyle/>
          <a:p>
            <a:endParaRPr lang="en-US"/>
          </a:p>
        </p:txBody>
      </p:sp>
      <p:sp>
        <p:nvSpPr>
          <p:cNvPr id="47" name="Rectangle 3"/>
          <p:cNvSpPr>
            <a:spLocks noChangeArrowheads="1"/>
          </p:cNvSpPr>
          <p:nvPr/>
        </p:nvSpPr>
        <p:spPr bwMode="auto">
          <a:xfrm>
            <a:off x="6342743" y="1961415"/>
            <a:ext cx="4130903" cy="5060156"/>
          </a:xfrm>
          <a:prstGeom prst="rect">
            <a:avLst/>
          </a:prstGeom>
          <a:noFill/>
          <a:ln w="9525">
            <a:noFill/>
            <a:miter lim="800000"/>
            <a:headEnd/>
            <a:tailEnd/>
          </a:ln>
        </p:spPr>
        <p:txBody>
          <a:bodyPr lIns="0" tIns="0" rIns="0" bIns="0"/>
          <a:lstStyle/>
          <a:p>
            <a:pPr marL="294487" lvl="1" indent="-292955" defTabSz="1007722">
              <a:spcBef>
                <a:spcPts val="350"/>
              </a:spcBef>
              <a:spcAft>
                <a:spcPts val="250"/>
              </a:spcAft>
              <a:buClr>
                <a:schemeClr val="accent1"/>
              </a:buClr>
              <a:buSzPct val="110000"/>
              <a:buFont typeface="Wingdings" pitchFamily="2" charset="2"/>
              <a:buChar char="§"/>
            </a:pPr>
            <a:r>
              <a:rPr lang="en-US" sz="1300" baseline="0" dirty="0" smtClean="0">
                <a:solidFill>
                  <a:schemeClr val="tx1"/>
                </a:solidFill>
              </a:rPr>
              <a:t>SCB </a:t>
            </a:r>
            <a:r>
              <a:rPr lang="en-US" sz="1300" baseline="0" dirty="0" err="1" smtClean="0">
                <a:solidFill>
                  <a:schemeClr val="tx1"/>
                </a:solidFill>
              </a:rPr>
              <a:t>QoQ</a:t>
            </a:r>
            <a:r>
              <a:rPr lang="en-US" sz="1300" baseline="0" dirty="0" smtClean="0">
                <a:solidFill>
                  <a:schemeClr val="tx1"/>
                </a:solidFill>
              </a:rPr>
              <a:t> income growth volatility (6%) was the lowest amongst peers between Q1’10 and Q4’12. Despite this, average </a:t>
            </a:r>
            <a:r>
              <a:rPr lang="en-US" sz="1300" baseline="0" dirty="0" err="1" smtClean="0">
                <a:solidFill>
                  <a:schemeClr val="tx1"/>
                </a:solidFill>
              </a:rPr>
              <a:t>QoQ</a:t>
            </a:r>
            <a:r>
              <a:rPr lang="en-US" sz="1300" baseline="0" dirty="0" smtClean="0">
                <a:solidFill>
                  <a:schemeClr val="tx1"/>
                </a:solidFill>
              </a:rPr>
              <a:t> earnings growth (+1%) was above average and FY’10-12 income CAGR of +9% was the highest in the peer group.</a:t>
            </a:r>
          </a:p>
          <a:p>
            <a:pPr marL="294487" lvl="1" indent="-292955" defTabSz="1007722">
              <a:spcBef>
                <a:spcPts val="350"/>
              </a:spcBef>
              <a:spcAft>
                <a:spcPts val="250"/>
              </a:spcAft>
              <a:buClr>
                <a:schemeClr val="accent1"/>
              </a:buClr>
              <a:buSzPct val="110000"/>
              <a:buFont typeface="Wingdings" pitchFamily="2" charset="2"/>
              <a:buChar char="§"/>
            </a:pPr>
            <a:r>
              <a:rPr lang="en-US" sz="1300" baseline="0" dirty="0" smtClean="0">
                <a:solidFill>
                  <a:schemeClr val="tx1"/>
                </a:solidFill>
              </a:rPr>
              <a:t>Volatility was significantly higher among the four peers whose WB equivalent income comprises Global Markets businesses only –Credit Suisse (63%), Goldman Sachs (54%) and Morgan Stanley (52%) and UBS</a:t>
            </a:r>
            <a:r>
              <a:rPr lang="en-US" sz="1300" baseline="30000" dirty="0" smtClean="0">
                <a:solidFill>
                  <a:schemeClr val="tx1"/>
                </a:solidFill>
              </a:rPr>
              <a:t>1</a:t>
            </a:r>
            <a:r>
              <a:rPr lang="en-US" sz="1300" baseline="0" dirty="0" smtClean="0">
                <a:solidFill>
                  <a:schemeClr val="tx1"/>
                </a:solidFill>
              </a:rPr>
              <a:t> (45% exc. Q3’11 trading loss). Swiss banks earnings volatility was impacted by fluctuations in the Suisse franc over the period.</a:t>
            </a:r>
          </a:p>
          <a:p>
            <a:pPr marL="294487" lvl="1" indent="-292955" defTabSz="1007722">
              <a:spcBef>
                <a:spcPts val="350"/>
              </a:spcBef>
              <a:spcAft>
                <a:spcPts val="250"/>
              </a:spcAft>
              <a:buClr>
                <a:schemeClr val="accent1"/>
              </a:buClr>
              <a:buSzPct val="110000"/>
              <a:buFont typeface="Wingdings" pitchFamily="2" charset="2"/>
              <a:buChar char="§"/>
            </a:pPr>
            <a:r>
              <a:rPr lang="en-US" sz="1300" baseline="0" dirty="0" smtClean="0">
                <a:solidFill>
                  <a:schemeClr val="tx1"/>
                </a:solidFill>
              </a:rPr>
              <a:t>There was close grouping of volatility levels amongst other peers, with all banks’ standard deviation falling within the range of 18% (JPMC) to 32% (Deutsche Bank). </a:t>
            </a:r>
          </a:p>
          <a:p>
            <a:pPr marL="294435" lvl="1" indent="-292903" defTabSz="1007544">
              <a:spcBef>
                <a:spcPts val="350"/>
              </a:spcBef>
              <a:spcAft>
                <a:spcPts val="250"/>
              </a:spcAft>
              <a:buClr>
                <a:schemeClr val="accent1"/>
              </a:buClr>
              <a:buSzPct val="110000"/>
              <a:buFont typeface="Wingdings" pitchFamily="2" charset="2"/>
              <a:buChar char="§"/>
            </a:pPr>
            <a:r>
              <a:rPr lang="en-US" sz="1300" baseline="0" dirty="0" smtClean="0">
                <a:solidFill>
                  <a:schemeClr val="tx1"/>
                </a:solidFill>
              </a:rPr>
              <a:t>Notes: Standard deviation calculated as the mean distribution from the mean </a:t>
            </a:r>
            <a:r>
              <a:rPr lang="en-US" sz="1300" baseline="0" dirty="0" err="1" smtClean="0">
                <a:solidFill>
                  <a:schemeClr val="tx1"/>
                </a:solidFill>
              </a:rPr>
              <a:t>QoQ</a:t>
            </a:r>
            <a:r>
              <a:rPr lang="en-US" sz="1300" baseline="0" dirty="0" smtClean="0">
                <a:solidFill>
                  <a:schemeClr val="tx1"/>
                </a:solidFill>
              </a:rPr>
              <a:t> income growth for each bank over the period.  The higher the standard deviation, the more volatile the earnings growth.</a:t>
            </a:r>
          </a:p>
          <a:p>
            <a:pPr marL="294435" lvl="1" indent="-292903" defTabSz="1007544">
              <a:spcBef>
                <a:spcPts val="350"/>
              </a:spcBef>
              <a:spcAft>
                <a:spcPts val="250"/>
              </a:spcAft>
              <a:buClr>
                <a:schemeClr val="accent1"/>
              </a:buClr>
              <a:buSzPct val="110000"/>
              <a:buFont typeface="Wingdings" pitchFamily="2" charset="2"/>
              <a:buChar char="§"/>
            </a:pPr>
            <a:r>
              <a:rPr lang="en-US" sz="1300" baseline="0" dirty="0" smtClean="0">
                <a:solidFill>
                  <a:schemeClr val="tx1"/>
                </a:solidFill>
              </a:rPr>
              <a:t>HSBC and </a:t>
            </a:r>
            <a:r>
              <a:rPr lang="en-US" sz="1300" baseline="0" dirty="0" err="1" smtClean="0">
                <a:solidFill>
                  <a:schemeClr val="tx1"/>
                </a:solidFill>
              </a:rPr>
              <a:t>BoA</a:t>
            </a:r>
            <a:r>
              <a:rPr lang="en-US" sz="1300" baseline="0" dirty="0" smtClean="0">
                <a:solidFill>
                  <a:schemeClr val="tx1"/>
                </a:solidFill>
              </a:rPr>
              <a:t> excluded as no quarterly disclosure available for 2010 on consistent  basis. Based on Q1’11-Q4’12 period, HSBC earnings volatility was 0.14 with average </a:t>
            </a:r>
            <a:r>
              <a:rPr lang="en-US" sz="1300" baseline="0" dirty="0" err="1" smtClean="0">
                <a:solidFill>
                  <a:schemeClr val="tx1"/>
                </a:solidFill>
              </a:rPr>
              <a:t>QoQ</a:t>
            </a:r>
            <a:r>
              <a:rPr lang="en-US" sz="1300" baseline="0" dirty="0" smtClean="0">
                <a:solidFill>
                  <a:schemeClr val="tx1"/>
                </a:solidFill>
              </a:rPr>
              <a:t> earnings growth of +1%.</a:t>
            </a:r>
          </a:p>
        </p:txBody>
      </p:sp>
      <p:sp>
        <p:nvSpPr>
          <p:cNvPr id="11" name="Line 31"/>
          <p:cNvSpPr>
            <a:spLocks noChangeShapeType="1"/>
          </p:cNvSpPr>
          <p:nvPr/>
        </p:nvSpPr>
        <p:spPr bwMode="auto">
          <a:xfrm flipV="1">
            <a:off x="6372624" y="1927431"/>
            <a:ext cx="4023360" cy="0"/>
          </a:xfrm>
          <a:prstGeom prst="line">
            <a:avLst/>
          </a:prstGeom>
          <a:noFill/>
          <a:ln w="9525">
            <a:solidFill>
              <a:schemeClr val="accent1"/>
            </a:solidFill>
            <a:round/>
            <a:headEnd/>
            <a:tailEnd/>
          </a:ln>
        </p:spPr>
        <p:txBody>
          <a:bodyPr lIns="88331" tIns="44164" rIns="88331" bIns="44164"/>
          <a:lstStyle/>
          <a:p>
            <a:endParaRPr lang="en-US"/>
          </a:p>
        </p:txBody>
      </p:sp>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67" name="Line 35"/>
          <p:cNvSpPr>
            <a:spLocks noChangeShapeType="1"/>
          </p:cNvSpPr>
          <p:nvPr/>
        </p:nvSpPr>
        <p:spPr bwMode="auto">
          <a:xfrm flipV="1">
            <a:off x="2989146" y="2755899"/>
            <a:ext cx="0" cy="3657599"/>
          </a:xfrm>
          <a:prstGeom prst="line">
            <a:avLst/>
          </a:prstGeom>
          <a:noFill/>
          <a:ln w="19050">
            <a:solidFill>
              <a:srgbClr val="DA0000"/>
            </a:solidFill>
            <a:prstDash val="dash"/>
            <a:round/>
            <a:headEnd/>
            <a:tailEnd/>
          </a:ln>
        </p:spPr>
        <p:txBody>
          <a:bodyPr lIns="88046" tIns="44022" rIns="88046" bIns="44022"/>
          <a:lstStyle/>
          <a:p>
            <a:endParaRPr lang="en-US"/>
          </a:p>
        </p:txBody>
      </p:sp>
      <p:sp>
        <p:nvSpPr>
          <p:cNvPr id="37966" name="Line 35"/>
          <p:cNvSpPr>
            <a:spLocks noChangeShapeType="1"/>
          </p:cNvSpPr>
          <p:nvPr/>
        </p:nvSpPr>
        <p:spPr bwMode="auto">
          <a:xfrm rot="16200000" flipV="1">
            <a:off x="3756079" y="2049939"/>
            <a:ext cx="0" cy="4850373"/>
          </a:xfrm>
          <a:prstGeom prst="line">
            <a:avLst/>
          </a:prstGeom>
          <a:noFill/>
          <a:ln w="19050">
            <a:solidFill>
              <a:srgbClr val="DA0000"/>
            </a:solidFill>
            <a:prstDash val="dash"/>
            <a:round/>
            <a:headEnd/>
            <a:tailEnd/>
          </a:ln>
        </p:spPr>
        <p:txBody>
          <a:bodyPr lIns="88046" tIns="44022" rIns="88046" bIns="44022"/>
          <a:lstStyle/>
          <a:p>
            <a:endParaRPr lang="en-US"/>
          </a:p>
        </p:txBody>
      </p:sp>
      <p:sp>
        <p:nvSpPr>
          <p:cNvPr id="37891" name="Rectangle 14"/>
          <p:cNvSpPr>
            <a:spLocks noGrp="1" noChangeArrowheads="1"/>
          </p:cNvSpPr>
          <p:nvPr>
            <p:ph type="title" idx="4294967295"/>
          </p:nvPr>
        </p:nvSpPr>
        <p:spPr/>
        <p:txBody>
          <a:bodyPr/>
          <a:lstStyle/>
          <a:p>
            <a:pPr eaLnBrk="1" hangingPunct="1"/>
            <a:r>
              <a:rPr lang="en-GB" sz="2200" dirty="0" smtClean="0"/>
              <a:t>FY’12 expense growth increased slightly across the peer group with most banks reporting positive expense jaws </a:t>
            </a:r>
          </a:p>
        </p:txBody>
      </p:sp>
      <p:sp>
        <p:nvSpPr>
          <p:cNvPr id="37892" name="Rectangle 39"/>
          <p:cNvSpPr>
            <a:spLocks noChangeArrowheads="1"/>
          </p:cNvSpPr>
          <p:nvPr/>
        </p:nvSpPr>
        <p:spPr bwMode="auto">
          <a:xfrm>
            <a:off x="441326" y="1395413"/>
            <a:ext cx="5927724" cy="468312"/>
          </a:xfrm>
          <a:prstGeom prst="rect">
            <a:avLst/>
          </a:prstGeom>
          <a:noFill/>
          <a:ln w="9525">
            <a:noFill/>
            <a:miter lim="800000"/>
            <a:headEnd/>
            <a:tailEnd/>
          </a:ln>
        </p:spPr>
        <p:txBody>
          <a:bodyPr lIns="0" tIns="0" rIns="0" bIns="0"/>
          <a:lstStyle/>
          <a:p>
            <a:pPr defTabSz="1004522">
              <a:spcBef>
                <a:spcPct val="40000"/>
              </a:spcBef>
              <a:spcAft>
                <a:spcPct val="20000"/>
              </a:spcAft>
              <a:buClr>
                <a:srgbClr val="005C87"/>
              </a:buClr>
            </a:pPr>
            <a:r>
              <a:rPr lang="en-AU" sz="1300" b="1" baseline="0" dirty="0" smtClean="0">
                <a:solidFill>
                  <a:srgbClr val="005C87"/>
                </a:solidFill>
              </a:rPr>
              <a:t>FY’12 WB-Equivalent </a:t>
            </a:r>
            <a:r>
              <a:rPr lang="en-AU" sz="1300" b="1" baseline="0" dirty="0">
                <a:solidFill>
                  <a:srgbClr val="005C87"/>
                </a:solidFill>
              </a:rPr>
              <a:t>Expense Growth vs. </a:t>
            </a:r>
            <a:r>
              <a:rPr lang="en-AU" sz="1300" b="1" baseline="0" dirty="0" smtClean="0">
                <a:solidFill>
                  <a:srgbClr val="005C87"/>
                </a:solidFill>
              </a:rPr>
              <a:t>WB-Equivalent JAWs</a:t>
            </a:r>
            <a:endParaRPr lang="en-AU" sz="1300" b="1" baseline="0" dirty="0">
              <a:solidFill>
                <a:srgbClr val="005C87"/>
              </a:solidFill>
            </a:endParaRPr>
          </a:p>
          <a:p>
            <a:pPr defTabSz="1004522">
              <a:spcBef>
                <a:spcPct val="40000"/>
              </a:spcBef>
              <a:spcAft>
                <a:spcPct val="20000"/>
              </a:spcAft>
              <a:buClr>
                <a:srgbClr val="005C87"/>
              </a:buClr>
            </a:pPr>
            <a:r>
              <a:rPr lang="en-AU" sz="1300" baseline="0" dirty="0">
                <a:solidFill>
                  <a:srgbClr val="005C87"/>
                </a:solidFill>
              </a:rPr>
              <a:t>(%, Bubble size scaled to </a:t>
            </a:r>
            <a:r>
              <a:rPr lang="en-AU" sz="1300" baseline="0" dirty="0" smtClean="0">
                <a:solidFill>
                  <a:srgbClr val="005C87"/>
                </a:solidFill>
              </a:rPr>
              <a:t>FY’12 </a:t>
            </a:r>
            <a:r>
              <a:rPr lang="en-AU" sz="1300" baseline="0" dirty="0">
                <a:solidFill>
                  <a:srgbClr val="005C87"/>
                </a:solidFill>
              </a:rPr>
              <a:t>WB-Equivalent Expenses)</a:t>
            </a:r>
          </a:p>
        </p:txBody>
      </p:sp>
      <p:sp>
        <p:nvSpPr>
          <p:cNvPr id="37893" name="Line 31"/>
          <p:cNvSpPr>
            <a:spLocks noChangeShapeType="1"/>
          </p:cNvSpPr>
          <p:nvPr/>
        </p:nvSpPr>
        <p:spPr bwMode="auto">
          <a:xfrm>
            <a:off x="374652" y="1974850"/>
            <a:ext cx="5994400" cy="0"/>
          </a:xfrm>
          <a:prstGeom prst="line">
            <a:avLst/>
          </a:prstGeom>
          <a:noFill/>
          <a:ln w="9525">
            <a:solidFill>
              <a:schemeClr val="accent1"/>
            </a:solidFill>
            <a:round/>
            <a:headEnd/>
            <a:tailEnd/>
          </a:ln>
        </p:spPr>
        <p:txBody>
          <a:bodyPr lIns="88046" tIns="44022" rIns="88046" bIns="44022"/>
          <a:lstStyle/>
          <a:p>
            <a:endParaRPr lang="en-US"/>
          </a:p>
        </p:txBody>
      </p:sp>
      <p:sp>
        <p:nvSpPr>
          <p:cNvPr id="37894" name="Rectangle 3"/>
          <p:cNvSpPr>
            <a:spLocks noChangeArrowheads="1"/>
          </p:cNvSpPr>
          <p:nvPr/>
        </p:nvSpPr>
        <p:spPr bwMode="auto">
          <a:xfrm>
            <a:off x="6632768" y="2019236"/>
            <a:ext cx="3711575" cy="5178425"/>
          </a:xfrm>
          <a:prstGeom prst="rect">
            <a:avLst/>
          </a:prstGeom>
          <a:noFill/>
          <a:ln w="9525">
            <a:noFill/>
            <a:miter lim="800000"/>
            <a:headEnd/>
            <a:tailEnd/>
          </a:ln>
        </p:spPr>
        <p:txBody>
          <a:bodyPr lIns="0" tIns="0" rIns="0" bIns="0"/>
          <a:lstStyle/>
          <a:p>
            <a:pPr marL="293555" lvl="1" indent="-292025" defTabSz="1004522">
              <a:spcBef>
                <a:spcPct val="30000"/>
              </a:spcBef>
              <a:spcAft>
                <a:spcPct val="20000"/>
              </a:spcAft>
              <a:buClr>
                <a:schemeClr val="accent1"/>
              </a:buClr>
              <a:buSzPct val="110000"/>
              <a:buFont typeface="Wingdings" pitchFamily="2" charset="2"/>
              <a:buChar char="§"/>
            </a:pPr>
            <a:r>
              <a:rPr lang="en-US" sz="1300" baseline="0" dirty="0" smtClean="0">
                <a:solidFill>
                  <a:srgbClr val="005C87"/>
                </a:solidFill>
              </a:rPr>
              <a:t>Average FY’12 expense increased slightly </a:t>
            </a:r>
            <a:r>
              <a:rPr lang="en-US" sz="1300" baseline="0" dirty="0" err="1" smtClean="0">
                <a:solidFill>
                  <a:srgbClr val="005C87"/>
                </a:solidFill>
              </a:rPr>
              <a:t>YoY</a:t>
            </a:r>
            <a:r>
              <a:rPr lang="en-US" sz="1300" baseline="0" dirty="0" smtClean="0">
                <a:solidFill>
                  <a:srgbClr val="005C87"/>
                </a:solidFill>
              </a:rPr>
              <a:t> (+1%) across the peer group. More than half reported lower expenses from controlled compensation and cost saving initiatives. </a:t>
            </a:r>
          </a:p>
          <a:p>
            <a:pPr marL="293555" lvl="1" indent="-292025" defTabSz="1004522">
              <a:spcBef>
                <a:spcPct val="30000"/>
              </a:spcBef>
              <a:spcAft>
                <a:spcPct val="20000"/>
              </a:spcAft>
              <a:buClr>
                <a:schemeClr val="accent1"/>
              </a:buClr>
              <a:buSzPct val="110000"/>
              <a:buFont typeface="Wingdings" pitchFamily="2" charset="2"/>
              <a:buChar char="§"/>
            </a:pPr>
            <a:r>
              <a:rPr lang="en-US" sz="1300" baseline="0" dirty="0" smtClean="0">
                <a:solidFill>
                  <a:srgbClr val="005C87"/>
                </a:solidFill>
              </a:rPr>
              <a:t>Performance was varied geographically as US peers excl. GS reported lower </a:t>
            </a:r>
            <a:r>
              <a:rPr lang="en-US" sz="1300" baseline="0" dirty="0" err="1" smtClean="0">
                <a:solidFill>
                  <a:srgbClr val="005C87"/>
                </a:solidFill>
              </a:rPr>
              <a:t>YoY</a:t>
            </a:r>
            <a:r>
              <a:rPr lang="en-US" sz="1300" baseline="0" dirty="0" smtClean="0">
                <a:solidFill>
                  <a:srgbClr val="005C87"/>
                </a:solidFill>
              </a:rPr>
              <a:t> expenses mainly as a result of lower compensation costs while European peers, UBS, BNPP, DB and HSBC reported higher expenses (principally driven by restructuring and litigation costs/regulatory fines) compared to RBS, Barclays, CS and </a:t>
            </a:r>
            <a:r>
              <a:rPr lang="en-US" sz="1300" baseline="0" dirty="0" err="1" smtClean="0">
                <a:solidFill>
                  <a:srgbClr val="005C87"/>
                </a:solidFill>
              </a:rPr>
              <a:t>SocGen</a:t>
            </a:r>
            <a:r>
              <a:rPr lang="en-US" sz="1300" baseline="0" dirty="0" smtClean="0">
                <a:solidFill>
                  <a:srgbClr val="005C87"/>
                </a:solidFill>
              </a:rPr>
              <a:t> whose expenses declined mainly from lower compensation costs and cost efficiency.</a:t>
            </a:r>
          </a:p>
          <a:p>
            <a:pPr marL="293555" lvl="1" indent="-292025" defTabSz="1004522">
              <a:spcBef>
                <a:spcPct val="30000"/>
              </a:spcBef>
              <a:spcAft>
                <a:spcPct val="20000"/>
              </a:spcAft>
              <a:buClr>
                <a:schemeClr val="accent1"/>
              </a:buClr>
              <a:buSzPct val="110000"/>
              <a:buFont typeface="Wingdings" pitchFamily="2" charset="2"/>
              <a:buChar char="§"/>
            </a:pPr>
            <a:r>
              <a:rPr lang="en-US" sz="1300" baseline="0" dirty="0" smtClean="0">
                <a:solidFill>
                  <a:srgbClr val="005C87"/>
                </a:solidFill>
              </a:rPr>
              <a:t>Average FY’12 expense jaws were +7% </a:t>
            </a:r>
            <a:r>
              <a:rPr lang="en-US" sz="1300" baseline="0" dirty="0" err="1" smtClean="0">
                <a:solidFill>
                  <a:srgbClr val="005C87"/>
                </a:solidFill>
              </a:rPr>
              <a:t>YoY</a:t>
            </a:r>
            <a:r>
              <a:rPr lang="en-US" sz="1300" baseline="0" dirty="0" smtClean="0">
                <a:solidFill>
                  <a:srgbClr val="005C87"/>
                </a:solidFill>
              </a:rPr>
              <a:t> with GS’ jaws of +24% the highest among peers, followed by CS (+24%), which were driven by higher than average income growth.     </a:t>
            </a:r>
          </a:p>
          <a:p>
            <a:pPr marL="293555" lvl="1" indent="-292025" defTabSz="1004522">
              <a:spcBef>
                <a:spcPct val="30000"/>
              </a:spcBef>
              <a:spcAft>
                <a:spcPct val="20000"/>
              </a:spcAft>
              <a:buClr>
                <a:schemeClr val="accent1"/>
              </a:buClr>
              <a:buSzPct val="110000"/>
              <a:buFont typeface="Wingdings" pitchFamily="2" charset="2"/>
              <a:buChar char="§"/>
            </a:pPr>
            <a:r>
              <a:rPr lang="en-US" sz="1300" baseline="0" dirty="0" smtClean="0">
                <a:solidFill>
                  <a:srgbClr val="005C87"/>
                </a:solidFill>
              </a:rPr>
              <a:t>UBS and DB reported </a:t>
            </a:r>
            <a:r>
              <a:rPr lang="en-US" sz="1300" baseline="0" dirty="0" err="1" smtClean="0">
                <a:solidFill>
                  <a:srgbClr val="005C87"/>
                </a:solidFill>
              </a:rPr>
              <a:t>YoY</a:t>
            </a:r>
            <a:r>
              <a:rPr lang="en-US" sz="1300" baseline="0" dirty="0" smtClean="0">
                <a:solidFill>
                  <a:srgbClr val="005C87"/>
                </a:solidFill>
              </a:rPr>
              <a:t> negative jaws as cost growth from restructuring and litigation more than offset revenue growth. BNPP’s negative jaws was attributed to lower revenues combined with higher costs from investments and restructuring. </a:t>
            </a:r>
          </a:p>
        </p:txBody>
      </p:sp>
      <p:sp>
        <p:nvSpPr>
          <p:cNvPr id="37895" name="Rectangle 39"/>
          <p:cNvSpPr>
            <a:spLocks noChangeArrowheads="1"/>
          </p:cNvSpPr>
          <p:nvPr/>
        </p:nvSpPr>
        <p:spPr bwMode="auto">
          <a:xfrm>
            <a:off x="6634411" y="1395413"/>
            <a:ext cx="3322638" cy="468312"/>
          </a:xfrm>
          <a:prstGeom prst="rect">
            <a:avLst/>
          </a:prstGeom>
          <a:noFill/>
          <a:ln w="9525">
            <a:noFill/>
            <a:miter lim="800000"/>
            <a:headEnd/>
            <a:tailEnd/>
          </a:ln>
        </p:spPr>
        <p:txBody>
          <a:bodyPr lIns="0" tIns="0" rIns="0" bIns="0"/>
          <a:lstStyle/>
          <a:p>
            <a:pPr defTabSz="1004522">
              <a:spcBef>
                <a:spcPct val="40000"/>
              </a:spcBef>
              <a:spcAft>
                <a:spcPct val="20000"/>
              </a:spcAft>
              <a:buClr>
                <a:srgbClr val="005C87"/>
              </a:buClr>
            </a:pPr>
            <a:r>
              <a:rPr lang="en-AU" sz="1300" b="1" baseline="0" dirty="0" smtClean="0">
                <a:solidFill>
                  <a:srgbClr val="005C87"/>
                </a:solidFill>
              </a:rPr>
              <a:t>Highlights</a:t>
            </a:r>
            <a:endParaRPr lang="en-AU" sz="1300" baseline="0" dirty="0">
              <a:solidFill>
                <a:srgbClr val="005C87"/>
              </a:solidFill>
            </a:endParaRPr>
          </a:p>
        </p:txBody>
      </p:sp>
      <p:sp>
        <p:nvSpPr>
          <p:cNvPr id="37896" name="Rectangle 3"/>
          <p:cNvSpPr>
            <a:spLocks noChangeArrowheads="1"/>
          </p:cNvSpPr>
          <p:nvPr/>
        </p:nvSpPr>
        <p:spPr bwMode="auto">
          <a:xfrm>
            <a:off x="2120409" y="2229170"/>
            <a:ext cx="1670050" cy="414337"/>
          </a:xfrm>
          <a:prstGeom prst="rect">
            <a:avLst/>
          </a:prstGeom>
          <a:noFill/>
          <a:ln w="9525">
            <a:noFill/>
            <a:miter lim="800000"/>
            <a:headEnd/>
            <a:tailEnd/>
          </a:ln>
        </p:spPr>
        <p:txBody>
          <a:bodyPr lIns="0" tIns="0" rIns="0" bIns="0"/>
          <a:lstStyle/>
          <a:p>
            <a:pPr marL="7656" indent="-7656" algn="ctr" defTabSz="1004522">
              <a:spcBef>
                <a:spcPct val="30000"/>
              </a:spcBef>
              <a:spcAft>
                <a:spcPct val="20000"/>
              </a:spcAft>
              <a:buClr>
                <a:schemeClr val="accent1"/>
              </a:buClr>
              <a:buSzPct val="110000"/>
            </a:pPr>
            <a:r>
              <a:rPr lang="en-US" sz="1300" i="1" baseline="0" dirty="0" smtClean="0">
                <a:solidFill>
                  <a:schemeClr val="tx1"/>
                </a:solidFill>
              </a:rPr>
              <a:t>FY’12 average </a:t>
            </a:r>
            <a:r>
              <a:rPr lang="en-US" sz="1300" i="1" baseline="0" dirty="0" err="1">
                <a:solidFill>
                  <a:schemeClr val="tx1"/>
                </a:solidFill>
              </a:rPr>
              <a:t>YoY</a:t>
            </a:r>
            <a:r>
              <a:rPr lang="en-US" sz="1300" i="1" baseline="0" dirty="0">
                <a:solidFill>
                  <a:schemeClr val="tx1"/>
                </a:solidFill>
              </a:rPr>
              <a:t> </a:t>
            </a:r>
            <a:r>
              <a:rPr lang="en-US" sz="1300" i="1" baseline="0" dirty="0" smtClean="0">
                <a:solidFill>
                  <a:schemeClr val="tx1"/>
                </a:solidFill>
              </a:rPr>
              <a:t>expense: +1%</a:t>
            </a:r>
            <a:endParaRPr lang="en-US" sz="1300" i="1" baseline="0" dirty="0">
              <a:solidFill>
                <a:schemeClr val="tx1"/>
              </a:solidFill>
            </a:endParaRPr>
          </a:p>
        </p:txBody>
      </p:sp>
      <p:sp>
        <p:nvSpPr>
          <p:cNvPr id="37899" name="Line 30"/>
          <p:cNvSpPr>
            <a:spLocks noChangeShapeType="1"/>
          </p:cNvSpPr>
          <p:nvPr/>
        </p:nvSpPr>
        <p:spPr bwMode="auto">
          <a:xfrm>
            <a:off x="6632575" y="1974850"/>
            <a:ext cx="3648075" cy="1588"/>
          </a:xfrm>
          <a:prstGeom prst="line">
            <a:avLst/>
          </a:prstGeom>
          <a:noFill/>
          <a:ln w="9525">
            <a:solidFill>
              <a:schemeClr val="accent1"/>
            </a:solidFill>
            <a:round/>
            <a:headEnd/>
            <a:tailEnd/>
          </a:ln>
        </p:spPr>
        <p:txBody>
          <a:bodyPr lIns="88046" tIns="44022" rIns="88046" bIns="44022"/>
          <a:lstStyle/>
          <a:p>
            <a:endParaRPr lang="en-US"/>
          </a:p>
        </p:txBody>
      </p:sp>
      <p:sp>
        <p:nvSpPr>
          <p:cNvPr id="15" name="Text Box 22"/>
          <p:cNvSpPr txBox="1">
            <a:spLocks noChangeArrowheads="1"/>
          </p:cNvSpPr>
          <p:nvPr/>
        </p:nvSpPr>
        <p:spPr bwMode="auto">
          <a:xfrm>
            <a:off x="378503" y="1986841"/>
            <a:ext cx="5975307" cy="211934"/>
          </a:xfrm>
          <a:prstGeom prst="rect">
            <a:avLst/>
          </a:prstGeom>
          <a:noFill/>
          <a:ln w="9525">
            <a:noFill/>
            <a:miter lim="800000"/>
            <a:headEnd/>
            <a:tailEnd/>
          </a:ln>
        </p:spPr>
        <p:txBody>
          <a:bodyPr wrap="square" lIns="87966" tIns="43982" rIns="87966" bIns="43982">
            <a:spAutoFit/>
          </a:bodyPr>
          <a:lstStyle/>
          <a:p>
            <a:pPr>
              <a:spcBef>
                <a:spcPct val="50000"/>
              </a:spcBef>
            </a:pPr>
            <a:r>
              <a:rPr lang="en-US" sz="800" b="1" baseline="0" dirty="0" smtClean="0">
                <a:solidFill>
                  <a:schemeClr val="tx1"/>
                </a:solidFill>
              </a:rPr>
              <a:t>Note</a:t>
            </a:r>
            <a:r>
              <a:rPr lang="en-US" sz="800" baseline="0" dirty="0" smtClean="0">
                <a:solidFill>
                  <a:schemeClr val="tx1"/>
                </a:solidFill>
              </a:rPr>
              <a:t>: Blue shading indicates figures excluding CVA/DVA</a:t>
            </a:r>
            <a:endParaRPr lang="en-US" sz="800" dirty="0">
              <a:solidFill>
                <a:schemeClr val="tx1"/>
              </a:solidFill>
            </a:endParaRPr>
          </a:p>
        </p:txBody>
      </p:sp>
      <p:sp>
        <p:nvSpPr>
          <p:cNvPr id="16" name="Text Box 144"/>
          <p:cNvSpPr txBox="1">
            <a:spLocks noChangeArrowheads="1"/>
          </p:cNvSpPr>
          <p:nvPr/>
        </p:nvSpPr>
        <p:spPr bwMode="auto">
          <a:xfrm>
            <a:off x="1452570" y="7000445"/>
            <a:ext cx="5180009" cy="412037"/>
          </a:xfrm>
          <a:prstGeom prst="rect">
            <a:avLst/>
          </a:prstGeom>
          <a:noFill/>
          <a:ln w="9525">
            <a:noFill/>
            <a:miter lim="800000"/>
            <a:headEnd/>
            <a:tailEnd/>
          </a:ln>
        </p:spPr>
        <p:txBody>
          <a:bodyPr wrap="square" lIns="88014" tIns="44006" rIns="88014" bIns="44006" anchor="b">
            <a:spAutoFit/>
          </a:bodyPr>
          <a:lstStyle/>
          <a:p>
            <a:pPr>
              <a:spcBef>
                <a:spcPct val="50000"/>
              </a:spcBef>
            </a:pPr>
            <a:r>
              <a:rPr lang="en-GB" sz="600" baseline="0" dirty="0" smtClean="0">
                <a:solidFill>
                  <a:srgbClr val="005C87"/>
                </a:solidFill>
              </a:rPr>
              <a:t>Sources: Company reports, WB Performance Management Analysis. SCB figures on </a:t>
            </a:r>
            <a:r>
              <a:rPr lang="en-GB" sz="600" b="1" baseline="0" dirty="0" smtClean="0">
                <a:solidFill>
                  <a:srgbClr val="005C87"/>
                </a:solidFill>
              </a:rPr>
              <a:t>external basis</a:t>
            </a:r>
            <a:r>
              <a:rPr lang="en-GB" sz="600" baseline="0" dirty="0" smtClean="0">
                <a:solidFill>
                  <a:srgbClr val="005C87"/>
                </a:solidFill>
              </a:rPr>
              <a:t>. </a:t>
            </a:r>
          </a:p>
          <a:p>
            <a:pPr>
              <a:spcBef>
                <a:spcPct val="50000"/>
              </a:spcBef>
            </a:pPr>
            <a:r>
              <a:rPr lang="en-US" sz="600" baseline="0" dirty="0" smtClean="0">
                <a:solidFill>
                  <a:srgbClr val="005C87"/>
                </a:solidFill>
              </a:rPr>
              <a:t>CVA/DVA excluded from </a:t>
            </a:r>
            <a:r>
              <a:rPr lang="en-US" sz="600" baseline="0" dirty="0" err="1" smtClean="0">
                <a:solidFill>
                  <a:srgbClr val="005C87"/>
                </a:solidFill>
              </a:rPr>
              <a:t>BoA</a:t>
            </a:r>
            <a:r>
              <a:rPr lang="en-US" sz="600" baseline="0" dirty="0" smtClean="0">
                <a:solidFill>
                  <a:srgbClr val="005C87"/>
                </a:solidFill>
              </a:rPr>
              <a:t>, </a:t>
            </a:r>
            <a:r>
              <a:rPr lang="en-US" sz="600" baseline="0" dirty="0" err="1" smtClean="0">
                <a:solidFill>
                  <a:srgbClr val="005C87"/>
                </a:solidFill>
              </a:rPr>
              <a:t>Citi</a:t>
            </a:r>
            <a:r>
              <a:rPr lang="en-US" sz="600" baseline="0" dirty="0" smtClean="0">
                <a:solidFill>
                  <a:srgbClr val="005C87"/>
                </a:solidFill>
              </a:rPr>
              <a:t>, Credit Suisse, Goldman Sachs, JPMC, Morgan Stanley and UBS. No CVA/DVA disclosure available for Barclays, BNP Paribas, Deutsche Bank, RBS and </a:t>
            </a:r>
            <a:r>
              <a:rPr lang="en-US" sz="600" baseline="0" dirty="0" err="1" smtClean="0">
                <a:solidFill>
                  <a:srgbClr val="005C87"/>
                </a:solidFill>
              </a:rPr>
              <a:t>SocGen</a:t>
            </a:r>
            <a:r>
              <a:rPr lang="en-US" sz="600" baseline="0" dirty="0" smtClean="0">
                <a:solidFill>
                  <a:srgbClr val="005C87"/>
                </a:solidFill>
              </a:rPr>
              <a:t>. HSBC excludes CVA/DVA but  includes EL charge.</a:t>
            </a:r>
          </a:p>
        </p:txBody>
      </p:sp>
      <p:sp>
        <p:nvSpPr>
          <p:cNvPr id="17" name="Rectangle 3"/>
          <p:cNvSpPr>
            <a:spLocks noChangeArrowheads="1"/>
          </p:cNvSpPr>
          <p:nvPr/>
        </p:nvSpPr>
        <p:spPr bwMode="auto">
          <a:xfrm>
            <a:off x="3035318" y="5702678"/>
            <a:ext cx="1186957" cy="738664"/>
          </a:xfrm>
          <a:prstGeom prst="rect">
            <a:avLst/>
          </a:prstGeom>
          <a:noFill/>
          <a:ln w="3175" cap="rnd">
            <a:solidFill>
              <a:srgbClr val="FF0000"/>
            </a:solidFill>
            <a:prstDash val="dash"/>
            <a:miter lim="800000"/>
            <a:headEnd/>
            <a:tailEnd/>
          </a:ln>
        </p:spPr>
        <p:txBody>
          <a:bodyPr wrap="square" lIns="0" tIns="0" rIns="0" bIns="0">
            <a:spAutoFit/>
          </a:bodyPr>
          <a:lstStyle/>
          <a:p>
            <a:pPr marL="7656" indent="-7656" algn="ctr" defTabSz="1004522">
              <a:spcBef>
                <a:spcPct val="30000"/>
              </a:spcBef>
              <a:spcAft>
                <a:spcPct val="20000"/>
              </a:spcAft>
              <a:buClr>
                <a:srgbClr val="22AA47"/>
              </a:buClr>
              <a:buSzPct val="110000"/>
            </a:pPr>
            <a:r>
              <a:rPr lang="en-US" sz="800" i="1" baseline="0" dirty="0" smtClean="0">
                <a:solidFill>
                  <a:srgbClr val="005C87"/>
                </a:solidFill>
              </a:rPr>
              <a:t>Figures include US regulatory settlements. Excluding US regulatory settlements, SCB FY’12 YoY Expense growth was +2%, with JAWs of +7%</a:t>
            </a:r>
            <a:endParaRPr lang="en-US" sz="800" i="1" baseline="0" dirty="0">
              <a:solidFill>
                <a:srgbClr val="005C87"/>
              </a:solidFill>
            </a:endParaRPr>
          </a:p>
        </p:txBody>
      </p:sp>
      <p:sp>
        <p:nvSpPr>
          <p:cNvPr id="19" name="Line 35"/>
          <p:cNvSpPr>
            <a:spLocks noChangeShapeType="1"/>
          </p:cNvSpPr>
          <p:nvPr/>
        </p:nvSpPr>
        <p:spPr bwMode="auto">
          <a:xfrm rot="16200000">
            <a:off x="3699876" y="5351257"/>
            <a:ext cx="245647" cy="457200"/>
          </a:xfrm>
          <a:prstGeom prst="line">
            <a:avLst/>
          </a:prstGeom>
          <a:noFill/>
          <a:ln w="3175" cap="rnd">
            <a:solidFill>
              <a:srgbClr val="FF0000"/>
            </a:solidFill>
            <a:prstDash val="dash"/>
            <a:round/>
            <a:headEnd/>
            <a:tailEnd/>
          </a:ln>
        </p:spPr>
        <p:txBody>
          <a:bodyPr lIns="88046" tIns="44022" rIns="88046" bIns="44022"/>
          <a:lstStyle/>
          <a:p>
            <a:endParaRPr lang="en-US"/>
          </a:p>
        </p:txBody>
      </p:sp>
      <p:sp>
        <p:nvSpPr>
          <p:cNvPr id="37897" name="Rectangle 3"/>
          <p:cNvSpPr>
            <a:spLocks noChangeArrowheads="1"/>
          </p:cNvSpPr>
          <p:nvPr/>
        </p:nvSpPr>
        <p:spPr bwMode="auto">
          <a:xfrm>
            <a:off x="4666793" y="4031008"/>
            <a:ext cx="1558926" cy="400110"/>
          </a:xfrm>
          <a:prstGeom prst="rect">
            <a:avLst/>
          </a:prstGeom>
          <a:noFill/>
          <a:ln w="3175" cap="rnd">
            <a:noFill/>
            <a:prstDash val="dash"/>
            <a:miter lim="800000"/>
            <a:headEnd/>
            <a:tailEnd/>
          </a:ln>
        </p:spPr>
        <p:txBody>
          <a:bodyPr lIns="0" tIns="0" rIns="0" bIns="0">
            <a:spAutoFit/>
          </a:bodyPr>
          <a:lstStyle/>
          <a:p>
            <a:pPr marL="7656" indent="-7656" algn="ctr" defTabSz="1004522">
              <a:spcBef>
                <a:spcPct val="30000"/>
              </a:spcBef>
              <a:spcAft>
                <a:spcPct val="20000"/>
              </a:spcAft>
              <a:buClr>
                <a:schemeClr val="accent1"/>
              </a:buClr>
              <a:buSzPct val="110000"/>
            </a:pPr>
            <a:r>
              <a:rPr lang="en-US" sz="1300" i="1" baseline="0" dirty="0" smtClean="0">
                <a:solidFill>
                  <a:schemeClr val="tx1"/>
                </a:solidFill>
              </a:rPr>
              <a:t>FY’12 average </a:t>
            </a:r>
            <a:r>
              <a:rPr lang="en-US" sz="1300" i="1" baseline="0" dirty="0" err="1" smtClean="0">
                <a:solidFill>
                  <a:schemeClr val="tx1"/>
                </a:solidFill>
              </a:rPr>
              <a:t>YoY</a:t>
            </a:r>
            <a:r>
              <a:rPr lang="en-US" sz="1300" i="1" baseline="0" dirty="0" smtClean="0">
                <a:solidFill>
                  <a:schemeClr val="tx1"/>
                </a:solidFill>
              </a:rPr>
              <a:t> expense jaws: +7%</a:t>
            </a:r>
            <a:endParaRPr lang="en-US" sz="1300" i="1" baseline="0" dirty="0">
              <a:solidFill>
                <a:schemeClr val="tx1"/>
              </a:solidFill>
            </a:endParaRPr>
          </a:p>
        </p:txBody>
      </p:sp>
      <p:pic>
        <p:nvPicPr>
          <p:cNvPr id="276483" name="Picture 3"/>
          <p:cNvPicPr>
            <a:picLocks noChangeAspect="1" noChangeArrowheads="1"/>
          </p:cNvPicPr>
          <p:nvPr/>
        </p:nvPicPr>
        <p:blipFill>
          <a:blip r:embed="rId3" cstate="print"/>
          <a:srcRect/>
          <a:stretch>
            <a:fillRect/>
          </a:stretch>
        </p:blipFill>
        <p:spPr bwMode="auto">
          <a:xfrm>
            <a:off x="721028" y="2643981"/>
            <a:ext cx="5486399" cy="4238625"/>
          </a:xfrm>
          <a:prstGeom prst="rect">
            <a:avLst/>
          </a:prstGeom>
          <a:noFill/>
          <a:ln w="9525">
            <a:noFill/>
            <a:miter lim="800000"/>
            <a:headEnd/>
            <a:tailEnd/>
          </a:ln>
          <a:effectLst/>
        </p:spPr>
      </p:pic>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Line 35"/>
          <p:cNvSpPr>
            <a:spLocks noChangeShapeType="1"/>
          </p:cNvSpPr>
          <p:nvPr/>
        </p:nvSpPr>
        <p:spPr bwMode="auto">
          <a:xfrm rot="16200000" flipV="1">
            <a:off x="3604117" y="2012316"/>
            <a:ext cx="1" cy="4986020"/>
          </a:xfrm>
          <a:prstGeom prst="line">
            <a:avLst/>
          </a:prstGeom>
          <a:noFill/>
          <a:ln w="19050">
            <a:solidFill>
              <a:srgbClr val="DA0000"/>
            </a:solidFill>
            <a:prstDash val="dash"/>
            <a:round/>
            <a:headEnd/>
            <a:tailEnd/>
          </a:ln>
        </p:spPr>
        <p:txBody>
          <a:bodyPr lIns="88046" tIns="44022" rIns="88046" bIns="44022"/>
          <a:lstStyle/>
          <a:p>
            <a:r>
              <a:rPr lang="en-US" dirty="0" smtClean="0"/>
              <a:t>                   </a:t>
            </a:r>
            <a:endParaRPr lang="en-US" dirty="0"/>
          </a:p>
        </p:txBody>
      </p:sp>
      <p:pic>
        <p:nvPicPr>
          <p:cNvPr id="126978" name="Picture 2"/>
          <p:cNvPicPr>
            <a:picLocks noChangeAspect="1" noChangeArrowheads="1"/>
          </p:cNvPicPr>
          <p:nvPr/>
        </p:nvPicPr>
        <p:blipFill>
          <a:blip r:embed="rId3" cstate="print"/>
          <a:srcRect/>
          <a:stretch>
            <a:fillRect/>
          </a:stretch>
        </p:blipFill>
        <p:spPr bwMode="auto">
          <a:xfrm>
            <a:off x="385764" y="2286000"/>
            <a:ext cx="5838824" cy="4552950"/>
          </a:xfrm>
          <a:prstGeom prst="rect">
            <a:avLst/>
          </a:prstGeom>
          <a:noFill/>
          <a:ln w="9525">
            <a:noFill/>
            <a:miter lim="800000"/>
            <a:headEnd/>
            <a:tailEnd/>
          </a:ln>
          <a:effectLst/>
        </p:spPr>
      </p:pic>
      <p:sp>
        <p:nvSpPr>
          <p:cNvPr id="39939" name="Rectangle 14"/>
          <p:cNvSpPr>
            <a:spLocks noGrp="1" noChangeArrowheads="1"/>
          </p:cNvSpPr>
          <p:nvPr>
            <p:ph type="title" idx="4294967295"/>
          </p:nvPr>
        </p:nvSpPr>
        <p:spPr/>
        <p:txBody>
          <a:bodyPr/>
          <a:lstStyle/>
          <a:p>
            <a:pPr eaLnBrk="1" hangingPunct="1"/>
            <a:r>
              <a:rPr lang="en-GB" sz="2200" dirty="0" smtClean="0"/>
              <a:t>HSBC reported the lowest </a:t>
            </a:r>
            <a:r>
              <a:rPr lang="en-GB" sz="2200" dirty="0" err="1" smtClean="0"/>
              <a:t>cost:income</a:t>
            </a:r>
            <a:r>
              <a:rPr lang="en-GB" sz="2200" dirty="0" smtClean="0"/>
              <a:t> ratio in the peer group for FY’12, followed closely by SCB </a:t>
            </a:r>
          </a:p>
        </p:txBody>
      </p:sp>
      <p:sp>
        <p:nvSpPr>
          <p:cNvPr id="39940" name="Rectangle 39"/>
          <p:cNvSpPr>
            <a:spLocks noChangeArrowheads="1"/>
          </p:cNvSpPr>
          <p:nvPr/>
        </p:nvSpPr>
        <p:spPr bwMode="auto">
          <a:xfrm>
            <a:off x="441325" y="1395413"/>
            <a:ext cx="6191249" cy="468312"/>
          </a:xfrm>
          <a:prstGeom prst="rect">
            <a:avLst/>
          </a:prstGeom>
          <a:noFill/>
          <a:ln w="9525">
            <a:noFill/>
            <a:miter lim="800000"/>
            <a:headEnd/>
            <a:tailEnd/>
          </a:ln>
        </p:spPr>
        <p:txBody>
          <a:bodyPr lIns="0" tIns="0" rIns="0" bIns="0"/>
          <a:lstStyle/>
          <a:p>
            <a:pPr defTabSz="1004522">
              <a:spcBef>
                <a:spcPct val="40000"/>
              </a:spcBef>
              <a:spcAft>
                <a:spcPct val="20000"/>
              </a:spcAft>
              <a:buClr>
                <a:srgbClr val="005C87"/>
              </a:buClr>
            </a:pPr>
            <a:r>
              <a:rPr lang="en-AU" sz="1300" b="1" baseline="0" dirty="0">
                <a:solidFill>
                  <a:srgbClr val="005C87"/>
                </a:solidFill>
              </a:rPr>
              <a:t>WB-Equivalent </a:t>
            </a:r>
            <a:r>
              <a:rPr lang="en-AU" sz="1300" b="1" baseline="0" dirty="0" err="1">
                <a:solidFill>
                  <a:srgbClr val="005C87"/>
                </a:solidFill>
              </a:rPr>
              <a:t>Cost:Income</a:t>
            </a:r>
            <a:r>
              <a:rPr lang="en-AU" sz="1300" b="1" baseline="0" dirty="0">
                <a:solidFill>
                  <a:srgbClr val="005C87"/>
                </a:solidFill>
              </a:rPr>
              <a:t> ratio: </a:t>
            </a:r>
            <a:r>
              <a:rPr lang="en-AU" sz="1300" b="1" baseline="0" dirty="0" smtClean="0">
                <a:solidFill>
                  <a:srgbClr val="005C87"/>
                </a:solidFill>
              </a:rPr>
              <a:t>FY’11  and FY’12 </a:t>
            </a:r>
            <a:endParaRPr lang="en-AU" sz="1300" baseline="0" dirty="0">
              <a:solidFill>
                <a:srgbClr val="005C87"/>
              </a:solidFill>
            </a:endParaRPr>
          </a:p>
        </p:txBody>
      </p:sp>
      <p:sp>
        <p:nvSpPr>
          <p:cNvPr id="39941" name="Line 31"/>
          <p:cNvSpPr>
            <a:spLocks noChangeShapeType="1"/>
          </p:cNvSpPr>
          <p:nvPr/>
        </p:nvSpPr>
        <p:spPr bwMode="auto">
          <a:xfrm>
            <a:off x="374652" y="1974850"/>
            <a:ext cx="5994400" cy="0"/>
          </a:xfrm>
          <a:prstGeom prst="line">
            <a:avLst/>
          </a:prstGeom>
          <a:noFill/>
          <a:ln w="9525">
            <a:solidFill>
              <a:schemeClr val="accent1"/>
            </a:solidFill>
            <a:round/>
            <a:headEnd/>
            <a:tailEnd/>
          </a:ln>
        </p:spPr>
        <p:txBody>
          <a:bodyPr lIns="88046" tIns="44022" rIns="88046" bIns="44022"/>
          <a:lstStyle/>
          <a:p>
            <a:endParaRPr lang="en-US"/>
          </a:p>
        </p:txBody>
      </p:sp>
      <p:sp>
        <p:nvSpPr>
          <p:cNvPr id="39942" name="Rectangle 3"/>
          <p:cNvSpPr>
            <a:spLocks noChangeArrowheads="1"/>
          </p:cNvSpPr>
          <p:nvPr/>
        </p:nvSpPr>
        <p:spPr bwMode="auto">
          <a:xfrm>
            <a:off x="6485861" y="2157083"/>
            <a:ext cx="3944680" cy="4992688"/>
          </a:xfrm>
          <a:prstGeom prst="rect">
            <a:avLst/>
          </a:prstGeom>
          <a:noFill/>
          <a:ln w="9525">
            <a:noFill/>
            <a:miter lim="800000"/>
            <a:headEnd/>
            <a:tailEnd/>
          </a:ln>
        </p:spPr>
        <p:txBody>
          <a:bodyPr lIns="0" tIns="0" rIns="0" bIns="0"/>
          <a:lstStyle/>
          <a:p>
            <a:pPr marL="293865" lvl="1" indent="-292333" defTabSz="1005586">
              <a:spcBef>
                <a:spcPct val="30000"/>
              </a:spcBef>
              <a:spcAft>
                <a:spcPct val="20000"/>
              </a:spcAft>
              <a:buClr>
                <a:schemeClr val="accent1"/>
              </a:buClr>
              <a:buSzPct val="110000"/>
              <a:buFont typeface="Wingdings" pitchFamily="2" charset="2"/>
              <a:buChar char="§"/>
            </a:pPr>
            <a:r>
              <a:rPr lang="en-US" sz="1300" baseline="0" dirty="0" smtClean="0">
                <a:solidFill>
                  <a:schemeClr val="tx1"/>
                </a:solidFill>
              </a:rPr>
              <a:t>FY’12 </a:t>
            </a:r>
            <a:r>
              <a:rPr lang="en-US" sz="1300" baseline="0" dirty="0" err="1" smtClean="0">
                <a:solidFill>
                  <a:schemeClr val="tx1"/>
                </a:solidFill>
              </a:rPr>
              <a:t>Cost:Income</a:t>
            </a:r>
            <a:r>
              <a:rPr lang="en-US" sz="1300" baseline="0" dirty="0" smtClean="0">
                <a:solidFill>
                  <a:schemeClr val="tx1"/>
                </a:solidFill>
              </a:rPr>
              <a:t> ratio for the peer group fell to 64% (FY’11: 69%), driven by income growth of +9% coupled with a +1% increase in Expenses for the peer group.</a:t>
            </a:r>
          </a:p>
          <a:p>
            <a:pPr marL="293865" lvl="1" indent="-292333" defTabSz="1005586">
              <a:spcBef>
                <a:spcPct val="30000"/>
              </a:spcBef>
              <a:spcAft>
                <a:spcPct val="20000"/>
              </a:spcAft>
              <a:buClr>
                <a:schemeClr val="accent1"/>
              </a:buClr>
              <a:buSzPct val="110000"/>
              <a:buFont typeface="Wingdings" pitchFamily="2" charset="2"/>
              <a:buChar char="§"/>
            </a:pPr>
            <a:r>
              <a:rPr lang="en-US" sz="1300" baseline="0" dirty="0" smtClean="0">
                <a:solidFill>
                  <a:schemeClr val="tx1"/>
                </a:solidFill>
              </a:rPr>
              <a:t>HSBC reported the lowest </a:t>
            </a:r>
            <a:r>
              <a:rPr lang="en-US" sz="1300" baseline="0" dirty="0" err="1" smtClean="0">
                <a:solidFill>
                  <a:schemeClr val="tx1"/>
                </a:solidFill>
              </a:rPr>
              <a:t>Cost:Income</a:t>
            </a:r>
            <a:r>
              <a:rPr lang="en-US" sz="1300" baseline="0" dirty="0" smtClean="0">
                <a:solidFill>
                  <a:schemeClr val="tx1"/>
                </a:solidFill>
              </a:rPr>
              <a:t> ratio of 49%, followed closely by SCB. Excluding the DFS settlement, SCB </a:t>
            </a:r>
            <a:r>
              <a:rPr lang="en-US" sz="1300" baseline="0" dirty="0" err="1" smtClean="0">
                <a:solidFill>
                  <a:schemeClr val="tx1"/>
                </a:solidFill>
              </a:rPr>
              <a:t>Cost:Income</a:t>
            </a:r>
            <a:r>
              <a:rPr lang="en-US" sz="1300" baseline="0" dirty="0" smtClean="0">
                <a:solidFill>
                  <a:schemeClr val="tx1"/>
                </a:solidFill>
              </a:rPr>
              <a:t> ratio fell to 47%.</a:t>
            </a:r>
          </a:p>
          <a:p>
            <a:pPr marL="293865" lvl="1" indent="-292333" defTabSz="1005586">
              <a:spcBef>
                <a:spcPct val="30000"/>
              </a:spcBef>
              <a:spcAft>
                <a:spcPct val="20000"/>
              </a:spcAft>
              <a:buClr>
                <a:schemeClr val="accent1"/>
              </a:buClr>
              <a:buSzPct val="110000"/>
              <a:buFont typeface="Wingdings" pitchFamily="2" charset="2"/>
              <a:buChar char="§"/>
            </a:pPr>
            <a:r>
              <a:rPr lang="en-US" sz="1300" baseline="0" dirty="0" smtClean="0">
                <a:solidFill>
                  <a:schemeClr val="tx1"/>
                </a:solidFill>
              </a:rPr>
              <a:t>UBS, Credit Suisse and Morgan Stanley continued to report </a:t>
            </a:r>
            <a:r>
              <a:rPr lang="en-US" sz="1300" baseline="0" dirty="0" err="1" smtClean="0">
                <a:solidFill>
                  <a:schemeClr val="tx1"/>
                </a:solidFill>
              </a:rPr>
              <a:t>Cost:Income</a:t>
            </a:r>
            <a:r>
              <a:rPr lang="en-US" sz="1300" baseline="0" dirty="0" smtClean="0">
                <a:solidFill>
                  <a:schemeClr val="tx1"/>
                </a:solidFill>
              </a:rPr>
              <a:t> ratios significantly higher than average at 127%, 84% and 82% respectively. </a:t>
            </a:r>
          </a:p>
          <a:p>
            <a:pPr marL="293865" lvl="1" indent="-292333" defTabSz="1005586">
              <a:spcBef>
                <a:spcPct val="30000"/>
              </a:spcBef>
              <a:spcAft>
                <a:spcPct val="20000"/>
              </a:spcAft>
              <a:buClr>
                <a:schemeClr val="accent1"/>
              </a:buClr>
              <a:buSzPct val="110000"/>
              <a:buFont typeface="Wingdings" pitchFamily="2" charset="2"/>
              <a:buChar char="§"/>
            </a:pPr>
            <a:r>
              <a:rPr lang="en-US" sz="1300" baseline="0" dirty="0" smtClean="0">
                <a:solidFill>
                  <a:schemeClr val="tx1"/>
                </a:solidFill>
              </a:rPr>
              <a:t>The US banks average expenses declined by -3% </a:t>
            </a:r>
            <a:r>
              <a:rPr lang="en-US" sz="1300" baseline="0" dirty="0" err="1" smtClean="0">
                <a:solidFill>
                  <a:schemeClr val="tx1"/>
                </a:solidFill>
              </a:rPr>
              <a:t>YoY</a:t>
            </a:r>
            <a:r>
              <a:rPr lang="en-US" sz="1300" baseline="0" dirty="0" smtClean="0">
                <a:solidFill>
                  <a:schemeClr val="tx1"/>
                </a:solidFill>
              </a:rPr>
              <a:t> driven by a reduction in staff cost and other expense reduction initiatives, resulting in a strongly positive JAWS of +13%. </a:t>
            </a:r>
          </a:p>
          <a:p>
            <a:pPr marL="293865" lvl="1" indent="-292333" defTabSz="1005586">
              <a:spcBef>
                <a:spcPct val="30000"/>
              </a:spcBef>
              <a:spcAft>
                <a:spcPct val="20000"/>
              </a:spcAft>
              <a:buClr>
                <a:schemeClr val="accent1"/>
              </a:buClr>
              <a:buSzPct val="110000"/>
              <a:buFont typeface="Wingdings" pitchFamily="2" charset="2"/>
              <a:buChar char="§"/>
            </a:pPr>
            <a:r>
              <a:rPr lang="en-US" sz="1300" baseline="0" dirty="0" smtClean="0">
                <a:solidFill>
                  <a:schemeClr val="tx1"/>
                </a:solidFill>
              </a:rPr>
              <a:t>Peers reported ongoing  job cuts and shrinking their investment banking divisions, either as part of their cost-savings initiatives or meeting the more stringent regulatory requirements in reducing their RWAs.                                          </a:t>
            </a:r>
          </a:p>
        </p:txBody>
      </p:sp>
      <p:sp>
        <p:nvSpPr>
          <p:cNvPr id="39943" name="Rectangle 39"/>
          <p:cNvSpPr>
            <a:spLocks noChangeArrowheads="1"/>
          </p:cNvSpPr>
          <p:nvPr/>
        </p:nvSpPr>
        <p:spPr bwMode="auto">
          <a:xfrm>
            <a:off x="6547755" y="1395413"/>
            <a:ext cx="3322638" cy="468312"/>
          </a:xfrm>
          <a:prstGeom prst="rect">
            <a:avLst/>
          </a:prstGeom>
          <a:noFill/>
          <a:ln w="9525">
            <a:noFill/>
            <a:miter lim="800000"/>
            <a:headEnd/>
            <a:tailEnd/>
          </a:ln>
        </p:spPr>
        <p:txBody>
          <a:bodyPr lIns="0" tIns="0" rIns="0" bIns="0"/>
          <a:lstStyle/>
          <a:p>
            <a:pPr defTabSz="1004522">
              <a:spcBef>
                <a:spcPct val="40000"/>
              </a:spcBef>
              <a:spcAft>
                <a:spcPct val="20000"/>
              </a:spcAft>
              <a:buClr>
                <a:srgbClr val="005C87"/>
              </a:buClr>
            </a:pPr>
            <a:r>
              <a:rPr lang="en-AU" sz="1300" b="1" baseline="0" dirty="0" smtClean="0">
                <a:solidFill>
                  <a:srgbClr val="005C87"/>
                </a:solidFill>
              </a:rPr>
              <a:t>Highlights </a:t>
            </a:r>
            <a:endParaRPr lang="en-AU" sz="1300" baseline="0" dirty="0">
              <a:solidFill>
                <a:srgbClr val="005C87"/>
              </a:solidFill>
            </a:endParaRPr>
          </a:p>
        </p:txBody>
      </p:sp>
      <p:sp>
        <p:nvSpPr>
          <p:cNvPr id="39944" name="Rectangle 3"/>
          <p:cNvSpPr>
            <a:spLocks noChangeArrowheads="1"/>
          </p:cNvSpPr>
          <p:nvPr/>
        </p:nvSpPr>
        <p:spPr bwMode="auto">
          <a:xfrm>
            <a:off x="4020518" y="3797300"/>
            <a:ext cx="2076450" cy="417512"/>
          </a:xfrm>
          <a:prstGeom prst="rect">
            <a:avLst/>
          </a:prstGeom>
          <a:noFill/>
          <a:ln w="9525">
            <a:noFill/>
            <a:miter lim="800000"/>
            <a:headEnd/>
            <a:tailEnd/>
          </a:ln>
        </p:spPr>
        <p:txBody>
          <a:bodyPr lIns="0" tIns="0" rIns="0" bIns="0"/>
          <a:lstStyle/>
          <a:p>
            <a:pPr marL="7656" indent="-7656" algn="ctr" defTabSz="1004522">
              <a:spcBef>
                <a:spcPct val="30000"/>
              </a:spcBef>
              <a:spcAft>
                <a:spcPct val="20000"/>
              </a:spcAft>
              <a:buClr>
                <a:schemeClr val="accent1"/>
              </a:buClr>
              <a:buSzPct val="110000"/>
            </a:pPr>
            <a:r>
              <a:rPr lang="en-US" sz="1300" i="1" baseline="0" dirty="0" smtClean="0">
                <a:solidFill>
                  <a:schemeClr val="tx1"/>
                </a:solidFill>
              </a:rPr>
              <a:t>FY12  Average</a:t>
            </a:r>
          </a:p>
          <a:p>
            <a:pPr marL="7656" indent="-7656" algn="ctr" defTabSz="1004522">
              <a:spcBef>
                <a:spcPct val="30000"/>
              </a:spcBef>
              <a:spcAft>
                <a:spcPct val="20000"/>
              </a:spcAft>
              <a:buClr>
                <a:schemeClr val="accent1"/>
              </a:buClr>
              <a:buSzPct val="110000"/>
            </a:pPr>
            <a:r>
              <a:rPr lang="en-US" sz="1300" i="1" baseline="0" dirty="0" smtClean="0">
                <a:solidFill>
                  <a:schemeClr val="tx1"/>
                </a:solidFill>
              </a:rPr>
              <a:t> </a:t>
            </a:r>
            <a:r>
              <a:rPr lang="en-US" sz="1300" i="1" baseline="0" dirty="0" err="1">
                <a:solidFill>
                  <a:schemeClr val="tx1"/>
                </a:solidFill>
              </a:rPr>
              <a:t>Cost:Income</a:t>
            </a:r>
            <a:r>
              <a:rPr lang="en-US" sz="1300" i="1" baseline="0" dirty="0">
                <a:solidFill>
                  <a:schemeClr val="tx1"/>
                </a:solidFill>
              </a:rPr>
              <a:t> Ratio: </a:t>
            </a:r>
            <a:r>
              <a:rPr lang="en-US" sz="1300" i="1" baseline="0" dirty="0" smtClean="0">
                <a:solidFill>
                  <a:schemeClr val="tx1"/>
                </a:solidFill>
              </a:rPr>
              <a:t>64%</a:t>
            </a:r>
            <a:endParaRPr lang="en-US" sz="1300" i="1" baseline="0" dirty="0">
              <a:solidFill>
                <a:schemeClr val="tx1"/>
              </a:solidFill>
            </a:endParaRPr>
          </a:p>
        </p:txBody>
      </p:sp>
      <p:sp>
        <p:nvSpPr>
          <p:cNvPr id="39946" name="Line 30"/>
          <p:cNvSpPr>
            <a:spLocks noChangeShapeType="1"/>
          </p:cNvSpPr>
          <p:nvPr/>
        </p:nvSpPr>
        <p:spPr bwMode="auto">
          <a:xfrm flipV="1">
            <a:off x="6571114" y="1976444"/>
            <a:ext cx="3709729" cy="1218"/>
          </a:xfrm>
          <a:prstGeom prst="line">
            <a:avLst/>
          </a:prstGeom>
          <a:noFill/>
          <a:ln w="9525">
            <a:solidFill>
              <a:schemeClr val="accent1"/>
            </a:solidFill>
            <a:round/>
            <a:headEnd/>
            <a:tailEnd/>
          </a:ln>
        </p:spPr>
        <p:txBody>
          <a:bodyPr lIns="88046" tIns="44022" rIns="88046" bIns="44022"/>
          <a:lstStyle/>
          <a:p>
            <a:endParaRPr lang="en-US"/>
          </a:p>
        </p:txBody>
      </p:sp>
      <p:sp>
        <p:nvSpPr>
          <p:cNvPr id="12" name="Text Box 144"/>
          <p:cNvSpPr txBox="1">
            <a:spLocks noChangeArrowheads="1"/>
          </p:cNvSpPr>
          <p:nvPr/>
        </p:nvSpPr>
        <p:spPr bwMode="auto">
          <a:xfrm>
            <a:off x="1452570" y="7045329"/>
            <a:ext cx="4916486" cy="273537"/>
          </a:xfrm>
          <a:prstGeom prst="rect">
            <a:avLst/>
          </a:prstGeom>
          <a:noFill/>
          <a:ln w="9525">
            <a:noFill/>
            <a:miter lim="800000"/>
            <a:headEnd/>
            <a:tailEnd/>
          </a:ln>
        </p:spPr>
        <p:txBody>
          <a:bodyPr wrap="square" lIns="88014" tIns="44006" rIns="88014" bIns="44006" anchor="b">
            <a:spAutoFit/>
          </a:bodyPr>
          <a:lstStyle/>
          <a:p>
            <a:pPr>
              <a:spcBef>
                <a:spcPct val="50000"/>
              </a:spcBef>
            </a:pPr>
            <a:r>
              <a:rPr lang="en-US" sz="600" baseline="0" dirty="0" smtClean="0">
                <a:solidFill>
                  <a:srgbClr val="005C87"/>
                </a:solidFill>
              </a:rPr>
              <a:t>CVA/DVA excluded from </a:t>
            </a:r>
            <a:r>
              <a:rPr lang="en-US" sz="600" baseline="0" dirty="0" err="1" smtClean="0">
                <a:solidFill>
                  <a:srgbClr val="005C87"/>
                </a:solidFill>
              </a:rPr>
              <a:t>BoA</a:t>
            </a:r>
            <a:r>
              <a:rPr lang="en-US" sz="600" baseline="0" dirty="0" smtClean="0">
                <a:solidFill>
                  <a:srgbClr val="005C87"/>
                </a:solidFill>
              </a:rPr>
              <a:t>, </a:t>
            </a:r>
            <a:r>
              <a:rPr lang="en-US" sz="600" baseline="0" dirty="0" err="1" smtClean="0">
                <a:solidFill>
                  <a:srgbClr val="005C87"/>
                </a:solidFill>
              </a:rPr>
              <a:t>Citi</a:t>
            </a:r>
            <a:r>
              <a:rPr lang="en-US" sz="600" baseline="0" dirty="0" smtClean="0">
                <a:solidFill>
                  <a:srgbClr val="005C87"/>
                </a:solidFill>
              </a:rPr>
              <a:t>, Credit Suisse, Goldman Sachs, JPMC, Morgan Stanley and UBS. No CVA/DVA disclosure available for Barclays, BNP Paribas, Deutsche Bank, RBS and </a:t>
            </a:r>
            <a:r>
              <a:rPr lang="en-US" sz="600" baseline="0" dirty="0" err="1" smtClean="0">
                <a:solidFill>
                  <a:srgbClr val="005C87"/>
                </a:solidFill>
              </a:rPr>
              <a:t>SocGen</a:t>
            </a:r>
            <a:r>
              <a:rPr lang="en-US" sz="600" baseline="0" dirty="0" smtClean="0">
                <a:solidFill>
                  <a:srgbClr val="005C87"/>
                </a:solidFill>
              </a:rPr>
              <a:t>. </a:t>
            </a:r>
          </a:p>
        </p:txBody>
      </p:sp>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1316" name="Picture 4"/>
          <p:cNvPicPr>
            <a:picLocks noChangeAspect="1" noChangeArrowheads="1"/>
          </p:cNvPicPr>
          <p:nvPr/>
        </p:nvPicPr>
        <p:blipFill>
          <a:blip r:embed="rId3" cstate="print"/>
          <a:srcRect/>
          <a:stretch>
            <a:fillRect/>
          </a:stretch>
        </p:blipFill>
        <p:spPr bwMode="auto">
          <a:xfrm>
            <a:off x="364391" y="2126528"/>
            <a:ext cx="5720909" cy="4729808"/>
          </a:xfrm>
          <a:prstGeom prst="rect">
            <a:avLst/>
          </a:prstGeom>
          <a:noFill/>
          <a:ln w="9525">
            <a:noFill/>
            <a:miter lim="800000"/>
            <a:headEnd/>
            <a:tailEnd/>
          </a:ln>
          <a:effectLst/>
        </p:spPr>
      </p:pic>
      <p:sp>
        <p:nvSpPr>
          <p:cNvPr id="56" name="Oval 55"/>
          <p:cNvSpPr/>
          <p:nvPr/>
        </p:nvSpPr>
        <p:spPr bwMode="auto">
          <a:xfrm>
            <a:off x="4722216" y="6720078"/>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0820" tIns="50425" rIns="100820" bIns="50425" numCol="1" rtlCol="0" anchor="t" anchorCtr="0" compatLnSpc="1">
            <a:prstTxWarp prst="textNoShape">
              <a:avLst/>
            </a:prstTxWarp>
          </a:bodyPr>
          <a:lstStyle/>
          <a:p>
            <a:pPr algn="ctr" defTabSz="1149901">
              <a:spcBef>
                <a:spcPct val="40000"/>
              </a:spcBef>
              <a:spcAft>
                <a:spcPct val="40000"/>
              </a:spcAft>
            </a:pPr>
            <a:endParaRPr lang="en-GB" sz="1000" baseline="0" dirty="0" smtClean="0">
              <a:solidFill>
                <a:srgbClr val="FF0000"/>
              </a:solidFill>
            </a:endParaRPr>
          </a:p>
        </p:txBody>
      </p:sp>
      <p:sp>
        <p:nvSpPr>
          <p:cNvPr id="54" name="Oval 53"/>
          <p:cNvSpPr/>
          <p:nvPr/>
        </p:nvSpPr>
        <p:spPr bwMode="auto">
          <a:xfrm>
            <a:off x="4331516" y="6720078"/>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0820" tIns="50425" rIns="100820" bIns="50425" numCol="1" rtlCol="0" anchor="t" anchorCtr="0" compatLnSpc="1">
            <a:prstTxWarp prst="textNoShape">
              <a:avLst/>
            </a:prstTxWarp>
          </a:bodyPr>
          <a:lstStyle/>
          <a:p>
            <a:pPr algn="ctr" defTabSz="1149901">
              <a:spcBef>
                <a:spcPct val="40000"/>
              </a:spcBef>
              <a:spcAft>
                <a:spcPct val="40000"/>
              </a:spcAft>
            </a:pPr>
            <a:endParaRPr lang="en-GB" sz="1000" baseline="0" dirty="0" smtClean="0">
              <a:solidFill>
                <a:srgbClr val="FF0000"/>
              </a:solidFill>
            </a:endParaRPr>
          </a:p>
        </p:txBody>
      </p:sp>
      <p:sp>
        <p:nvSpPr>
          <p:cNvPr id="51" name="Oval 50"/>
          <p:cNvSpPr/>
          <p:nvPr/>
        </p:nvSpPr>
        <p:spPr bwMode="auto">
          <a:xfrm>
            <a:off x="3982057" y="6720078"/>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0820" tIns="50425" rIns="100820" bIns="50425" numCol="1" rtlCol="0" anchor="t" anchorCtr="0" compatLnSpc="1">
            <a:prstTxWarp prst="textNoShape">
              <a:avLst/>
            </a:prstTxWarp>
          </a:bodyPr>
          <a:lstStyle/>
          <a:p>
            <a:pPr algn="ctr" defTabSz="1149901">
              <a:spcBef>
                <a:spcPct val="40000"/>
              </a:spcBef>
              <a:spcAft>
                <a:spcPct val="40000"/>
              </a:spcAft>
            </a:pPr>
            <a:endParaRPr lang="en-GB" sz="1000" baseline="0" dirty="0" smtClean="0">
              <a:solidFill>
                <a:srgbClr val="FF0000"/>
              </a:solidFill>
            </a:endParaRPr>
          </a:p>
        </p:txBody>
      </p:sp>
      <p:sp>
        <p:nvSpPr>
          <p:cNvPr id="50" name="Oval 49"/>
          <p:cNvSpPr/>
          <p:nvPr/>
        </p:nvSpPr>
        <p:spPr bwMode="auto">
          <a:xfrm>
            <a:off x="3593594" y="6720078"/>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0820" tIns="50425" rIns="100820" bIns="50425" numCol="1" rtlCol="0" anchor="t" anchorCtr="0" compatLnSpc="1">
            <a:prstTxWarp prst="textNoShape">
              <a:avLst/>
            </a:prstTxWarp>
          </a:bodyPr>
          <a:lstStyle/>
          <a:p>
            <a:pPr algn="ctr" defTabSz="1149901">
              <a:spcBef>
                <a:spcPct val="40000"/>
              </a:spcBef>
              <a:spcAft>
                <a:spcPct val="40000"/>
              </a:spcAft>
            </a:pPr>
            <a:endParaRPr lang="en-GB" sz="1000" baseline="0" dirty="0" smtClean="0">
              <a:solidFill>
                <a:srgbClr val="FF0000"/>
              </a:solidFill>
            </a:endParaRPr>
          </a:p>
        </p:txBody>
      </p:sp>
      <p:sp>
        <p:nvSpPr>
          <p:cNvPr id="49" name="Oval 48"/>
          <p:cNvSpPr/>
          <p:nvPr/>
        </p:nvSpPr>
        <p:spPr bwMode="auto">
          <a:xfrm>
            <a:off x="3223445" y="6720078"/>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0820" tIns="50425" rIns="100820" bIns="50425" numCol="1" rtlCol="0" anchor="t" anchorCtr="0" compatLnSpc="1">
            <a:prstTxWarp prst="textNoShape">
              <a:avLst/>
            </a:prstTxWarp>
          </a:bodyPr>
          <a:lstStyle/>
          <a:p>
            <a:pPr algn="ctr" defTabSz="1149901">
              <a:spcBef>
                <a:spcPct val="40000"/>
              </a:spcBef>
              <a:spcAft>
                <a:spcPct val="40000"/>
              </a:spcAft>
            </a:pPr>
            <a:endParaRPr lang="en-GB" sz="1000" baseline="0" dirty="0" smtClean="0">
              <a:solidFill>
                <a:srgbClr val="FF0000"/>
              </a:solidFill>
            </a:endParaRPr>
          </a:p>
        </p:txBody>
      </p:sp>
      <p:sp>
        <p:nvSpPr>
          <p:cNvPr id="48" name="Oval 47"/>
          <p:cNvSpPr/>
          <p:nvPr/>
        </p:nvSpPr>
        <p:spPr bwMode="auto">
          <a:xfrm>
            <a:off x="2815276" y="6720078"/>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0820" tIns="50425" rIns="100820" bIns="50425" numCol="1" rtlCol="0" anchor="t" anchorCtr="0" compatLnSpc="1">
            <a:prstTxWarp prst="textNoShape">
              <a:avLst/>
            </a:prstTxWarp>
          </a:bodyPr>
          <a:lstStyle/>
          <a:p>
            <a:pPr algn="ctr" defTabSz="1149901">
              <a:spcBef>
                <a:spcPct val="40000"/>
              </a:spcBef>
              <a:spcAft>
                <a:spcPct val="40000"/>
              </a:spcAft>
            </a:pPr>
            <a:endParaRPr lang="en-GB" sz="1000" baseline="0" dirty="0" smtClean="0">
              <a:solidFill>
                <a:srgbClr val="FF0000"/>
              </a:solidFill>
            </a:endParaRPr>
          </a:p>
        </p:txBody>
      </p:sp>
      <p:sp>
        <p:nvSpPr>
          <p:cNvPr id="47" name="Oval 46"/>
          <p:cNvSpPr/>
          <p:nvPr/>
        </p:nvSpPr>
        <p:spPr bwMode="auto">
          <a:xfrm>
            <a:off x="2377207" y="6720078"/>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0820" tIns="50425" rIns="100820" bIns="50425" numCol="1" rtlCol="0" anchor="t" anchorCtr="0" compatLnSpc="1">
            <a:prstTxWarp prst="textNoShape">
              <a:avLst/>
            </a:prstTxWarp>
          </a:bodyPr>
          <a:lstStyle/>
          <a:p>
            <a:pPr algn="ctr" defTabSz="1149901">
              <a:spcBef>
                <a:spcPct val="40000"/>
              </a:spcBef>
              <a:spcAft>
                <a:spcPct val="40000"/>
              </a:spcAft>
            </a:pPr>
            <a:endParaRPr lang="en-GB" sz="1000" baseline="0" dirty="0" smtClean="0">
              <a:solidFill>
                <a:srgbClr val="FF0000"/>
              </a:solidFill>
            </a:endParaRPr>
          </a:p>
        </p:txBody>
      </p:sp>
      <p:sp>
        <p:nvSpPr>
          <p:cNvPr id="46" name="Oval 45"/>
          <p:cNvSpPr/>
          <p:nvPr/>
        </p:nvSpPr>
        <p:spPr bwMode="auto">
          <a:xfrm>
            <a:off x="1990245" y="6720078"/>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0820" tIns="50425" rIns="100820" bIns="50425" numCol="1" rtlCol="0" anchor="t" anchorCtr="0" compatLnSpc="1">
            <a:prstTxWarp prst="textNoShape">
              <a:avLst/>
            </a:prstTxWarp>
          </a:bodyPr>
          <a:lstStyle/>
          <a:p>
            <a:pPr algn="ctr" defTabSz="1149901">
              <a:spcBef>
                <a:spcPct val="40000"/>
              </a:spcBef>
              <a:spcAft>
                <a:spcPct val="40000"/>
              </a:spcAft>
            </a:pPr>
            <a:endParaRPr lang="en-GB" sz="1000" baseline="0" dirty="0" smtClean="0">
              <a:solidFill>
                <a:schemeClr val="tx1"/>
              </a:solidFill>
            </a:endParaRPr>
          </a:p>
        </p:txBody>
      </p:sp>
      <p:sp>
        <p:nvSpPr>
          <p:cNvPr id="35" name="Oval 34"/>
          <p:cNvSpPr/>
          <p:nvPr/>
        </p:nvSpPr>
        <p:spPr bwMode="auto">
          <a:xfrm>
            <a:off x="1211236" y="6720078"/>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0820" tIns="50425" rIns="100820" bIns="50425" numCol="1" rtlCol="0" anchor="t" anchorCtr="0" compatLnSpc="1">
            <a:prstTxWarp prst="textNoShape">
              <a:avLst/>
            </a:prstTxWarp>
          </a:bodyPr>
          <a:lstStyle/>
          <a:p>
            <a:pPr algn="ctr" defTabSz="1149901">
              <a:spcBef>
                <a:spcPct val="40000"/>
              </a:spcBef>
              <a:spcAft>
                <a:spcPct val="40000"/>
              </a:spcAft>
            </a:pPr>
            <a:endParaRPr lang="en-GB" sz="1000" baseline="0" dirty="0" smtClean="0">
              <a:solidFill>
                <a:srgbClr val="FF0000"/>
              </a:solidFill>
            </a:endParaRPr>
          </a:p>
        </p:txBody>
      </p:sp>
      <p:sp>
        <p:nvSpPr>
          <p:cNvPr id="45" name="Oval 44"/>
          <p:cNvSpPr/>
          <p:nvPr/>
        </p:nvSpPr>
        <p:spPr bwMode="auto">
          <a:xfrm>
            <a:off x="1591490" y="6720078"/>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0820" tIns="50425" rIns="100820" bIns="50425" numCol="1" rtlCol="0" anchor="t" anchorCtr="0" compatLnSpc="1">
            <a:prstTxWarp prst="textNoShape">
              <a:avLst/>
            </a:prstTxWarp>
          </a:bodyPr>
          <a:lstStyle/>
          <a:p>
            <a:pPr algn="ctr" defTabSz="1149901">
              <a:spcBef>
                <a:spcPct val="40000"/>
              </a:spcBef>
              <a:spcAft>
                <a:spcPct val="40000"/>
              </a:spcAft>
            </a:pPr>
            <a:endParaRPr lang="en-GB" sz="1000" baseline="0" dirty="0" smtClean="0">
              <a:solidFill>
                <a:srgbClr val="FF0000"/>
              </a:solidFill>
            </a:endParaRPr>
          </a:p>
        </p:txBody>
      </p:sp>
      <p:sp>
        <p:nvSpPr>
          <p:cNvPr id="27" name="TextBox 26"/>
          <p:cNvSpPr txBox="1"/>
          <p:nvPr/>
        </p:nvSpPr>
        <p:spPr>
          <a:xfrm>
            <a:off x="3565764" y="6690779"/>
            <a:ext cx="482631" cy="222625"/>
          </a:xfrm>
          <a:prstGeom prst="rect">
            <a:avLst/>
          </a:prstGeom>
          <a:noFill/>
        </p:spPr>
        <p:txBody>
          <a:bodyPr wrap="square" lIns="88395" tIns="44196" rIns="88395" bIns="44196" rtlCol="0">
            <a:spAutoFit/>
          </a:bodyPr>
          <a:lstStyle/>
          <a:p>
            <a:pPr algn="ctr"/>
            <a:r>
              <a:rPr lang="en-US" sz="1300" dirty="0" smtClean="0">
                <a:solidFill>
                  <a:srgbClr val="FF0000"/>
                </a:solidFill>
              </a:rPr>
              <a:t>(17%)</a:t>
            </a:r>
            <a:endParaRPr lang="en-GB" sz="1300" dirty="0">
              <a:solidFill>
                <a:srgbClr val="FF0000"/>
              </a:solidFill>
            </a:endParaRPr>
          </a:p>
        </p:txBody>
      </p:sp>
      <p:sp>
        <p:nvSpPr>
          <p:cNvPr id="29" name="TextBox 28"/>
          <p:cNvSpPr txBox="1"/>
          <p:nvPr/>
        </p:nvSpPr>
        <p:spPr>
          <a:xfrm>
            <a:off x="3899559" y="6690779"/>
            <a:ext cx="545148" cy="222625"/>
          </a:xfrm>
          <a:prstGeom prst="rect">
            <a:avLst/>
          </a:prstGeom>
          <a:noFill/>
        </p:spPr>
        <p:txBody>
          <a:bodyPr wrap="square" lIns="88395" tIns="44196" rIns="88395" bIns="44196" rtlCol="0">
            <a:spAutoFit/>
          </a:bodyPr>
          <a:lstStyle/>
          <a:p>
            <a:pPr algn="ctr"/>
            <a:r>
              <a:rPr lang="en-US" sz="1300" dirty="0" smtClean="0">
                <a:solidFill>
                  <a:srgbClr val="FF0000"/>
                </a:solidFill>
              </a:rPr>
              <a:t>(88%)</a:t>
            </a:r>
            <a:endParaRPr lang="en-GB" sz="1300" dirty="0">
              <a:solidFill>
                <a:srgbClr val="FF0000"/>
              </a:solidFill>
            </a:endParaRPr>
          </a:p>
        </p:txBody>
      </p:sp>
      <p:sp>
        <p:nvSpPr>
          <p:cNvPr id="30" name="TextBox 29"/>
          <p:cNvSpPr txBox="1"/>
          <p:nvPr/>
        </p:nvSpPr>
        <p:spPr>
          <a:xfrm>
            <a:off x="4214520" y="6690779"/>
            <a:ext cx="605162" cy="222625"/>
          </a:xfrm>
          <a:prstGeom prst="rect">
            <a:avLst/>
          </a:prstGeom>
          <a:noFill/>
        </p:spPr>
        <p:txBody>
          <a:bodyPr wrap="square" lIns="88395" tIns="44196" rIns="88395" bIns="44196" rtlCol="0">
            <a:spAutoFit/>
          </a:bodyPr>
          <a:lstStyle/>
          <a:p>
            <a:pPr algn="ctr"/>
            <a:r>
              <a:rPr lang="en-US" sz="1300" dirty="0" smtClean="0">
                <a:solidFill>
                  <a:schemeClr val="tx1"/>
                </a:solidFill>
              </a:rPr>
              <a:t>+116%</a:t>
            </a:r>
            <a:endParaRPr lang="en-GB" sz="1300" dirty="0">
              <a:solidFill>
                <a:schemeClr val="tx1"/>
              </a:solidFill>
            </a:endParaRPr>
          </a:p>
        </p:txBody>
      </p:sp>
      <p:sp>
        <p:nvSpPr>
          <p:cNvPr id="42" name="TextBox 41"/>
          <p:cNvSpPr txBox="1"/>
          <p:nvPr/>
        </p:nvSpPr>
        <p:spPr>
          <a:xfrm>
            <a:off x="3088523" y="6690779"/>
            <a:ext cx="625073" cy="222625"/>
          </a:xfrm>
          <a:prstGeom prst="rect">
            <a:avLst/>
          </a:prstGeom>
          <a:noFill/>
        </p:spPr>
        <p:txBody>
          <a:bodyPr wrap="square" lIns="88395" tIns="44196" rIns="88395" bIns="44196" rtlCol="0">
            <a:spAutoFit/>
          </a:bodyPr>
          <a:lstStyle/>
          <a:p>
            <a:pPr algn="ctr"/>
            <a:r>
              <a:rPr lang="en-US" sz="1300" dirty="0" smtClean="0">
                <a:solidFill>
                  <a:srgbClr val="FF0000"/>
                </a:solidFill>
              </a:rPr>
              <a:t>(149%)</a:t>
            </a:r>
            <a:endParaRPr lang="en-GB" sz="1300" dirty="0">
              <a:solidFill>
                <a:srgbClr val="FF0000"/>
              </a:solidFill>
            </a:endParaRPr>
          </a:p>
        </p:txBody>
      </p:sp>
      <p:sp>
        <p:nvSpPr>
          <p:cNvPr id="23" name="TextBox 22"/>
          <p:cNvSpPr txBox="1"/>
          <p:nvPr/>
        </p:nvSpPr>
        <p:spPr>
          <a:xfrm>
            <a:off x="1103447" y="6690779"/>
            <a:ext cx="605162" cy="222625"/>
          </a:xfrm>
          <a:prstGeom prst="rect">
            <a:avLst/>
          </a:prstGeom>
          <a:noFill/>
        </p:spPr>
        <p:txBody>
          <a:bodyPr wrap="square" lIns="88395" tIns="44196" rIns="88395" bIns="44196" rtlCol="0">
            <a:spAutoFit/>
          </a:bodyPr>
          <a:lstStyle/>
          <a:p>
            <a:pPr algn="ctr"/>
            <a:r>
              <a:rPr lang="en-US" sz="1300" dirty="0" smtClean="0">
                <a:solidFill>
                  <a:srgbClr val="FF0000"/>
                </a:solidFill>
              </a:rPr>
              <a:t>(2%)</a:t>
            </a:r>
            <a:endParaRPr lang="en-GB" sz="1300" dirty="0">
              <a:solidFill>
                <a:srgbClr val="FF0000"/>
              </a:solidFill>
            </a:endParaRPr>
          </a:p>
        </p:txBody>
      </p:sp>
      <p:sp>
        <p:nvSpPr>
          <p:cNvPr id="25" name="TextBox 24"/>
          <p:cNvSpPr txBox="1"/>
          <p:nvPr/>
        </p:nvSpPr>
        <p:spPr>
          <a:xfrm>
            <a:off x="1960440" y="6690779"/>
            <a:ext cx="420114" cy="222625"/>
          </a:xfrm>
          <a:prstGeom prst="rect">
            <a:avLst/>
          </a:prstGeom>
          <a:noFill/>
        </p:spPr>
        <p:txBody>
          <a:bodyPr wrap="square" lIns="88395" tIns="44196" rIns="88395" bIns="44196" rtlCol="0">
            <a:spAutoFit/>
          </a:bodyPr>
          <a:lstStyle/>
          <a:p>
            <a:pPr algn="ctr"/>
            <a:r>
              <a:rPr lang="en-US" sz="1300" dirty="0" smtClean="0">
                <a:solidFill>
                  <a:schemeClr val="tx1"/>
                </a:solidFill>
              </a:rPr>
              <a:t>+1%</a:t>
            </a:r>
            <a:endParaRPr lang="en-GB" sz="1300" dirty="0">
              <a:solidFill>
                <a:schemeClr val="tx1"/>
              </a:solidFill>
            </a:endParaRPr>
          </a:p>
        </p:txBody>
      </p:sp>
      <p:sp>
        <p:nvSpPr>
          <p:cNvPr id="26" name="TextBox 25"/>
          <p:cNvSpPr txBox="1"/>
          <p:nvPr/>
        </p:nvSpPr>
        <p:spPr>
          <a:xfrm>
            <a:off x="2300217" y="6690779"/>
            <a:ext cx="545148" cy="222625"/>
          </a:xfrm>
          <a:prstGeom prst="rect">
            <a:avLst/>
          </a:prstGeom>
          <a:noFill/>
        </p:spPr>
        <p:txBody>
          <a:bodyPr wrap="square" lIns="88395" tIns="44196" rIns="88395" bIns="44196" rtlCol="0">
            <a:spAutoFit/>
          </a:bodyPr>
          <a:lstStyle/>
          <a:p>
            <a:pPr algn="ctr"/>
            <a:r>
              <a:rPr lang="en-US" sz="1300" dirty="0" smtClean="0">
                <a:solidFill>
                  <a:srgbClr val="FF0000"/>
                </a:solidFill>
              </a:rPr>
              <a:t>(31%)</a:t>
            </a:r>
            <a:endParaRPr lang="en-GB" sz="1300" dirty="0">
              <a:solidFill>
                <a:srgbClr val="FF0000"/>
              </a:solidFill>
            </a:endParaRPr>
          </a:p>
        </p:txBody>
      </p:sp>
      <p:sp>
        <p:nvSpPr>
          <p:cNvPr id="38" name="TextBox 37"/>
          <p:cNvSpPr txBox="1"/>
          <p:nvPr/>
        </p:nvSpPr>
        <p:spPr>
          <a:xfrm>
            <a:off x="2770252" y="6690779"/>
            <a:ext cx="482631" cy="222625"/>
          </a:xfrm>
          <a:prstGeom prst="rect">
            <a:avLst/>
          </a:prstGeom>
          <a:noFill/>
        </p:spPr>
        <p:txBody>
          <a:bodyPr wrap="square" lIns="88395" tIns="44196" rIns="88395" bIns="44196" rtlCol="0">
            <a:spAutoFit/>
          </a:bodyPr>
          <a:lstStyle/>
          <a:p>
            <a:pPr algn="ctr"/>
            <a:r>
              <a:rPr lang="en-US" sz="1300" dirty="0" smtClean="0">
                <a:solidFill>
                  <a:srgbClr val="FF0000"/>
                </a:solidFill>
              </a:rPr>
              <a:t>n/m</a:t>
            </a:r>
            <a:endParaRPr lang="en-GB" sz="1300" dirty="0">
              <a:solidFill>
                <a:srgbClr val="FF0000"/>
              </a:solidFill>
            </a:endParaRPr>
          </a:p>
        </p:txBody>
      </p:sp>
      <p:sp>
        <p:nvSpPr>
          <p:cNvPr id="24" name="TextBox 23"/>
          <p:cNvSpPr txBox="1"/>
          <p:nvPr/>
        </p:nvSpPr>
        <p:spPr>
          <a:xfrm>
            <a:off x="1568402" y="6690779"/>
            <a:ext cx="420114" cy="222625"/>
          </a:xfrm>
          <a:prstGeom prst="rect">
            <a:avLst/>
          </a:prstGeom>
          <a:noFill/>
        </p:spPr>
        <p:txBody>
          <a:bodyPr wrap="square" lIns="88395" tIns="44196" rIns="88395" bIns="44196" rtlCol="0">
            <a:spAutoFit/>
          </a:bodyPr>
          <a:lstStyle/>
          <a:p>
            <a:pPr algn="ctr"/>
            <a:r>
              <a:rPr lang="en-US" sz="1300" dirty="0" smtClean="0">
                <a:solidFill>
                  <a:srgbClr val="FF0000"/>
                </a:solidFill>
              </a:rPr>
              <a:t>(7%)</a:t>
            </a:r>
            <a:endParaRPr lang="en-GB" sz="1300" dirty="0">
              <a:solidFill>
                <a:srgbClr val="FF0000"/>
              </a:solidFill>
            </a:endParaRPr>
          </a:p>
        </p:txBody>
      </p:sp>
      <p:sp>
        <p:nvSpPr>
          <p:cNvPr id="44035" name="Rectangle 14"/>
          <p:cNvSpPr>
            <a:spLocks noGrp="1" noChangeArrowheads="1"/>
          </p:cNvSpPr>
          <p:nvPr>
            <p:ph type="title" idx="4294967295"/>
          </p:nvPr>
        </p:nvSpPr>
        <p:spPr>
          <a:xfrm>
            <a:off x="412751" y="368300"/>
            <a:ext cx="10039348" cy="587375"/>
          </a:xfrm>
        </p:spPr>
        <p:txBody>
          <a:bodyPr/>
          <a:lstStyle/>
          <a:p>
            <a:pPr eaLnBrk="1" hangingPunct="1"/>
            <a:r>
              <a:rPr lang="en-GB" sz="2200" dirty="0" smtClean="0"/>
              <a:t>WB Equivalent impairments rose across the peer group driven by increased specific provisions and reduced releases compared to FY’11</a:t>
            </a:r>
          </a:p>
        </p:txBody>
      </p:sp>
      <p:sp>
        <p:nvSpPr>
          <p:cNvPr id="44037" name="Line 31"/>
          <p:cNvSpPr>
            <a:spLocks noChangeShapeType="1"/>
          </p:cNvSpPr>
          <p:nvPr/>
        </p:nvSpPr>
        <p:spPr bwMode="auto">
          <a:xfrm>
            <a:off x="374710" y="1974906"/>
            <a:ext cx="5683249" cy="11113"/>
          </a:xfrm>
          <a:prstGeom prst="line">
            <a:avLst/>
          </a:prstGeom>
          <a:noFill/>
          <a:ln w="9525">
            <a:solidFill>
              <a:schemeClr val="accent1"/>
            </a:solidFill>
            <a:round/>
            <a:headEnd/>
            <a:tailEnd/>
          </a:ln>
        </p:spPr>
        <p:txBody>
          <a:bodyPr lIns="88046" tIns="44022" rIns="88046" bIns="44022"/>
          <a:lstStyle/>
          <a:p>
            <a:endParaRPr lang="en-US"/>
          </a:p>
        </p:txBody>
      </p:sp>
      <p:sp>
        <p:nvSpPr>
          <p:cNvPr id="44038" name="Rectangle 3"/>
          <p:cNvSpPr>
            <a:spLocks noChangeArrowheads="1"/>
          </p:cNvSpPr>
          <p:nvPr/>
        </p:nvSpPr>
        <p:spPr bwMode="auto">
          <a:xfrm>
            <a:off x="6386573" y="2096313"/>
            <a:ext cx="4086225" cy="4907756"/>
          </a:xfrm>
          <a:prstGeom prst="rect">
            <a:avLst/>
          </a:prstGeom>
          <a:noFill/>
          <a:ln w="9525">
            <a:noFill/>
            <a:miter lim="800000"/>
            <a:headEnd/>
            <a:tailEnd/>
          </a:ln>
        </p:spPr>
        <p:txBody>
          <a:bodyPr lIns="0" tIns="0" rIns="0" bIns="0"/>
          <a:lstStyle/>
          <a:p>
            <a:pPr marL="293555" lvl="1" indent="-292025" defTabSz="1004522">
              <a:spcBef>
                <a:spcPct val="30000"/>
              </a:spcBef>
              <a:spcAft>
                <a:spcPct val="20000"/>
              </a:spcAft>
              <a:buClr>
                <a:schemeClr val="accent1"/>
              </a:buClr>
              <a:buSzPct val="110000"/>
              <a:buFont typeface="Wingdings" pitchFamily="2" charset="2"/>
              <a:buChar char="§"/>
            </a:pPr>
            <a:r>
              <a:rPr lang="en-US" sz="1400" baseline="0" dirty="0" smtClean="0">
                <a:solidFill>
                  <a:schemeClr val="tx1"/>
                </a:solidFill>
              </a:rPr>
              <a:t>The majority of the peer group reported a FY’12 YoY increase in WB Equivalent impairments, driven by increases in specific provisions and lower releases than in 2011.</a:t>
            </a:r>
          </a:p>
          <a:p>
            <a:pPr marL="293555" lvl="1" indent="-292025" defTabSz="1004522">
              <a:spcBef>
                <a:spcPct val="30000"/>
              </a:spcBef>
              <a:spcAft>
                <a:spcPct val="20000"/>
              </a:spcAft>
              <a:buClr>
                <a:schemeClr val="accent1"/>
              </a:buClr>
              <a:buSzPct val="110000"/>
              <a:buFont typeface="Wingdings" pitchFamily="2" charset="2"/>
              <a:buChar char="§"/>
            </a:pPr>
            <a:r>
              <a:rPr lang="en-US" sz="1400" baseline="0" dirty="0" smtClean="0">
                <a:solidFill>
                  <a:schemeClr val="tx1"/>
                </a:solidFill>
              </a:rPr>
              <a:t>HSBC continued to report the highest level of impairments ($2.8bn, up +2% YoY) driven by individual charges, as well as an increase in impairment charges in the Bank’s legacy credit business. </a:t>
            </a:r>
          </a:p>
          <a:p>
            <a:pPr marL="293555" lvl="1" indent="-292025" defTabSz="1004522">
              <a:spcBef>
                <a:spcPct val="30000"/>
              </a:spcBef>
              <a:spcAft>
                <a:spcPct val="20000"/>
              </a:spcAft>
              <a:buClr>
                <a:schemeClr val="accent1"/>
              </a:buClr>
              <a:buSzPct val="110000"/>
              <a:buFont typeface="Wingdings" pitchFamily="2" charset="2"/>
              <a:buChar char="§"/>
            </a:pPr>
            <a:r>
              <a:rPr lang="en-US" sz="1400" baseline="0" dirty="0" smtClean="0">
                <a:solidFill>
                  <a:schemeClr val="tx1"/>
                </a:solidFill>
              </a:rPr>
              <a:t>Barclays’ impairments rose +7% YoY to $2.1bn driven by legacy CDO assets, higher losses on single name exposures and release of provisions from FY’11 not repeated in FY’12.</a:t>
            </a:r>
          </a:p>
          <a:p>
            <a:pPr marL="293555" lvl="1" indent="-292025" defTabSz="1004522">
              <a:spcBef>
                <a:spcPct val="30000"/>
              </a:spcBef>
              <a:spcAft>
                <a:spcPct val="20000"/>
              </a:spcAft>
              <a:buClr>
                <a:schemeClr val="accent1"/>
              </a:buClr>
              <a:buSzPct val="110000"/>
              <a:buFont typeface="Wingdings" pitchFamily="2" charset="2"/>
              <a:buChar char="§"/>
            </a:pPr>
            <a:r>
              <a:rPr lang="en-US" sz="1400" baseline="0" dirty="0" smtClean="0">
                <a:solidFill>
                  <a:schemeClr val="tx1"/>
                </a:solidFill>
              </a:rPr>
              <a:t>BNPP impairments rose $528m compared to FY’11 when it was particularly low due to substantial write backs. </a:t>
            </a:r>
          </a:p>
          <a:p>
            <a:pPr marL="293555" lvl="1" indent="-292025" defTabSz="1004522">
              <a:spcBef>
                <a:spcPct val="30000"/>
              </a:spcBef>
              <a:spcAft>
                <a:spcPct val="20000"/>
              </a:spcAft>
              <a:buClr>
                <a:schemeClr val="accent1"/>
              </a:buClr>
              <a:buSzPct val="110000"/>
              <a:buFont typeface="Wingdings" pitchFamily="2" charset="2"/>
              <a:buChar char="§"/>
            </a:pPr>
            <a:r>
              <a:rPr lang="en-US" sz="1400" baseline="0" dirty="0" smtClean="0">
                <a:solidFill>
                  <a:schemeClr val="tx1"/>
                </a:solidFill>
              </a:rPr>
              <a:t>JPMC reported a credit cost benefit of $445m driven by recoveries and a reduction in the allowance for credit losses on restructured NPLs.</a:t>
            </a:r>
            <a:endParaRPr lang="en-US" sz="1300" baseline="0" dirty="0" smtClean="0">
              <a:solidFill>
                <a:schemeClr val="tx1"/>
              </a:solidFill>
            </a:endParaRPr>
          </a:p>
        </p:txBody>
      </p:sp>
      <p:sp>
        <p:nvSpPr>
          <p:cNvPr id="44039" name="Rectangle 39"/>
          <p:cNvSpPr>
            <a:spLocks noChangeArrowheads="1"/>
          </p:cNvSpPr>
          <p:nvPr/>
        </p:nvSpPr>
        <p:spPr bwMode="auto">
          <a:xfrm>
            <a:off x="6464300" y="1395414"/>
            <a:ext cx="3322638" cy="468312"/>
          </a:xfrm>
          <a:prstGeom prst="rect">
            <a:avLst/>
          </a:prstGeom>
          <a:noFill/>
          <a:ln w="9525">
            <a:noFill/>
            <a:miter lim="800000"/>
            <a:headEnd/>
            <a:tailEnd/>
          </a:ln>
        </p:spPr>
        <p:txBody>
          <a:bodyPr lIns="0" tIns="0" rIns="0" bIns="0"/>
          <a:lstStyle/>
          <a:p>
            <a:pPr defTabSz="1004522">
              <a:spcBef>
                <a:spcPct val="40000"/>
              </a:spcBef>
              <a:spcAft>
                <a:spcPct val="20000"/>
              </a:spcAft>
              <a:buClr>
                <a:srgbClr val="005C87"/>
              </a:buClr>
            </a:pPr>
            <a:r>
              <a:rPr lang="en-AU" sz="1300" b="1" baseline="0" dirty="0" smtClean="0">
                <a:solidFill>
                  <a:srgbClr val="005C87"/>
                </a:solidFill>
              </a:rPr>
              <a:t>Highlights</a:t>
            </a:r>
            <a:endParaRPr lang="en-AU" sz="1300" baseline="0" dirty="0">
              <a:solidFill>
                <a:srgbClr val="005C87"/>
              </a:solidFill>
            </a:endParaRPr>
          </a:p>
        </p:txBody>
      </p:sp>
      <p:sp>
        <p:nvSpPr>
          <p:cNvPr id="44047" name="Line 30"/>
          <p:cNvSpPr>
            <a:spLocks noChangeShapeType="1"/>
          </p:cNvSpPr>
          <p:nvPr/>
        </p:nvSpPr>
        <p:spPr bwMode="auto">
          <a:xfrm>
            <a:off x="6415089" y="1957445"/>
            <a:ext cx="3865564" cy="19049"/>
          </a:xfrm>
          <a:prstGeom prst="line">
            <a:avLst/>
          </a:prstGeom>
          <a:noFill/>
          <a:ln w="9525">
            <a:solidFill>
              <a:schemeClr val="accent1"/>
            </a:solidFill>
            <a:round/>
            <a:headEnd/>
            <a:tailEnd/>
          </a:ln>
        </p:spPr>
        <p:txBody>
          <a:bodyPr lIns="88046" tIns="44022" rIns="88046" bIns="44022"/>
          <a:lstStyle/>
          <a:p>
            <a:endParaRPr lang="en-US"/>
          </a:p>
        </p:txBody>
      </p:sp>
      <p:sp>
        <p:nvSpPr>
          <p:cNvPr id="18" name="Text Box 144"/>
          <p:cNvSpPr txBox="1">
            <a:spLocks noChangeArrowheads="1"/>
          </p:cNvSpPr>
          <p:nvPr/>
        </p:nvSpPr>
        <p:spPr bwMode="auto">
          <a:xfrm>
            <a:off x="1452566" y="7044204"/>
            <a:ext cx="5468937" cy="319704"/>
          </a:xfrm>
          <a:prstGeom prst="rect">
            <a:avLst/>
          </a:prstGeom>
          <a:noFill/>
          <a:ln w="9525">
            <a:noFill/>
            <a:miter lim="800000"/>
            <a:headEnd/>
            <a:tailEnd/>
          </a:ln>
        </p:spPr>
        <p:txBody>
          <a:bodyPr wrap="square" lIns="88014" tIns="44006" rIns="88014" bIns="44006" anchor="b">
            <a:spAutoFit/>
          </a:bodyPr>
          <a:lstStyle/>
          <a:p>
            <a:pPr>
              <a:spcBef>
                <a:spcPct val="50000"/>
              </a:spcBef>
            </a:pPr>
            <a:r>
              <a:rPr lang="en-GB" sz="600" baseline="0" dirty="0" smtClean="0"/>
              <a:t>Sources: Company reports, WB Performance Management Analysis. </a:t>
            </a:r>
          </a:p>
          <a:p>
            <a:pPr>
              <a:spcBef>
                <a:spcPct val="50000"/>
              </a:spcBef>
            </a:pPr>
            <a:r>
              <a:rPr lang="en-US" sz="600" baseline="0" dirty="0" smtClean="0"/>
              <a:t>Note: Goldman Sachs and Morgan Stanley excluded from analysis as no impairments reported. </a:t>
            </a:r>
            <a:endParaRPr lang="en-GB" sz="600" baseline="0" dirty="0"/>
          </a:p>
        </p:txBody>
      </p:sp>
      <p:sp>
        <p:nvSpPr>
          <p:cNvPr id="21" name="Rectangle 39"/>
          <p:cNvSpPr>
            <a:spLocks noChangeArrowheads="1"/>
          </p:cNvSpPr>
          <p:nvPr/>
        </p:nvSpPr>
        <p:spPr bwMode="auto">
          <a:xfrm>
            <a:off x="457232" y="1395413"/>
            <a:ext cx="5216498" cy="468312"/>
          </a:xfrm>
          <a:prstGeom prst="rect">
            <a:avLst/>
          </a:prstGeom>
          <a:noFill/>
          <a:ln w="9525">
            <a:noFill/>
            <a:miter lim="800000"/>
            <a:headEnd/>
            <a:tailEnd/>
          </a:ln>
        </p:spPr>
        <p:txBody>
          <a:bodyPr lIns="0" tIns="0" rIns="0" bIns="0"/>
          <a:lstStyle/>
          <a:p>
            <a:pPr defTabSz="1004522">
              <a:spcBef>
                <a:spcPct val="40000"/>
              </a:spcBef>
              <a:spcAft>
                <a:spcPct val="20000"/>
              </a:spcAft>
              <a:buClr>
                <a:srgbClr val="005C87"/>
              </a:buClr>
            </a:pPr>
            <a:r>
              <a:rPr lang="en-AU" sz="1300" b="1" baseline="0" dirty="0" smtClean="0">
                <a:solidFill>
                  <a:srgbClr val="005C87"/>
                </a:solidFill>
              </a:rPr>
              <a:t>WB-Equivalent Impairments charges: FY’11 and FY’12 </a:t>
            </a:r>
            <a:endParaRPr lang="en-AU" sz="1300" b="1" baseline="0" dirty="0">
              <a:solidFill>
                <a:srgbClr val="005C87"/>
              </a:solidFill>
            </a:endParaRPr>
          </a:p>
          <a:p>
            <a:pPr defTabSz="1004522">
              <a:spcBef>
                <a:spcPct val="40000"/>
              </a:spcBef>
              <a:spcAft>
                <a:spcPct val="20000"/>
              </a:spcAft>
              <a:buClr>
                <a:srgbClr val="005C87"/>
              </a:buClr>
            </a:pPr>
            <a:r>
              <a:rPr lang="en-AU" sz="1300" baseline="0" dirty="0" smtClean="0">
                <a:solidFill>
                  <a:srgbClr val="005C87"/>
                </a:solidFill>
              </a:rPr>
              <a:t>($m, %)</a:t>
            </a:r>
            <a:endParaRPr lang="en-AU" sz="1300" baseline="0" dirty="0">
              <a:solidFill>
                <a:srgbClr val="005C87"/>
              </a:solidFill>
            </a:endParaRPr>
          </a:p>
        </p:txBody>
      </p:sp>
      <p:sp>
        <p:nvSpPr>
          <p:cNvPr id="34" name="TextBox 33"/>
          <p:cNvSpPr txBox="1"/>
          <p:nvPr/>
        </p:nvSpPr>
        <p:spPr>
          <a:xfrm>
            <a:off x="238759" y="6586805"/>
            <a:ext cx="963603" cy="355995"/>
          </a:xfrm>
          <a:prstGeom prst="rect">
            <a:avLst/>
          </a:prstGeom>
          <a:noFill/>
        </p:spPr>
        <p:txBody>
          <a:bodyPr wrap="none" lIns="88395" tIns="44196" rIns="88395" bIns="44196" rtlCol="0">
            <a:spAutoFit/>
          </a:bodyPr>
          <a:lstStyle/>
          <a:p>
            <a:pPr algn="ctr"/>
            <a:r>
              <a:rPr lang="en-US" sz="1300" dirty="0" smtClean="0"/>
              <a:t>FY’12  </a:t>
            </a:r>
            <a:r>
              <a:rPr lang="en-US" sz="1300" dirty="0" err="1" smtClean="0"/>
              <a:t>YoY</a:t>
            </a:r>
            <a:r>
              <a:rPr lang="en-US" sz="1300" dirty="0" smtClean="0"/>
              <a:t> </a:t>
            </a:r>
          </a:p>
          <a:p>
            <a:pPr algn="ctr"/>
            <a:r>
              <a:rPr lang="en-US" sz="1300" dirty="0" smtClean="0"/>
              <a:t>+Better/</a:t>
            </a:r>
            <a:r>
              <a:rPr lang="en-US" sz="1300" dirty="0" smtClean="0">
                <a:solidFill>
                  <a:srgbClr val="FF0000"/>
                </a:solidFill>
              </a:rPr>
              <a:t>(Worse)</a:t>
            </a:r>
            <a:endParaRPr lang="en-GB" sz="1300" dirty="0">
              <a:solidFill>
                <a:srgbClr val="FF0000"/>
              </a:solidFill>
            </a:endParaRPr>
          </a:p>
        </p:txBody>
      </p:sp>
      <p:sp>
        <p:nvSpPr>
          <p:cNvPr id="70" name="TextBox 69"/>
          <p:cNvSpPr txBox="1"/>
          <p:nvPr/>
        </p:nvSpPr>
        <p:spPr>
          <a:xfrm>
            <a:off x="241398" y="2075685"/>
            <a:ext cx="1007269" cy="355995"/>
          </a:xfrm>
          <a:prstGeom prst="rect">
            <a:avLst/>
          </a:prstGeom>
          <a:noFill/>
        </p:spPr>
        <p:txBody>
          <a:bodyPr wrap="none" lIns="88395" tIns="44196" rIns="88395" bIns="44196" rtlCol="0">
            <a:spAutoFit/>
          </a:bodyPr>
          <a:lstStyle/>
          <a:p>
            <a:r>
              <a:rPr lang="en-US" sz="1300" dirty="0" smtClean="0">
                <a:solidFill>
                  <a:schemeClr val="tx1"/>
                </a:solidFill>
              </a:rPr>
              <a:t>% of WB Income</a:t>
            </a:r>
          </a:p>
          <a:p>
            <a:r>
              <a:rPr lang="en-US" sz="1300" dirty="0" smtClean="0">
                <a:solidFill>
                  <a:schemeClr val="tx1"/>
                </a:solidFill>
              </a:rPr>
              <a:t>ex-CVA/DVA</a:t>
            </a:r>
            <a:endParaRPr lang="en-GB" sz="1300" dirty="0">
              <a:solidFill>
                <a:schemeClr val="tx1"/>
              </a:solidFill>
            </a:endParaRPr>
          </a:p>
        </p:txBody>
      </p:sp>
      <p:sp>
        <p:nvSpPr>
          <p:cNvPr id="55" name="Oval 54"/>
          <p:cNvSpPr/>
          <p:nvPr/>
        </p:nvSpPr>
        <p:spPr bwMode="auto">
          <a:xfrm>
            <a:off x="5134230" y="6720078"/>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0820" tIns="50425" rIns="100820" bIns="50425" numCol="1" rtlCol="0" anchor="t" anchorCtr="0" compatLnSpc="1">
            <a:prstTxWarp prst="textNoShape">
              <a:avLst/>
            </a:prstTxWarp>
          </a:bodyPr>
          <a:lstStyle/>
          <a:p>
            <a:pPr algn="ctr" defTabSz="1149901">
              <a:spcBef>
                <a:spcPct val="40000"/>
              </a:spcBef>
              <a:spcAft>
                <a:spcPct val="40000"/>
              </a:spcAft>
            </a:pPr>
            <a:endParaRPr lang="en-GB" sz="1000" baseline="0" dirty="0" smtClean="0">
              <a:solidFill>
                <a:srgbClr val="FF0000"/>
              </a:solidFill>
            </a:endParaRPr>
          </a:p>
        </p:txBody>
      </p:sp>
      <p:sp>
        <p:nvSpPr>
          <p:cNvPr id="64" name="Oval 63"/>
          <p:cNvSpPr/>
          <p:nvPr/>
        </p:nvSpPr>
        <p:spPr bwMode="auto">
          <a:xfrm>
            <a:off x="5551514" y="6720078"/>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0820" tIns="50425" rIns="100820" bIns="50425" numCol="1" rtlCol="0" anchor="t" anchorCtr="0" compatLnSpc="1">
            <a:prstTxWarp prst="textNoShape">
              <a:avLst/>
            </a:prstTxWarp>
          </a:bodyPr>
          <a:lstStyle/>
          <a:p>
            <a:pPr algn="ctr" defTabSz="1149901">
              <a:spcBef>
                <a:spcPct val="40000"/>
              </a:spcBef>
              <a:spcAft>
                <a:spcPct val="40000"/>
              </a:spcAft>
            </a:pPr>
            <a:endParaRPr lang="en-GB" sz="1000" baseline="0" dirty="0" smtClean="0">
              <a:solidFill>
                <a:srgbClr val="FF0000"/>
              </a:solidFill>
            </a:endParaRPr>
          </a:p>
        </p:txBody>
      </p:sp>
      <p:sp>
        <p:nvSpPr>
          <p:cNvPr id="71" name="TextBox 70"/>
          <p:cNvSpPr txBox="1"/>
          <p:nvPr/>
        </p:nvSpPr>
        <p:spPr>
          <a:xfrm>
            <a:off x="4627338" y="6690779"/>
            <a:ext cx="605162" cy="222625"/>
          </a:xfrm>
          <a:prstGeom prst="rect">
            <a:avLst/>
          </a:prstGeom>
          <a:noFill/>
        </p:spPr>
        <p:txBody>
          <a:bodyPr wrap="square" lIns="88395" tIns="44196" rIns="88395" bIns="44196" rtlCol="0">
            <a:spAutoFit/>
          </a:bodyPr>
          <a:lstStyle/>
          <a:p>
            <a:pPr algn="ctr"/>
            <a:r>
              <a:rPr lang="en-US" sz="1300" dirty="0" smtClean="0">
                <a:solidFill>
                  <a:srgbClr val="FF0000"/>
                </a:solidFill>
              </a:rPr>
              <a:t>n/m</a:t>
            </a:r>
            <a:endParaRPr lang="en-GB" sz="1300" dirty="0">
              <a:solidFill>
                <a:srgbClr val="FF0000"/>
              </a:solidFill>
            </a:endParaRPr>
          </a:p>
        </p:txBody>
      </p:sp>
      <p:sp>
        <p:nvSpPr>
          <p:cNvPr id="72" name="TextBox 71"/>
          <p:cNvSpPr txBox="1"/>
          <p:nvPr/>
        </p:nvSpPr>
        <p:spPr>
          <a:xfrm>
            <a:off x="5013229" y="6690779"/>
            <a:ext cx="658060" cy="222625"/>
          </a:xfrm>
          <a:prstGeom prst="rect">
            <a:avLst/>
          </a:prstGeom>
          <a:noFill/>
        </p:spPr>
        <p:txBody>
          <a:bodyPr wrap="square" lIns="88395" tIns="44196" rIns="88395" bIns="44196" rtlCol="0">
            <a:spAutoFit/>
          </a:bodyPr>
          <a:lstStyle/>
          <a:p>
            <a:pPr algn="ctr"/>
            <a:r>
              <a:rPr lang="en-US" sz="1300" dirty="0" smtClean="0">
                <a:solidFill>
                  <a:srgbClr val="FF0000"/>
                </a:solidFill>
              </a:rPr>
              <a:t>(91%)</a:t>
            </a:r>
            <a:endParaRPr lang="en-GB" sz="1300" dirty="0">
              <a:solidFill>
                <a:srgbClr val="FF0000"/>
              </a:solidFill>
            </a:endParaRPr>
          </a:p>
        </p:txBody>
      </p:sp>
      <p:sp>
        <p:nvSpPr>
          <p:cNvPr id="73" name="TextBox 72"/>
          <p:cNvSpPr txBox="1"/>
          <p:nvPr/>
        </p:nvSpPr>
        <p:spPr>
          <a:xfrm>
            <a:off x="5448196" y="6690779"/>
            <a:ext cx="605162" cy="222625"/>
          </a:xfrm>
          <a:prstGeom prst="rect">
            <a:avLst/>
          </a:prstGeom>
          <a:noFill/>
        </p:spPr>
        <p:txBody>
          <a:bodyPr wrap="square" lIns="88395" tIns="44196" rIns="88395" bIns="44196" rtlCol="0">
            <a:spAutoFit/>
          </a:bodyPr>
          <a:lstStyle/>
          <a:p>
            <a:pPr algn="ctr"/>
            <a:r>
              <a:rPr lang="en-US" sz="1300" dirty="0" smtClean="0">
                <a:solidFill>
                  <a:srgbClr val="FF0000"/>
                </a:solidFill>
              </a:rPr>
              <a:t>n/m</a:t>
            </a:r>
            <a:endParaRPr lang="en-GB" sz="1300" dirty="0">
              <a:solidFill>
                <a:srgbClr val="FF0000"/>
              </a:solidFill>
            </a:endParaRPr>
          </a:p>
        </p:txBody>
      </p:sp>
      <p:sp>
        <p:nvSpPr>
          <p:cNvPr id="118" name="Oval 117"/>
          <p:cNvSpPr/>
          <p:nvPr/>
        </p:nvSpPr>
        <p:spPr bwMode="auto">
          <a:xfrm>
            <a:off x="4722216" y="2196502"/>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0820" tIns="50425" rIns="100820" bIns="50425" numCol="1" rtlCol="0" anchor="t" anchorCtr="0" compatLnSpc="1">
            <a:prstTxWarp prst="textNoShape">
              <a:avLst/>
            </a:prstTxWarp>
          </a:bodyPr>
          <a:lstStyle/>
          <a:p>
            <a:pPr defTabSz="1149901">
              <a:spcBef>
                <a:spcPct val="40000"/>
              </a:spcBef>
              <a:spcAft>
                <a:spcPct val="40000"/>
              </a:spcAft>
            </a:pPr>
            <a:endParaRPr lang="en-GB" sz="1000" baseline="0" dirty="0" smtClean="0">
              <a:solidFill>
                <a:srgbClr val="FF0000"/>
              </a:solidFill>
            </a:endParaRPr>
          </a:p>
        </p:txBody>
      </p:sp>
      <p:sp>
        <p:nvSpPr>
          <p:cNvPr id="119" name="Oval 118"/>
          <p:cNvSpPr/>
          <p:nvPr/>
        </p:nvSpPr>
        <p:spPr bwMode="auto">
          <a:xfrm>
            <a:off x="4331516" y="2196502"/>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0820" tIns="50425" rIns="100820" bIns="50425" numCol="1" rtlCol="0" anchor="t" anchorCtr="0" compatLnSpc="1">
            <a:prstTxWarp prst="textNoShape">
              <a:avLst/>
            </a:prstTxWarp>
          </a:bodyPr>
          <a:lstStyle/>
          <a:p>
            <a:pPr defTabSz="1149901">
              <a:spcBef>
                <a:spcPct val="40000"/>
              </a:spcBef>
              <a:spcAft>
                <a:spcPct val="40000"/>
              </a:spcAft>
            </a:pPr>
            <a:endParaRPr lang="en-GB" sz="1000" baseline="0" dirty="0" smtClean="0">
              <a:solidFill>
                <a:srgbClr val="FF0000"/>
              </a:solidFill>
            </a:endParaRPr>
          </a:p>
        </p:txBody>
      </p:sp>
      <p:sp>
        <p:nvSpPr>
          <p:cNvPr id="120" name="Oval 119"/>
          <p:cNvSpPr/>
          <p:nvPr/>
        </p:nvSpPr>
        <p:spPr bwMode="auto">
          <a:xfrm>
            <a:off x="3982057" y="2196502"/>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0820" tIns="50425" rIns="100820" bIns="50425" numCol="1" rtlCol="0" anchor="t" anchorCtr="0" compatLnSpc="1">
            <a:prstTxWarp prst="textNoShape">
              <a:avLst/>
            </a:prstTxWarp>
          </a:bodyPr>
          <a:lstStyle/>
          <a:p>
            <a:pPr defTabSz="1149901">
              <a:spcBef>
                <a:spcPct val="40000"/>
              </a:spcBef>
              <a:spcAft>
                <a:spcPct val="40000"/>
              </a:spcAft>
            </a:pPr>
            <a:endParaRPr lang="en-GB" sz="1000" baseline="0" dirty="0" smtClean="0">
              <a:solidFill>
                <a:srgbClr val="FF0000"/>
              </a:solidFill>
            </a:endParaRPr>
          </a:p>
        </p:txBody>
      </p:sp>
      <p:sp>
        <p:nvSpPr>
          <p:cNvPr id="121" name="Oval 120"/>
          <p:cNvSpPr/>
          <p:nvPr/>
        </p:nvSpPr>
        <p:spPr bwMode="auto">
          <a:xfrm>
            <a:off x="3593594" y="2196502"/>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0820" tIns="50425" rIns="100820" bIns="50425" numCol="1" rtlCol="0" anchor="t" anchorCtr="0" compatLnSpc="1">
            <a:prstTxWarp prst="textNoShape">
              <a:avLst/>
            </a:prstTxWarp>
          </a:bodyPr>
          <a:lstStyle/>
          <a:p>
            <a:pPr defTabSz="1149901">
              <a:spcBef>
                <a:spcPct val="40000"/>
              </a:spcBef>
              <a:spcAft>
                <a:spcPct val="40000"/>
              </a:spcAft>
            </a:pPr>
            <a:endParaRPr lang="en-GB" sz="1000" baseline="0" dirty="0" smtClean="0">
              <a:solidFill>
                <a:srgbClr val="FF0000"/>
              </a:solidFill>
            </a:endParaRPr>
          </a:p>
        </p:txBody>
      </p:sp>
      <p:sp>
        <p:nvSpPr>
          <p:cNvPr id="122" name="Oval 121"/>
          <p:cNvSpPr/>
          <p:nvPr/>
        </p:nvSpPr>
        <p:spPr bwMode="auto">
          <a:xfrm>
            <a:off x="3223445" y="2196502"/>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0820" tIns="50425" rIns="100820" bIns="50425" numCol="1" rtlCol="0" anchor="t" anchorCtr="0" compatLnSpc="1">
            <a:prstTxWarp prst="textNoShape">
              <a:avLst/>
            </a:prstTxWarp>
          </a:bodyPr>
          <a:lstStyle/>
          <a:p>
            <a:pPr defTabSz="1149901">
              <a:spcBef>
                <a:spcPct val="40000"/>
              </a:spcBef>
              <a:spcAft>
                <a:spcPct val="40000"/>
              </a:spcAft>
            </a:pPr>
            <a:endParaRPr lang="en-GB" sz="1000" baseline="0" dirty="0" smtClean="0">
              <a:solidFill>
                <a:srgbClr val="FF0000"/>
              </a:solidFill>
            </a:endParaRPr>
          </a:p>
        </p:txBody>
      </p:sp>
      <p:sp>
        <p:nvSpPr>
          <p:cNvPr id="123" name="Oval 122"/>
          <p:cNvSpPr/>
          <p:nvPr/>
        </p:nvSpPr>
        <p:spPr bwMode="auto">
          <a:xfrm>
            <a:off x="2815276" y="2196502"/>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0820" tIns="50425" rIns="100820" bIns="50425" numCol="1" rtlCol="0" anchor="t" anchorCtr="0" compatLnSpc="1">
            <a:prstTxWarp prst="textNoShape">
              <a:avLst/>
            </a:prstTxWarp>
          </a:bodyPr>
          <a:lstStyle/>
          <a:p>
            <a:pPr defTabSz="1149901">
              <a:spcBef>
                <a:spcPct val="40000"/>
              </a:spcBef>
              <a:spcAft>
                <a:spcPct val="40000"/>
              </a:spcAft>
            </a:pPr>
            <a:endParaRPr lang="en-GB" sz="1000" baseline="0" dirty="0" smtClean="0">
              <a:solidFill>
                <a:srgbClr val="FF0000"/>
              </a:solidFill>
            </a:endParaRPr>
          </a:p>
        </p:txBody>
      </p:sp>
      <p:sp>
        <p:nvSpPr>
          <p:cNvPr id="124" name="Oval 123"/>
          <p:cNvSpPr/>
          <p:nvPr/>
        </p:nvSpPr>
        <p:spPr bwMode="auto">
          <a:xfrm>
            <a:off x="2377207" y="2196502"/>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0820" tIns="50425" rIns="100820" bIns="50425" numCol="1" rtlCol="0" anchor="t" anchorCtr="0" compatLnSpc="1">
            <a:prstTxWarp prst="textNoShape">
              <a:avLst/>
            </a:prstTxWarp>
          </a:bodyPr>
          <a:lstStyle/>
          <a:p>
            <a:pPr defTabSz="1149901">
              <a:spcBef>
                <a:spcPct val="40000"/>
              </a:spcBef>
              <a:spcAft>
                <a:spcPct val="40000"/>
              </a:spcAft>
            </a:pPr>
            <a:endParaRPr lang="en-GB" sz="1000" baseline="0" dirty="0" smtClean="0">
              <a:solidFill>
                <a:srgbClr val="FF0000"/>
              </a:solidFill>
            </a:endParaRPr>
          </a:p>
        </p:txBody>
      </p:sp>
      <p:sp>
        <p:nvSpPr>
          <p:cNvPr id="125" name="Oval 124"/>
          <p:cNvSpPr/>
          <p:nvPr/>
        </p:nvSpPr>
        <p:spPr bwMode="auto">
          <a:xfrm>
            <a:off x="1990245" y="2196502"/>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0820" tIns="50425" rIns="100820" bIns="50425" numCol="1" rtlCol="0" anchor="t" anchorCtr="0" compatLnSpc="1">
            <a:prstTxWarp prst="textNoShape">
              <a:avLst/>
            </a:prstTxWarp>
          </a:bodyPr>
          <a:lstStyle/>
          <a:p>
            <a:pPr defTabSz="1149901">
              <a:spcBef>
                <a:spcPct val="40000"/>
              </a:spcBef>
              <a:spcAft>
                <a:spcPct val="40000"/>
              </a:spcAft>
            </a:pPr>
            <a:endParaRPr lang="en-GB" sz="1000" baseline="0" dirty="0" smtClean="0">
              <a:solidFill>
                <a:schemeClr val="tx1"/>
              </a:solidFill>
            </a:endParaRPr>
          </a:p>
        </p:txBody>
      </p:sp>
      <p:sp>
        <p:nvSpPr>
          <p:cNvPr id="126" name="Oval 125"/>
          <p:cNvSpPr/>
          <p:nvPr/>
        </p:nvSpPr>
        <p:spPr bwMode="auto">
          <a:xfrm>
            <a:off x="1211236" y="2196502"/>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0820" tIns="50425" rIns="100820" bIns="50425" numCol="1" rtlCol="0" anchor="t" anchorCtr="0" compatLnSpc="1">
            <a:prstTxWarp prst="textNoShape">
              <a:avLst/>
            </a:prstTxWarp>
          </a:bodyPr>
          <a:lstStyle/>
          <a:p>
            <a:pPr defTabSz="1149901">
              <a:spcBef>
                <a:spcPct val="40000"/>
              </a:spcBef>
              <a:spcAft>
                <a:spcPct val="40000"/>
              </a:spcAft>
            </a:pPr>
            <a:endParaRPr lang="en-GB" sz="1000" baseline="0" dirty="0" smtClean="0">
              <a:solidFill>
                <a:srgbClr val="FF0000"/>
              </a:solidFill>
            </a:endParaRPr>
          </a:p>
        </p:txBody>
      </p:sp>
      <p:sp>
        <p:nvSpPr>
          <p:cNvPr id="127" name="Oval 126"/>
          <p:cNvSpPr/>
          <p:nvPr/>
        </p:nvSpPr>
        <p:spPr bwMode="auto">
          <a:xfrm>
            <a:off x="1591490" y="2196502"/>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0820" tIns="50425" rIns="100820" bIns="50425" numCol="1" rtlCol="0" anchor="t" anchorCtr="0" compatLnSpc="1">
            <a:prstTxWarp prst="textNoShape">
              <a:avLst/>
            </a:prstTxWarp>
          </a:bodyPr>
          <a:lstStyle/>
          <a:p>
            <a:pPr defTabSz="1149901">
              <a:spcBef>
                <a:spcPct val="40000"/>
              </a:spcBef>
              <a:spcAft>
                <a:spcPct val="40000"/>
              </a:spcAft>
            </a:pPr>
            <a:endParaRPr lang="en-GB" sz="1000" baseline="0" dirty="0" smtClean="0">
              <a:solidFill>
                <a:srgbClr val="FF0000"/>
              </a:solidFill>
            </a:endParaRPr>
          </a:p>
        </p:txBody>
      </p:sp>
      <p:sp>
        <p:nvSpPr>
          <p:cNvPr id="128" name="Oval 127"/>
          <p:cNvSpPr/>
          <p:nvPr/>
        </p:nvSpPr>
        <p:spPr bwMode="auto">
          <a:xfrm>
            <a:off x="5134230" y="2196502"/>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0820" tIns="50425" rIns="100820" bIns="50425" numCol="1" rtlCol="0" anchor="t" anchorCtr="0" compatLnSpc="1">
            <a:prstTxWarp prst="textNoShape">
              <a:avLst/>
            </a:prstTxWarp>
          </a:bodyPr>
          <a:lstStyle/>
          <a:p>
            <a:pPr defTabSz="1149901">
              <a:spcBef>
                <a:spcPct val="40000"/>
              </a:spcBef>
              <a:spcAft>
                <a:spcPct val="40000"/>
              </a:spcAft>
            </a:pPr>
            <a:endParaRPr lang="en-GB" sz="1000" baseline="0" dirty="0" smtClean="0">
              <a:solidFill>
                <a:srgbClr val="FF0000"/>
              </a:solidFill>
            </a:endParaRPr>
          </a:p>
        </p:txBody>
      </p:sp>
      <p:sp>
        <p:nvSpPr>
          <p:cNvPr id="129" name="Oval 128"/>
          <p:cNvSpPr/>
          <p:nvPr/>
        </p:nvSpPr>
        <p:spPr bwMode="auto">
          <a:xfrm>
            <a:off x="5551514" y="2196502"/>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0820" tIns="50425" rIns="100820" bIns="50425" numCol="1" rtlCol="0" anchor="t" anchorCtr="0" compatLnSpc="1">
            <a:prstTxWarp prst="textNoShape">
              <a:avLst/>
            </a:prstTxWarp>
          </a:bodyPr>
          <a:lstStyle/>
          <a:p>
            <a:pPr defTabSz="1149901">
              <a:spcBef>
                <a:spcPct val="40000"/>
              </a:spcBef>
              <a:spcAft>
                <a:spcPct val="40000"/>
              </a:spcAft>
            </a:pPr>
            <a:endParaRPr lang="en-GB" sz="1000" baseline="0" dirty="0" smtClean="0">
              <a:solidFill>
                <a:srgbClr val="FF0000"/>
              </a:solidFill>
            </a:endParaRPr>
          </a:p>
        </p:txBody>
      </p:sp>
      <p:sp>
        <p:nvSpPr>
          <p:cNvPr id="155" name="TextBox 154"/>
          <p:cNvSpPr txBox="1"/>
          <p:nvPr/>
        </p:nvSpPr>
        <p:spPr>
          <a:xfrm>
            <a:off x="3647975" y="2170162"/>
            <a:ext cx="482631" cy="222625"/>
          </a:xfrm>
          <a:prstGeom prst="rect">
            <a:avLst/>
          </a:prstGeom>
          <a:noFill/>
        </p:spPr>
        <p:txBody>
          <a:bodyPr wrap="square" lIns="88395" tIns="44196" rIns="88395" bIns="44196" rtlCol="0">
            <a:spAutoFit/>
          </a:bodyPr>
          <a:lstStyle/>
          <a:p>
            <a:r>
              <a:rPr lang="en-US" sz="1300" dirty="0" smtClean="0">
                <a:solidFill>
                  <a:srgbClr val="FF0000"/>
                </a:solidFill>
              </a:rPr>
              <a:t>2%</a:t>
            </a:r>
            <a:endParaRPr lang="en-GB" sz="1300" dirty="0">
              <a:solidFill>
                <a:srgbClr val="FF0000"/>
              </a:solidFill>
            </a:endParaRPr>
          </a:p>
        </p:txBody>
      </p:sp>
      <p:sp>
        <p:nvSpPr>
          <p:cNvPr id="156" name="TextBox 155"/>
          <p:cNvSpPr txBox="1"/>
          <p:nvPr/>
        </p:nvSpPr>
        <p:spPr>
          <a:xfrm>
            <a:off x="4033394" y="2170162"/>
            <a:ext cx="545148" cy="222625"/>
          </a:xfrm>
          <a:prstGeom prst="rect">
            <a:avLst/>
          </a:prstGeom>
          <a:noFill/>
        </p:spPr>
        <p:txBody>
          <a:bodyPr wrap="square" lIns="88395" tIns="44196" rIns="88395" bIns="44196" rtlCol="0">
            <a:spAutoFit/>
          </a:bodyPr>
          <a:lstStyle/>
          <a:p>
            <a:r>
              <a:rPr lang="en-US" sz="1300" dirty="0" smtClean="0">
                <a:solidFill>
                  <a:srgbClr val="FF0000"/>
                </a:solidFill>
              </a:rPr>
              <a:t>1%</a:t>
            </a:r>
            <a:endParaRPr lang="en-GB" sz="1300" dirty="0">
              <a:solidFill>
                <a:srgbClr val="FF0000"/>
              </a:solidFill>
            </a:endParaRPr>
          </a:p>
        </p:txBody>
      </p:sp>
      <p:sp>
        <p:nvSpPr>
          <p:cNvPr id="157" name="TextBox 156"/>
          <p:cNvSpPr txBox="1"/>
          <p:nvPr/>
        </p:nvSpPr>
        <p:spPr>
          <a:xfrm>
            <a:off x="4372930" y="2170162"/>
            <a:ext cx="605162" cy="222625"/>
          </a:xfrm>
          <a:prstGeom prst="rect">
            <a:avLst/>
          </a:prstGeom>
          <a:noFill/>
        </p:spPr>
        <p:txBody>
          <a:bodyPr wrap="square" lIns="88395" tIns="44196" rIns="88395" bIns="44196" rtlCol="0">
            <a:spAutoFit/>
          </a:bodyPr>
          <a:lstStyle/>
          <a:p>
            <a:r>
              <a:rPr lang="en-US" sz="1300" dirty="0" smtClean="0">
                <a:solidFill>
                  <a:srgbClr val="DA0000"/>
                </a:solidFill>
              </a:rPr>
              <a:t>0%</a:t>
            </a:r>
            <a:endParaRPr lang="en-GB" sz="1300" dirty="0">
              <a:solidFill>
                <a:srgbClr val="DA0000"/>
              </a:solidFill>
            </a:endParaRPr>
          </a:p>
        </p:txBody>
      </p:sp>
      <p:sp>
        <p:nvSpPr>
          <p:cNvPr id="158" name="TextBox 157"/>
          <p:cNvSpPr txBox="1"/>
          <p:nvPr/>
        </p:nvSpPr>
        <p:spPr>
          <a:xfrm>
            <a:off x="3244455" y="2170162"/>
            <a:ext cx="625073" cy="222625"/>
          </a:xfrm>
          <a:prstGeom prst="rect">
            <a:avLst/>
          </a:prstGeom>
          <a:noFill/>
        </p:spPr>
        <p:txBody>
          <a:bodyPr wrap="square" lIns="88395" tIns="44196" rIns="88395" bIns="44196" rtlCol="0">
            <a:spAutoFit/>
          </a:bodyPr>
          <a:lstStyle/>
          <a:p>
            <a:r>
              <a:rPr lang="en-US" sz="1300" dirty="0" smtClean="0">
                <a:solidFill>
                  <a:srgbClr val="FF0000"/>
                </a:solidFill>
              </a:rPr>
              <a:t>5%</a:t>
            </a:r>
            <a:endParaRPr lang="en-GB" sz="1300" dirty="0">
              <a:solidFill>
                <a:srgbClr val="FF0000"/>
              </a:solidFill>
            </a:endParaRPr>
          </a:p>
        </p:txBody>
      </p:sp>
      <p:sp>
        <p:nvSpPr>
          <p:cNvPr id="159" name="TextBox 158"/>
          <p:cNvSpPr txBox="1"/>
          <p:nvPr/>
        </p:nvSpPr>
        <p:spPr>
          <a:xfrm>
            <a:off x="1239756" y="2170162"/>
            <a:ext cx="605162" cy="222625"/>
          </a:xfrm>
          <a:prstGeom prst="rect">
            <a:avLst/>
          </a:prstGeom>
          <a:noFill/>
        </p:spPr>
        <p:txBody>
          <a:bodyPr wrap="square" lIns="88395" tIns="44196" rIns="88395" bIns="44196" rtlCol="0">
            <a:spAutoFit/>
          </a:bodyPr>
          <a:lstStyle/>
          <a:p>
            <a:r>
              <a:rPr lang="en-US" sz="1300" dirty="0" smtClean="0">
                <a:solidFill>
                  <a:srgbClr val="FF0000"/>
                </a:solidFill>
              </a:rPr>
              <a:t>8%</a:t>
            </a:r>
            <a:endParaRPr lang="en-GB" sz="1300" dirty="0">
              <a:solidFill>
                <a:srgbClr val="FF0000"/>
              </a:solidFill>
            </a:endParaRPr>
          </a:p>
        </p:txBody>
      </p:sp>
      <p:sp>
        <p:nvSpPr>
          <p:cNvPr id="160" name="TextBox 159"/>
          <p:cNvSpPr txBox="1"/>
          <p:nvPr/>
        </p:nvSpPr>
        <p:spPr>
          <a:xfrm>
            <a:off x="2052299" y="2170162"/>
            <a:ext cx="420114" cy="222625"/>
          </a:xfrm>
          <a:prstGeom prst="rect">
            <a:avLst/>
          </a:prstGeom>
          <a:noFill/>
        </p:spPr>
        <p:txBody>
          <a:bodyPr wrap="square" lIns="88395" tIns="44196" rIns="88395" bIns="44196" rtlCol="0">
            <a:spAutoFit/>
          </a:bodyPr>
          <a:lstStyle/>
          <a:p>
            <a:r>
              <a:rPr lang="en-US" sz="1300" dirty="0" smtClean="0">
                <a:solidFill>
                  <a:srgbClr val="DA0000"/>
                </a:solidFill>
              </a:rPr>
              <a:t>8%</a:t>
            </a:r>
            <a:endParaRPr lang="en-GB" sz="1300" dirty="0">
              <a:solidFill>
                <a:srgbClr val="DA0000"/>
              </a:solidFill>
            </a:endParaRPr>
          </a:p>
        </p:txBody>
      </p:sp>
      <p:sp>
        <p:nvSpPr>
          <p:cNvPr id="161" name="TextBox 160"/>
          <p:cNvSpPr txBox="1"/>
          <p:nvPr/>
        </p:nvSpPr>
        <p:spPr>
          <a:xfrm>
            <a:off x="2430176" y="2170162"/>
            <a:ext cx="545148" cy="222625"/>
          </a:xfrm>
          <a:prstGeom prst="rect">
            <a:avLst/>
          </a:prstGeom>
          <a:noFill/>
        </p:spPr>
        <p:txBody>
          <a:bodyPr wrap="square" lIns="88395" tIns="44196" rIns="88395" bIns="44196" rtlCol="0">
            <a:spAutoFit/>
          </a:bodyPr>
          <a:lstStyle/>
          <a:p>
            <a:r>
              <a:rPr lang="en-US" sz="1300" dirty="0" smtClean="0">
                <a:solidFill>
                  <a:srgbClr val="FF0000"/>
                </a:solidFill>
              </a:rPr>
              <a:t>5%</a:t>
            </a:r>
            <a:endParaRPr lang="en-GB" sz="1300" dirty="0">
              <a:solidFill>
                <a:srgbClr val="FF0000"/>
              </a:solidFill>
            </a:endParaRPr>
          </a:p>
        </p:txBody>
      </p:sp>
      <p:sp>
        <p:nvSpPr>
          <p:cNvPr id="162" name="TextBox 161"/>
          <p:cNvSpPr txBox="1"/>
          <p:nvPr/>
        </p:nvSpPr>
        <p:spPr>
          <a:xfrm>
            <a:off x="2846937" y="2170162"/>
            <a:ext cx="482631" cy="222625"/>
          </a:xfrm>
          <a:prstGeom prst="rect">
            <a:avLst/>
          </a:prstGeom>
          <a:noFill/>
        </p:spPr>
        <p:txBody>
          <a:bodyPr wrap="square" lIns="88395" tIns="44196" rIns="88395" bIns="44196" rtlCol="0">
            <a:spAutoFit/>
          </a:bodyPr>
          <a:lstStyle/>
          <a:p>
            <a:r>
              <a:rPr lang="en-US" sz="1300" dirty="0" smtClean="0">
                <a:solidFill>
                  <a:srgbClr val="FF0000"/>
                </a:solidFill>
              </a:rPr>
              <a:t>4%</a:t>
            </a:r>
            <a:endParaRPr lang="en-GB" sz="1300" dirty="0">
              <a:solidFill>
                <a:srgbClr val="FF0000"/>
              </a:solidFill>
            </a:endParaRPr>
          </a:p>
        </p:txBody>
      </p:sp>
      <p:sp>
        <p:nvSpPr>
          <p:cNvPr id="163" name="TextBox 162"/>
          <p:cNvSpPr txBox="1"/>
          <p:nvPr/>
        </p:nvSpPr>
        <p:spPr>
          <a:xfrm>
            <a:off x="1634861" y="2170162"/>
            <a:ext cx="420114" cy="222625"/>
          </a:xfrm>
          <a:prstGeom prst="rect">
            <a:avLst/>
          </a:prstGeom>
          <a:noFill/>
        </p:spPr>
        <p:txBody>
          <a:bodyPr wrap="square" lIns="88395" tIns="44196" rIns="88395" bIns="44196" rtlCol="0">
            <a:spAutoFit/>
          </a:bodyPr>
          <a:lstStyle/>
          <a:p>
            <a:r>
              <a:rPr lang="en-US" sz="1300" dirty="0" smtClean="0">
                <a:solidFill>
                  <a:srgbClr val="FF0000"/>
                </a:solidFill>
              </a:rPr>
              <a:t>9%</a:t>
            </a:r>
            <a:endParaRPr lang="en-GB" sz="1300" dirty="0">
              <a:solidFill>
                <a:srgbClr val="FF0000"/>
              </a:solidFill>
            </a:endParaRPr>
          </a:p>
        </p:txBody>
      </p:sp>
      <p:sp>
        <p:nvSpPr>
          <p:cNvPr id="164" name="TextBox 163"/>
          <p:cNvSpPr txBox="1"/>
          <p:nvPr/>
        </p:nvSpPr>
        <p:spPr>
          <a:xfrm>
            <a:off x="4750947" y="2170162"/>
            <a:ext cx="605162" cy="222625"/>
          </a:xfrm>
          <a:prstGeom prst="rect">
            <a:avLst/>
          </a:prstGeom>
          <a:noFill/>
        </p:spPr>
        <p:txBody>
          <a:bodyPr wrap="square" lIns="88395" tIns="44196" rIns="88395" bIns="44196" rtlCol="0">
            <a:spAutoFit/>
          </a:bodyPr>
          <a:lstStyle/>
          <a:p>
            <a:r>
              <a:rPr lang="en-US" sz="1300" dirty="0" smtClean="0">
                <a:solidFill>
                  <a:srgbClr val="FF0000"/>
                </a:solidFill>
              </a:rPr>
              <a:t>0%</a:t>
            </a:r>
            <a:endParaRPr lang="en-GB" sz="1300" dirty="0">
              <a:solidFill>
                <a:srgbClr val="FF0000"/>
              </a:solidFill>
            </a:endParaRPr>
          </a:p>
        </p:txBody>
      </p:sp>
      <p:sp>
        <p:nvSpPr>
          <p:cNvPr id="165" name="TextBox 164"/>
          <p:cNvSpPr txBox="1"/>
          <p:nvPr/>
        </p:nvSpPr>
        <p:spPr>
          <a:xfrm>
            <a:off x="5204792" y="2170162"/>
            <a:ext cx="658060" cy="222625"/>
          </a:xfrm>
          <a:prstGeom prst="rect">
            <a:avLst/>
          </a:prstGeom>
          <a:noFill/>
        </p:spPr>
        <p:txBody>
          <a:bodyPr wrap="square" lIns="88395" tIns="44196" rIns="88395" bIns="44196" rtlCol="0">
            <a:spAutoFit/>
          </a:bodyPr>
          <a:lstStyle/>
          <a:p>
            <a:r>
              <a:rPr lang="en-US" sz="1300" dirty="0" smtClean="0">
                <a:solidFill>
                  <a:srgbClr val="FF0000"/>
                </a:solidFill>
              </a:rPr>
              <a:t>0%</a:t>
            </a:r>
            <a:endParaRPr lang="en-GB" sz="1300" dirty="0">
              <a:solidFill>
                <a:srgbClr val="FF0000"/>
              </a:solidFill>
            </a:endParaRPr>
          </a:p>
        </p:txBody>
      </p:sp>
      <p:sp>
        <p:nvSpPr>
          <p:cNvPr id="166" name="TextBox 165"/>
          <p:cNvSpPr txBox="1"/>
          <p:nvPr/>
        </p:nvSpPr>
        <p:spPr>
          <a:xfrm>
            <a:off x="5579068" y="2170162"/>
            <a:ext cx="658060" cy="222625"/>
          </a:xfrm>
          <a:prstGeom prst="rect">
            <a:avLst/>
          </a:prstGeom>
          <a:noFill/>
        </p:spPr>
        <p:txBody>
          <a:bodyPr wrap="square" lIns="88395" tIns="44196" rIns="88395" bIns="44196" rtlCol="0">
            <a:spAutoFit/>
          </a:bodyPr>
          <a:lstStyle/>
          <a:p>
            <a:r>
              <a:rPr lang="en-US" sz="1300" dirty="0" smtClean="0">
                <a:solidFill>
                  <a:srgbClr val="FF0000"/>
                </a:solidFill>
              </a:rPr>
              <a:t>-1%</a:t>
            </a:r>
            <a:endParaRPr lang="en-GB" sz="1300" dirty="0">
              <a:solidFill>
                <a:srgbClr val="FF0000"/>
              </a:solidFill>
            </a:endParaRPr>
          </a:p>
        </p:txBody>
      </p:sp>
    </p:spTree>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Line 35"/>
          <p:cNvSpPr>
            <a:spLocks noChangeShapeType="1"/>
          </p:cNvSpPr>
          <p:nvPr/>
        </p:nvSpPr>
        <p:spPr bwMode="auto">
          <a:xfrm flipH="1" flipV="1">
            <a:off x="3431970" y="2885707"/>
            <a:ext cx="13690" cy="3432147"/>
          </a:xfrm>
          <a:prstGeom prst="line">
            <a:avLst/>
          </a:prstGeom>
          <a:noFill/>
          <a:ln w="19050">
            <a:solidFill>
              <a:srgbClr val="DA0000"/>
            </a:solidFill>
            <a:prstDash val="dash"/>
            <a:round/>
            <a:headEnd/>
            <a:tailEnd/>
          </a:ln>
        </p:spPr>
        <p:txBody>
          <a:bodyPr lIns="88046" tIns="44022" rIns="88046" bIns="44022"/>
          <a:lstStyle/>
          <a:p>
            <a:endParaRPr lang="en-US"/>
          </a:p>
        </p:txBody>
      </p:sp>
      <p:sp>
        <p:nvSpPr>
          <p:cNvPr id="44035" name="Rectangle 14"/>
          <p:cNvSpPr>
            <a:spLocks noGrp="1" noChangeArrowheads="1"/>
          </p:cNvSpPr>
          <p:nvPr>
            <p:ph type="title" idx="4294967295"/>
          </p:nvPr>
        </p:nvSpPr>
        <p:spPr/>
        <p:txBody>
          <a:bodyPr/>
          <a:lstStyle/>
          <a:p>
            <a:pPr eaLnBrk="1" hangingPunct="1"/>
            <a:r>
              <a:rPr lang="en-GB" sz="2200" dirty="0" smtClean="0"/>
              <a:t>Peer group average FY’12 Operating Profit growth increased +22% </a:t>
            </a:r>
            <a:r>
              <a:rPr lang="en-GB" sz="2200" dirty="0" err="1" smtClean="0"/>
              <a:t>YoY</a:t>
            </a:r>
            <a:r>
              <a:rPr lang="en-GB" sz="2200" dirty="0" smtClean="0"/>
              <a:t>, driven by income growth and broadly flat expenses</a:t>
            </a:r>
          </a:p>
        </p:txBody>
      </p:sp>
      <p:sp>
        <p:nvSpPr>
          <p:cNvPr id="44036" name="Rectangle 39"/>
          <p:cNvSpPr>
            <a:spLocks noChangeArrowheads="1"/>
          </p:cNvSpPr>
          <p:nvPr/>
        </p:nvSpPr>
        <p:spPr bwMode="auto">
          <a:xfrm>
            <a:off x="332668" y="1395413"/>
            <a:ext cx="6257923" cy="468312"/>
          </a:xfrm>
          <a:prstGeom prst="rect">
            <a:avLst/>
          </a:prstGeom>
          <a:noFill/>
          <a:ln w="9525">
            <a:noFill/>
            <a:miter lim="800000"/>
            <a:headEnd/>
            <a:tailEnd/>
          </a:ln>
        </p:spPr>
        <p:txBody>
          <a:bodyPr lIns="0" tIns="0" rIns="0" bIns="0"/>
          <a:lstStyle/>
          <a:p>
            <a:pPr defTabSz="1004522">
              <a:spcBef>
                <a:spcPct val="40000"/>
              </a:spcBef>
              <a:spcAft>
                <a:spcPct val="20000"/>
              </a:spcAft>
              <a:buClr>
                <a:srgbClr val="005C87"/>
              </a:buClr>
            </a:pPr>
            <a:r>
              <a:rPr lang="en-AU" sz="1300" b="1" baseline="0" dirty="0">
                <a:solidFill>
                  <a:srgbClr val="005C87"/>
                </a:solidFill>
              </a:rPr>
              <a:t>WB-Equivalent Operating Profit: </a:t>
            </a:r>
            <a:r>
              <a:rPr lang="en-AU" sz="1300" b="1" baseline="0" dirty="0" smtClean="0">
                <a:solidFill>
                  <a:srgbClr val="005C87"/>
                </a:solidFill>
              </a:rPr>
              <a:t>FY’12  Ex-CVA/DVA</a:t>
            </a:r>
            <a:endParaRPr lang="en-AU" sz="1300" b="1" baseline="0" dirty="0">
              <a:solidFill>
                <a:srgbClr val="005C87"/>
              </a:solidFill>
            </a:endParaRPr>
          </a:p>
          <a:p>
            <a:pPr defTabSz="1004522">
              <a:spcBef>
                <a:spcPct val="40000"/>
              </a:spcBef>
              <a:spcAft>
                <a:spcPct val="20000"/>
              </a:spcAft>
              <a:buClr>
                <a:srgbClr val="005C87"/>
              </a:buClr>
            </a:pPr>
            <a:r>
              <a:rPr lang="en-AU" sz="1300" baseline="0" dirty="0">
                <a:solidFill>
                  <a:srgbClr val="005C87"/>
                </a:solidFill>
              </a:rPr>
              <a:t>($m and </a:t>
            </a:r>
            <a:r>
              <a:rPr lang="en-AU" sz="1300" baseline="0" dirty="0" err="1">
                <a:solidFill>
                  <a:srgbClr val="005C87"/>
                </a:solidFill>
              </a:rPr>
              <a:t>YoY</a:t>
            </a:r>
            <a:r>
              <a:rPr lang="en-AU" sz="1300" baseline="0" dirty="0">
                <a:solidFill>
                  <a:srgbClr val="005C87"/>
                </a:solidFill>
              </a:rPr>
              <a:t> %, Bubble size scaled to </a:t>
            </a:r>
            <a:r>
              <a:rPr lang="en-AU" sz="1300" baseline="0" dirty="0" smtClean="0">
                <a:solidFill>
                  <a:srgbClr val="005C87"/>
                </a:solidFill>
              </a:rPr>
              <a:t>FY’12 WB-Equivalent </a:t>
            </a:r>
            <a:r>
              <a:rPr lang="en-AU" sz="1300" baseline="0" dirty="0">
                <a:solidFill>
                  <a:srgbClr val="005C87"/>
                </a:solidFill>
              </a:rPr>
              <a:t>Operating Profit)</a:t>
            </a:r>
          </a:p>
        </p:txBody>
      </p:sp>
      <p:sp>
        <p:nvSpPr>
          <p:cNvPr id="44037" name="Line 31"/>
          <p:cNvSpPr>
            <a:spLocks noChangeShapeType="1"/>
          </p:cNvSpPr>
          <p:nvPr/>
        </p:nvSpPr>
        <p:spPr bwMode="auto">
          <a:xfrm>
            <a:off x="374652" y="1974850"/>
            <a:ext cx="5994400" cy="0"/>
          </a:xfrm>
          <a:prstGeom prst="line">
            <a:avLst/>
          </a:prstGeom>
          <a:noFill/>
          <a:ln w="9525">
            <a:solidFill>
              <a:schemeClr val="accent1"/>
            </a:solidFill>
            <a:round/>
            <a:headEnd/>
            <a:tailEnd/>
          </a:ln>
        </p:spPr>
        <p:txBody>
          <a:bodyPr lIns="88046" tIns="44022" rIns="88046" bIns="44022"/>
          <a:lstStyle/>
          <a:p>
            <a:endParaRPr lang="en-US"/>
          </a:p>
        </p:txBody>
      </p:sp>
      <p:sp>
        <p:nvSpPr>
          <p:cNvPr id="44038" name="Rectangle 3"/>
          <p:cNvSpPr>
            <a:spLocks noChangeArrowheads="1"/>
          </p:cNvSpPr>
          <p:nvPr/>
        </p:nvSpPr>
        <p:spPr bwMode="auto">
          <a:xfrm>
            <a:off x="6601570" y="2149475"/>
            <a:ext cx="3685449" cy="4831556"/>
          </a:xfrm>
          <a:prstGeom prst="rect">
            <a:avLst/>
          </a:prstGeom>
          <a:noFill/>
          <a:ln w="9525">
            <a:noFill/>
            <a:miter lim="800000"/>
            <a:headEnd/>
            <a:tailEnd/>
          </a:ln>
        </p:spPr>
        <p:txBody>
          <a:bodyPr lIns="0" tIns="0" rIns="0" bIns="0"/>
          <a:lstStyle/>
          <a:p>
            <a:pPr marL="293555" lvl="1" indent="-292025" defTabSz="1004522">
              <a:spcBef>
                <a:spcPct val="30000"/>
              </a:spcBef>
              <a:spcAft>
                <a:spcPct val="20000"/>
              </a:spcAft>
              <a:buClr>
                <a:schemeClr val="accent1"/>
              </a:buClr>
              <a:buSzPct val="110000"/>
              <a:buFont typeface="Wingdings" pitchFamily="2" charset="2"/>
              <a:buChar char="§"/>
            </a:pPr>
            <a:r>
              <a:rPr lang="en-US" sz="1400" baseline="0" dirty="0" smtClean="0">
                <a:solidFill>
                  <a:schemeClr val="tx1"/>
                </a:solidFill>
              </a:rPr>
              <a:t>FY’12 Operating Profit ex-CVA/DVA rose by an average +22% across the peer group, driven by income growth and broadly flat expenses. </a:t>
            </a:r>
          </a:p>
          <a:p>
            <a:pPr marL="293555" lvl="1" indent="-292025" defTabSz="1004522">
              <a:spcBef>
                <a:spcPct val="30000"/>
              </a:spcBef>
              <a:spcAft>
                <a:spcPct val="20000"/>
              </a:spcAft>
              <a:buClr>
                <a:schemeClr val="accent1"/>
              </a:buClr>
              <a:buSzPct val="110000"/>
              <a:buFont typeface="Wingdings" pitchFamily="2" charset="2"/>
              <a:buChar char="§"/>
            </a:pPr>
            <a:r>
              <a:rPr lang="en-US" sz="1400" baseline="0" dirty="0" smtClean="0">
                <a:solidFill>
                  <a:schemeClr val="tx1"/>
                </a:solidFill>
              </a:rPr>
              <a:t>Excluding the DFS settlement, SCB’s FY’12 Operating Profit rose +11% </a:t>
            </a:r>
            <a:r>
              <a:rPr lang="en-US" sz="1400" baseline="0" dirty="0" err="1" smtClean="0">
                <a:solidFill>
                  <a:schemeClr val="tx1"/>
                </a:solidFill>
              </a:rPr>
              <a:t>YoY</a:t>
            </a:r>
            <a:r>
              <a:rPr lang="en-US" sz="1400" baseline="0" dirty="0" smtClean="0">
                <a:solidFill>
                  <a:schemeClr val="tx1"/>
                </a:solidFill>
              </a:rPr>
              <a:t>.</a:t>
            </a:r>
          </a:p>
          <a:p>
            <a:pPr marL="293555" lvl="1" indent="-292025" defTabSz="1004522">
              <a:spcBef>
                <a:spcPct val="30000"/>
              </a:spcBef>
              <a:spcAft>
                <a:spcPct val="20000"/>
              </a:spcAft>
              <a:buClr>
                <a:schemeClr val="accent1"/>
              </a:buClr>
              <a:buSzPct val="110000"/>
              <a:buFont typeface="Wingdings" pitchFamily="2" charset="2"/>
              <a:buChar char="§"/>
            </a:pPr>
            <a:r>
              <a:rPr lang="en-US" sz="1400" baseline="0" dirty="0" smtClean="0">
                <a:solidFill>
                  <a:schemeClr val="tx1"/>
                </a:solidFill>
              </a:rPr>
              <a:t>GS, MS and CS had income growth of +26%, +11% and +20% respectively, coupled with positive Expense JAWs of +27%, +8% and +16%, resulting in Operating Profit growth of +116%, +134% and +437%.</a:t>
            </a:r>
          </a:p>
          <a:p>
            <a:pPr marL="293555" lvl="1" indent="-292025" defTabSz="1004522">
              <a:spcBef>
                <a:spcPct val="30000"/>
              </a:spcBef>
              <a:spcAft>
                <a:spcPct val="20000"/>
              </a:spcAft>
              <a:buClr>
                <a:schemeClr val="accent1"/>
              </a:buClr>
              <a:buSzPct val="110000"/>
              <a:buFont typeface="Wingdings" pitchFamily="2" charset="2"/>
              <a:buChar char="§"/>
            </a:pPr>
            <a:r>
              <a:rPr lang="en-US" sz="1400" baseline="0" dirty="0" smtClean="0">
                <a:solidFill>
                  <a:schemeClr val="tx1"/>
                </a:solidFill>
              </a:rPr>
              <a:t>BNPP’s Operating Profit decline was driven by negative </a:t>
            </a:r>
            <a:r>
              <a:rPr lang="en-US" sz="1400" baseline="0" dirty="0" err="1" smtClean="0">
                <a:solidFill>
                  <a:schemeClr val="tx1"/>
                </a:solidFill>
              </a:rPr>
              <a:t>cost:income</a:t>
            </a:r>
            <a:r>
              <a:rPr lang="en-US" sz="1400" baseline="0" dirty="0" smtClean="0">
                <a:solidFill>
                  <a:schemeClr val="tx1"/>
                </a:solidFill>
              </a:rPr>
              <a:t> JAWs  coupled with increased Impairments.</a:t>
            </a:r>
          </a:p>
          <a:p>
            <a:pPr marL="293555" lvl="1" indent="-292025" defTabSz="1004522">
              <a:spcBef>
                <a:spcPct val="30000"/>
              </a:spcBef>
              <a:spcAft>
                <a:spcPct val="20000"/>
              </a:spcAft>
              <a:buClr>
                <a:schemeClr val="accent1"/>
              </a:buClr>
              <a:buSzPct val="110000"/>
              <a:buFont typeface="Wingdings" pitchFamily="2" charset="2"/>
              <a:buChar char="§"/>
            </a:pPr>
            <a:r>
              <a:rPr lang="en-US" sz="1400" baseline="0" dirty="0" smtClean="0">
                <a:solidFill>
                  <a:schemeClr val="tx1"/>
                </a:solidFill>
              </a:rPr>
              <a:t>UBS reported income growth of +7% which was offset by high expense growth of +32%, resulting in an annual loss (ex-CVA/DVA) of $2.5bn compared to a loss (ex-CVA/DVA) of $0.9bn in FY’11. </a:t>
            </a:r>
          </a:p>
          <a:p>
            <a:pPr marL="293555" lvl="1" indent="-292025" defTabSz="1004522">
              <a:spcBef>
                <a:spcPct val="30000"/>
              </a:spcBef>
              <a:spcAft>
                <a:spcPct val="20000"/>
              </a:spcAft>
              <a:buClr>
                <a:schemeClr val="accent1"/>
              </a:buClr>
              <a:buSzPct val="110000"/>
              <a:buFont typeface="Wingdings" pitchFamily="2" charset="2"/>
              <a:buChar char="§"/>
            </a:pPr>
            <a:endParaRPr lang="en-US" sz="1300" baseline="0" dirty="0" smtClean="0">
              <a:solidFill>
                <a:schemeClr val="tx1"/>
              </a:solidFill>
            </a:endParaRPr>
          </a:p>
        </p:txBody>
      </p:sp>
      <p:sp>
        <p:nvSpPr>
          <p:cNvPr id="44039" name="Rectangle 39"/>
          <p:cNvSpPr>
            <a:spLocks noChangeArrowheads="1"/>
          </p:cNvSpPr>
          <p:nvPr/>
        </p:nvSpPr>
        <p:spPr bwMode="auto">
          <a:xfrm>
            <a:off x="6692895" y="1395413"/>
            <a:ext cx="3322638" cy="468312"/>
          </a:xfrm>
          <a:prstGeom prst="rect">
            <a:avLst/>
          </a:prstGeom>
          <a:noFill/>
          <a:ln w="9525">
            <a:noFill/>
            <a:miter lim="800000"/>
            <a:headEnd/>
            <a:tailEnd/>
          </a:ln>
        </p:spPr>
        <p:txBody>
          <a:bodyPr lIns="0" tIns="0" rIns="0" bIns="0"/>
          <a:lstStyle/>
          <a:p>
            <a:pPr defTabSz="1004522">
              <a:spcBef>
                <a:spcPct val="40000"/>
              </a:spcBef>
              <a:spcAft>
                <a:spcPct val="20000"/>
              </a:spcAft>
              <a:buClr>
                <a:srgbClr val="005C87"/>
              </a:buClr>
            </a:pPr>
            <a:r>
              <a:rPr lang="en-AU" sz="1300" b="1" baseline="0" dirty="0">
                <a:solidFill>
                  <a:srgbClr val="005C87"/>
                </a:solidFill>
              </a:rPr>
              <a:t>Commentary</a:t>
            </a:r>
            <a:endParaRPr lang="en-AU" sz="1300" baseline="0" dirty="0">
              <a:solidFill>
                <a:srgbClr val="005C87"/>
              </a:solidFill>
            </a:endParaRPr>
          </a:p>
        </p:txBody>
      </p:sp>
      <p:sp>
        <p:nvSpPr>
          <p:cNvPr id="44045" name="Rectangle 3"/>
          <p:cNvSpPr>
            <a:spLocks noChangeArrowheads="1"/>
          </p:cNvSpPr>
          <p:nvPr/>
        </p:nvSpPr>
        <p:spPr bwMode="auto">
          <a:xfrm>
            <a:off x="2683802" y="2261823"/>
            <a:ext cx="1686559" cy="415925"/>
          </a:xfrm>
          <a:prstGeom prst="rect">
            <a:avLst/>
          </a:prstGeom>
          <a:noFill/>
          <a:ln w="9525">
            <a:noFill/>
            <a:miter lim="800000"/>
            <a:headEnd/>
            <a:tailEnd/>
          </a:ln>
        </p:spPr>
        <p:txBody>
          <a:bodyPr lIns="0" tIns="0" rIns="0" bIns="0"/>
          <a:lstStyle/>
          <a:p>
            <a:pPr marL="7656" indent="-7656" algn="ctr" defTabSz="1004522">
              <a:spcBef>
                <a:spcPct val="30000"/>
              </a:spcBef>
              <a:spcAft>
                <a:spcPct val="20000"/>
              </a:spcAft>
              <a:buClr>
                <a:schemeClr val="accent1"/>
              </a:buClr>
              <a:buSzPct val="110000"/>
            </a:pPr>
            <a:r>
              <a:rPr lang="en-US" sz="1300" i="1" baseline="0" dirty="0" smtClean="0">
                <a:solidFill>
                  <a:schemeClr val="tx1"/>
                </a:solidFill>
              </a:rPr>
              <a:t>FY’12 Average </a:t>
            </a:r>
            <a:r>
              <a:rPr lang="en-US" sz="1300" i="1" baseline="0" dirty="0">
                <a:solidFill>
                  <a:schemeClr val="tx1"/>
                </a:solidFill>
              </a:rPr>
              <a:t>YoY Operating Profit </a:t>
            </a:r>
            <a:r>
              <a:rPr lang="en-US" sz="1300" i="1" baseline="0" dirty="0" smtClean="0">
                <a:solidFill>
                  <a:schemeClr val="tx1"/>
                </a:solidFill>
              </a:rPr>
              <a:t>rose: +22%</a:t>
            </a:r>
            <a:endParaRPr lang="en-US" sz="1300" i="1" baseline="0" dirty="0">
              <a:solidFill>
                <a:schemeClr val="tx1"/>
              </a:solidFill>
            </a:endParaRPr>
          </a:p>
        </p:txBody>
      </p:sp>
      <p:sp>
        <p:nvSpPr>
          <p:cNvPr id="44047" name="Line 30"/>
          <p:cNvSpPr>
            <a:spLocks noChangeShapeType="1"/>
          </p:cNvSpPr>
          <p:nvPr/>
        </p:nvSpPr>
        <p:spPr bwMode="auto">
          <a:xfrm flipV="1">
            <a:off x="6629394" y="1976438"/>
            <a:ext cx="3657600" cy="4762"/>
          </a:xfrm>
          <a:prstGeom prst="line">
            <a:avLst/>
          </a:prstGeom>
          <a:noFill/>
          <a:ln w="9525">
            <a:solidFill>
              <a:schemeClr val="accent1"/>
            </a:solidFill>
            <a:round/>
            <a:headEnd/>
            <a:tailEnd/>
          </a:ln>
        </p:spPr>
        <p:txBody>
          <a:bodyPr lIns="88046" tIns="44022" rIns="88046" bIns="44022"/>
          <a:lstStyle/>
          <a:p>
            <a:endParaRPr lang="en-US"/>
          </a:p>
        </p:txBody>
      </p:sp>
      <p:sp>
        <p:nvSpPr>
          <p:cNvPr id="18" name="Text Box 144"/>
          <p:cNvSpPr txBox="1">
            <a:spLocks noChangeArrowheads="1"/>
          </p:cNvSpPr>
          <p:nvPr/>
        </p:nvSpPr>
        <p:spPr bwMode="auto">
          <a:xfrm>
            <a:off x="1452566" y="7104675"/>
            <a:ext cx="5468937" cy="181204"/>
          </a:xfrm>
          <a:prstGeom prst="rect">
            <a:avLst/>
          </a:prstGeom>
          <a:noFill/>
          <a:ln w="9525">
            <a:noFill/>
            <a:miter lim="800000"/>
            <a:headEnd/>
            <a:tailEnd/>
          </a:ln>
        </p:spPr>
        <p:txBody>
          <a:bodyPr wrap="square" lIns="88014" tIns="44006" rIns="88014" bIns="44006" anchor="b">
            <a:spAutoFit/>
          </a:bodyPr>
          <a:lstStyle/>
          <a:p>
            <a:pPr>
              <a:spcBef>
                <a:spcPct val="50000"/>
              </a:spcBef>
            </a:pPr>
            <a:r>
              <a:rPr lang="en-GB" sz="600" baseline="0" dirty="0" smtClean="0"/>
              <a:t>Sources: Company reports, WB Performance Management Analysis.  </a:t>
            </a:r>
          </a:p>
        </p:txBody>
      </p:sp>
      <p:pic>
        <p:nvPicPr>
          <p:cNvPr id="142343" name="Picture 7"/>
          <p:cNvPicPr>
            <a:picLocks noChangeAspect="1" noChangeArrowheads="1"/>
          </p:cNvPicPr>
          <p:nvPr/>
        </p:nvPicPr>
        <p:blipFill>
          <a:blip r:embed="rId3" cstate="print"/>
          <a:srcRect/>
          <a:stretch>
            <a:fillRect/>
          </a:stretch>
        </p:blipFill>
        <p:spPr bwMode="auto">
          <a:xfrm>
            <a:off x="360116" y="2930344"/>
            <a:ext cx="5311775" cy="4245238"/>
          </a:xfrm>
          <a:prstGeom prst="rect">
            <a:avLst/>
          </a:prstGeom>
          <a:noFill/>
          <a:ln w="9525">
            <a:noFill/>
            <a:miter lim="800000"/>
            <a:headEnd/>
            <a:tailEnd/>
          </a:ln>
          <a:effectLst/>
        </p:spPr>
      </p:pic>
      <p:cxnSp>
        <p:nvCxnSpPr>
          <p:cNvPr id="21" name="Straight Connector 20"/>
          <p:cNvCxnSpPr/>
          <p:nvPr/>
        </p:nvCxnSpPr>
        <p:spPr bwMode="auto">
          <a:xfrm>
            <a:off x="3312994" y="5838031"/>
            <a:ext cx="214169" cy="99631"/>
          </a:xfrm>
          <a:prstGeom prst="line">
            <a:avLst/>
          </a:prstGeom>
          <a:solidFill>
            <a:srgbClr val="E6E7E8"/>
          </a:solidFill>
          <a:ln w="9525" cap="flat" cmpd="sng" algn="ctr">
            <a:solidFill>
              <a:schemeClr val="tx1">
                <a:lumMod val="75000"/>
              </a:schemeClr>
            </a:solidFill>
            <a:prstDash val="solid"/>
            <a:round/>
            <a:headEnd type="none" w="med" len="med"/>
            <a:tailEnd type="none" w="med" len="med"/>
          </a:ln>
          <a:effectLst/>
        </p:spPr>
      </p:cxnSp>
      <p:grpSp>
        <p:nvGrpSpPr>
          <p:cNvPr id="13" name="Group 135"/>
          <p:cNvGrpSpPr>
            <a:grpSpLocks/>
          </p:cNvGrpSpPr>
          <p:nvPr/>
        </p:nvGrpSpPr>
        <p:grpSpPr bwMode="auto">
          <a:xfrm>
            <a:off x="4688340" y="6261697"/>
            <a:ext cx="86839" cy="112308"/>
            <a:chOff x="3074" y="3374"/>
            <a:chExt cx="68" cy="162"/>
          </a:xfrm>
        </p:grpSpPr>
        <p:sp>
          <p:nvSpPr>
            <p:cNvPr id="14" name="Line 133"/>
            <p:cNvSpPr>
              <a:spLocks noChangeShapeType="1"/>
            </p:cNvSpPr>
            <p:nvPr/>
          </p:nvSpPr>
          <p:spPr bwMode="auto">
            <a:xfrm flipH="1">
              <a:off x="3074" y="3374"/>
              <a:ext cx="44" cy="162"/>
            </a:xfrm>
            <a:prstGeom prst="line">
              <a:avLst/>
            </a:prstGeom>
            <a:noFill/>
            <a:ln w="3175">
              <a:solidFill>
                <a:schemeClr val="tx1"/>
              </a:solidFill>
              <a:round/>
              <a:headEnd/>
              <a:tailEnd/>
            </a:ln>
          </p:spPr>
          <p:txBody>
            <a:bodyPr/>
            <a:lstStyle/>
            <a:p>
              <a:pPr defTabSz="778482"/>
              <a:endParaRPr lang="en-US" sz="800" dirty="0"/>
            </a:p>
          </p:txBody>
        </p:sp>
        <p:sp>
          <p:nvSpPr>
            <p:cNvPr id="15" name="Line 134"/>
            <p:cNvSpPr>
              <a:spLocks noChangeShapeType="1"/>
            </p:cNvSpPr>
            <p:nvPr/>
          </p:nvSpPr>
          <p:spPr bwMode="auto">
            <a:xfrm flipH="1">
              <a:off x="3098" y="3374"/>
              <a:ext cx="44" cy="162"/>
            </a:xfrm>
            <a:prstGeom prst="line">
              <a:avLst/>
            </a:prstGeom>
            <a:noFill/>
            <a:ln w="3175">
              <a:solidFill>
                <a:schemeClr val="tx1"/>
              </a:solidFill>
              <a:round/>
              <a:headEnd/>
              <a:tailEnd/>
            </a:ln>
          </p:spPr>
          <p:txBody>
            <a:bodyPr/>
            <a:lstStyle/>
            <a:p>
              <a:pPr defTabSz="778482"/>
              <a:endParaRPr lang="en-US" sz="800" dirty="0"/>
            </a:p>
          </p:txBody>
        </p:sp>
      </p:grpSp>
      <p:sp>
        <p:nvSpPr>
          <p:cNvPr id="16" name="TextBox 15"/>
          <p:cNvSpPr txBox="1"/>
          <p:nvPr/>
        </p:nvSpPr>
        <p:spPr>
          <a:xfrm>
            <a:off x="5095301" y="6373655"/>
            <a:ext cx="705998" cy="246221"/>
          </a:xfrm>
          <a:prstGeom prst="rect">
            <a:avLst/>
          </a:prstGeom>
          <a:noFill/>
        </p:spPr>
        <p:txBody>
          <a:bodyPr wrap="square" lIns="88808" tIns="44404" rIns="88808" bIns="44404" rtlCol="0">
            <a:spAutoFit/>
          </a:bodyPr>
          <a:lstStyle/>
          <a:p>
            <a:r>
              <a:rPr lang="en-US" sz="1000" baseline="0" dirty="0" smtClean="0">
                <a:solidFill>
                  <a:schemeClr val="tx2">
                    <a:lumMod val="75000"/>
                  </a:schemeClr>
                </a:solidFill>
              </a:rPr>
              <a:t>440%</a:t>
            </a:r>
            <a:endParaRPr lang="en-GB" sz="1000" baseline="0" dirty="0">
              <a:solidFill>
                <a:schemeClr val="tx2">
                  <a:lumMod val="75000"/>
                </a:schemeClr>
              </a:solidFill>
            </a:endParaRPr>
          </a:p>
        </p:txBody>
      </p:sp>
      <p:cxnSp>
        <p:nvCxnSpPr>
          <p:cNvPr id="19" name="Straight Connector 18"/>
          <p:cNvCxnSpPr/>
          <p:nvPr/>
        </p:nvCxnSpPr>
        <p:spPr bwMode="auto">
          <a:xfrm>
            <a:off x="5194300" y="6317851"/>
            <a:ext cx="0" cy="56154"/>
          </a:xfrm>
          <a:prstGeom prst="line">
            <a:avLst/>
          </a:prstGeom>
          <a:solidFill>
            <a:srgbClr val="E6E7E8"/>
          </a:solidFill>
          <a:ln w="9525" cap="flat" cmpd="sng" algn="ctr">
            <a:noFill/>
            <a:prstDash val="solid"/>
            <a:round/>
            <a:headEnd type="none" w="med" len="med"/>
            <a:tailEnd type="none" w="med" len="med"/>
          </a:ln>
          <a:effectLst/>
        </p:spPr>
      </p:cxnSp>
      <p:cxnSp>
        <p:nvCxnSpPr>
          <p:cNvPr id="22" name="Straight Connector 21"/>
          <p:cNvCxnSpPr/>
          <p:nvPr/>
        </p:nvCxnSpPr>
        <p:spPr bwMode="auto">
          <a:xfrm>
            <a:off x="5194300" y="6317851"/>
            <a:ext cx="0" cy="205980"/>
          </a:xfrm>
          <a:prstGeom prst="line">
            <a:avLst/>
          </a:prstGeom>
          <a:solidFill>
            <a:srgbClr val="E6E7E8"/>
          </a:solidFill>
          <a:ln w="9525" cap="flat" cmpd="sng" algn="ctr">
            <a:noFill/>
            <a:prstDash val="solid"/>
            <a:round/>
            <a:headEnd type="none" w="med" len="med"/>
            <a:tailEnd type="none" w="med" len="med"/>
          </a:ln>
          <a:effectLst/>
        </p:spPr>
      </p:cxnSp>
      <p:cxnSp>
        <p:nvCxnSpPr>
          <p:cNvPr id="28" name="Straight Connector 27"/>
          <p:cNvCxnSpPr/>
          <p:nvPr/>
        </p:nvCxnSpPr>
        <p:spPr bwMode="auto">
          <a:xfrm>
            <a:off x="6032500" y="3247413"/>
            <a:ext cx="0" cy="152399"/>
          </a:xfrm>
          <a:prstGeom prst="line">
            <a:avLst/>
          </a:prstGeom>
          <a:solidFill>
            <a:srgbClr val="E6E7E8"/>
          </a:solidFill>
          <a:ln w="9525" cap="flat" cmpd="sng" algn="ctr">
            <a:noFill/>
            <a:prstDash val="solid"/>
            <a:round/>
            <a:headEnd type="none" w="med" len="med"/>
            <a:tailEnd type="none" w="med" len="med"/>
          </a:ln>
          <a:effectLst/>
        </p:spPr>
      </p:cxnSp>
      <p:cxnSp>
        <p:nvCxnSpPr>
          <p:cNvPr id="30" name="Straight Connector 29"/>
          <p:cNvCxnSpPr/>
          <p:nvPr/>
        </p:nvCxnSpPr>
        <p:spPr bwMode="auto">
          <a:xfrm>
            <a:off x="3431970" y="4161631"/>
            <a:ext cx="238330" cy="0"/>
          </a:xfrm>
          <a:prstGeom prst="line">
            <a:avLst/>
          </a:prstGeom>
          <a:solidFill>
            <a:srgbClr val="E6E7E8"/>
          </a:solidFill>
          <a:ln w="9525" cap="flat" cmpd="sng" algn="ctr">
            <a:noFill/>
            <a:prstDash val="solid"/>
            <a:round/>
            <a:headEnd type="none" w="med" len="med"/>
            <a:tailEnd type="none" w="med" len="med"/>
          </a:ln>
          <a:effectLst/>
        </p:spPr>
      </p:cxnSp>
      <p:cxnSp>
        <p:nvCxnSpPr>
          <p:cNvPr id="31" name="Straight Connector 30"/>
          <p:cNvCxnSpPr/>
          <p:nvPr/>
        </p:nvCxnSpPr>
        <p:spPr bwMode="auto">
          <a:xfrm flipH="1">
            <a:off x="5305618" y="6317856"/>
            <a:ext cx="3175" cy="25798"/>
          </a:xfrm>
          <a:prstGeom prst="line">
            <a:avLst/>
          </a:prstGeom>
          <a:solidFill>
            <a:srgbClr val="E6E7E8"/>
          </a:solidFill>
          <a:ln w="9525" cap="flat" cmpd="sng" algn="ctr">
            <a:solidFill>
              <a:schemeClr val="tx1">
                <a:lumMod val="75000"/>
              </a:schemeClr>
            </a:solidFill>
            <a:prstDash val="solid"/>
            <a:round/>
            <a:headEnd type="none" w="med" len="med"/>
            <a:tailEnd type="none" w="med" len="med"/>
          </a:ln>
          <a:effectLst/>
        </p:spPr>
      </p:cxnSp>
      <p:sp>
        <p:nvSpPr>
          <p:cNvPr id="23" name="Text Box 22"/>
          <p:cNvSpPr txBox="1">
            <a:spLocks noChangeArrowheads="1"/>
          </p:cNvSpPr>
          <p:nvPr/>
        </p:nvSpPr>
        <p:spPr bwMode="auto">
          <a:xfrm>
            <a:off x="378503" y="1986841"/>
            <a:ext cx="5975307" cy="211934"/>
          </a:xfrm>
          <a:prstGeom prst="rect">
            <a:avLst/>
          </a:prstGeom>
          <a:noFill/>
          <a:ln w="9525">
            <a:noFill/>
            <a:miter lim="800000"/>
            <a:headEnd/>
            <a:tailEnd/>
          </a:ln>
        </p:spPr>
        <p:txBody>
          <a:bodyPr wrap="square" lIns="87966" tIns="43982" rIns="87966" bIns="43982">
            <a:spAutoFit/>
          </a:bodyPr>
          <a:lstStyle/>
          <a:p>
            <a:pPr>
              <a:spcBef>
                <a:spcPct val="50000"/>
              </a:spcBef>
            </a:pPr>
            <a:r>
              <a:rPr lang="en-US" sz="800" b="1" baseline="0" dirty="0" smtClean="0">
                <a:solidFill>
                  <a:schemeClr val="tx1"/>
                </a:solidFill>
              </a:rPr>
              <a:t>Note</a:t>
            </a:r>
            <a:r>
              <a:rPr lang="en-US" sz="800" baseline="0" dirty="0" smtClean="0">
                <a:solidFill>
                  <a:schemeClr val="tx1"/>
                </a:solidFill>
              </a:rPr>
              <a:t>: Blue shading indicates figures excluding CVA/DVA</a:t>
            </a:r>
            <a:endParaRPr lang="en-US" sz="800" dirty="0">
              <a:solidFill>
                <a:schemeClr val="tx1"/>
              </a:solidFill>
            </a:endParaRPr>
          </a:p>
        </p:txBody>
      </p:sp>
    </p:spTree>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44"/>
          <p:cNvSpPr txBox="1">
            <a:spLocks noChangeArrowheads="1"/>
          </p:cNvSpPr>
          <p:nvPr/>
        </p:nvSpPr>
        <p:spPr bwMode="auto">
          <a:xfrm>
            <a:off x="1420561" y="6593439"/>
            <a:ext cx="5221540" cy="912891"/>
          </a:xfrm>
          <a:prstGeom prst="rect">
            <a:avLst/>
          </a:prstGeom>
          <a:noFill/>
          <a:ln w="9525">
            <a:noFill/>
            <a:miter lim="800000"/>
            <a:headEnd/>
            <a:tailEnd/>
          </a:ln>
        </p:spPr>
        <p:txBody>
          <a:bodyPr wrap="square" lIns="103959" tIns="51981" rIns="103959" bIns="51981" anchor="b">
            <a:spAutoFit/>
          </a:bodyPr>
          <a:lstStyle/>
          <a:p>
            <a:pPr defTabSz="1041768" fontAlgn="auto">
              <a:spcBef>
                <a:spcPct val="50000"/>
              </a:spcBef>
              <a:spcAft>
                <a:spcPts val="0"/>
              </a:spcAft>
            </a:pPr>
            <a:r>
              <a:rPr lang="en-GB" sz="700" baseline="0" dirty="0" smtClean="0">
                <a:solidFill>
                  <a:srgbClr val="005C87"/>
                </a:solidFill>
                <a:latin typeface="Arial"/>
                <a:cs typeface="Arial"/>
              </a:rPr>
              <a:t>Sources: Company reports, WB Finance analysis.</a:t>
            </a:r>
          </a:p>
          <a:p>
            <a:pPr defTabSz="1041768" fontAlgn="auto">
              <a:spcBef>
                <a:spcPct val="50000"/>
              </a:spcBef>
              <a:spcAft>
                <a:spcPts val="0"/>
              </a:spcAft>
            </a:pPr>
            <a:r>
              <a:rPr lang="en-US" sz="700" baseline="30000" dirty="0" smtClean="0">
                <a:solidFill>
                  <a:srgbClr val="005C87"/>
                </a:solidFill>
                <a:latin typeface="Arial"/>
                <a:cs typeface="Arial"/>
              </a:rPr>
              <a:t>1</a:t>
            </a:r>
            <a:r>
              <a:rPr lang="en-US" sz="700" baseline="0" dirty="0" smtClean="0">
                <a:solidFill>
                  <a:srgbClr val="005C87"/>
                </a:solidFill>
                <a:latin typeface="Arial"/>
                <a:cs typeface="Arial"/>
              </a:rPr>
              <a:t> All headline SCB figures on external basis; all SCB product figures on management basis</a:t>
            </a:r>
          </a:p>
          <a:p>
            <a:pPr defTabSz="1041768" fontAlgn="auto">
              <a:spcBef>
                <a:spcPct val="50000"/>
              </a:spcBef>
              <a:spcAft>
                <a:spcPts val="0"/>
              </a:spcAft>
            </a:pPr>
            <a:r>
              <a:rPr lang="en-US" sz="700" baseline="30000" dirty="0" smtClean="0">
                <a:solidFill>
                  <a:srgbClr val="005C87"/>
                </a:solidFill>
                <a:latin typeface="Arial"/>
                <a:cs typeface="Arial"/>
              </a:rPr>
              <a:t>2</a:t>
            </a:r>
            <a:r>
              <a:rPr lang="en-US" sz="700" baseline="0" dirty="0" smtClean="0">
                <a:solidFill>
                  <a:srgbClr val="005C87"/>
                </a:solidFill>
                <a:latin typeface="Arial"/>
                <a:cs typeface="Arial"/>
              </a:rPr>
              <a:t> SCB figures include effects of US regulatory settlements. Excluding these SCB FY’12 </a:t>
            </a:r>
            <a:r>
              <a:rPr lang="en-US" sz="700" baseline="0" dirty="0" err="1" smtClean="0">
                <a:solidFill>
                  <a:srgbClr val="005C87"/>
                </a:solidFill>
                <a:latin typeface="Arial"/>
                <a:cs typeface="Arial"/>
              </a:rPr>
              <a:t>YoY</a:t>
            </a:r>
            <a:r>
              <a:rPr lang="en-US" sz="700" baseline="0" dirty="0" smtClean="0">
                <a:solidFill>
                  <a:srgbClr val="005C87"/>
                </a:solidFill>
                <a:latin typeface="Arial"/>
                <a:cs typeface="Arial"/>
              </a:rPr>
              <a:t> expense growth was +2%, and FY’12 operating profit growth was +11%</a:t>
            </a:r>
            <a:endParaRPr lang="en-GB" sz="700" baseline="0" dirty="0" smtClean="0">
              <a:solidFill>
                <a:srgbClr val="005C87"/>
              </a:solidFill>
              <a:latin typeface="Arial"/>
              <a:cs typeface="Arial"/>
            </a:endParaRPr>
          </a:p>
          <a:p>
            <a:pPr defTabSz="1041768" fontAlgn="auto">
              <a:spcBef>
                <a:spcPct val="50000"/>
              </a:spcBef>
              <a:spcAft>
                <a:spcPts val="0"/>
              </a:spcAft>
            </a:pPr>
            <a:r>
              <a:rPr lang="en-GB" sz="700" baseline="0" dirty="0" smtClean="0">
                <a:solidFill>
                  <a:srgbClr val="005C87"/>
                </a:solidFill>
                <a:latin typeface="Arial"/>
                <a:cs typeface="Arial"/>
              </a:rPr>
              <a:t>Averages based on total peer group (inclusive of SCB) income. Cells denoted “n/a” when data not available, and “n/m” when </a:t>
            </a:r>
            <a:r>
              <a:rPr lang="en-GB" sz="700" baseline="0" dirty="0" err="1" smtClean="0">
                <a:solidFill>
                  <a:srgbClr val="005C87"/>
                </a:solidFill>
                <a:latin typeface="Arial"/>
                <a:cs typeface="Arial"/>
              </a:rPr>
              <a:t>YoY</a:t>
            </a:r>
            <a:r>
              <a:rPr lang="en-GB" sz="700" baseline="0" dirty="0" smtClean="0">
                <a:solidFill>
                  <a:srgbClr val="005C87"/>
                </a:solidFill>
                <a:latin typeface="Arial"/>
                <a:cs typeface="Arial"/>
              </a:rPr>
              <a:t>% change greater than 200% or less than -200%</a:t>
            </a:r>
          </a:p>
        </p:txBody>
      </p:sp>
      <p:sp>
        <p:nvSpPr>
          <p:cNvPr id="6" name="Rectangle 14"/>
          <p:cNvSpPr txBox="1">
            <a:spLocks noChangeArrowheads="1"/>
          </p:cNvSpPr>
          <p:nvPr/>
        </p:nvSpPr>
        <p:spPr bwMode="auto">
          <a:xfrm>
            <a:off x="412751" y="368300"/>
            <a:ext cx="9867900" cy="587375"/>
          </a:xfrm>
          <a:prstGeom prst="rect">
            <a:avLst/>
          </a:prstGeom>
          <a:noFill/>
          <a:ln w="9525">
            <a:noFill/>
            <a:miter lim="800000"/>
            <a:headEnd/>
            <a:tailEnd/>
          </a:ln>
        </p:spPr>
        <p:txBody>
          <a:bodyPr vert="horz" wrap="square" lIns="0" tIns="51596" rIns="103192" bIns="51596" numCol="1" anchor="ctr" anchorCtr="0" compatLnSpc="1">
            <a:prstTxWarp prst="textNoShape">
              <a:avLst/>
            </a:prstTxWarp>
          </a:bodyPr>
          <a:lstStyle/>
          <a:p>
            <a:pPr lvl="0" defTabSz="1032186"/>
            <a:r>
              <a:rPr lang="en-US" sz="2200" kern="0" baseline="0" dirty="0" smtClean="0">
                <a:solidFill>
                  <a:srgbClr val="6D6E71"/>
                </a:solidFill>
                <a:latin typeface="+mj-lt"/>
                <a:ea typeface="+mj-ea"/>
                <a:cs typeface="+mj-cs"/>
              </a:rPr>
              <a:t>WB Equivalent Global Peer Group: FY’12 </a:t>
            </a:r>
            <a:r>
              <a:rPr lang="en-US" sz="2200" kern="0" baseline="0" dirty="0" err="1" smtClean="0">
                <a:solidFill>
                  <a:srgbClr val="6D6E71"/>
                </a:solidFill>
                <a:latin typeface="+mj-lt"/>
                <a:ea typeface="+mj-ea"/>
                <a:cs typeface="+mj-cs"/>
              </a:rPr>
              <a:t>YoY</a:t>
            </a:r>
            <a:r>
              <a:rPr lang="en-US" sz="2200" kern="0" baseline="0" dirty="0" smtClean="0">
                <a:solidFill>
                  <a:srgbClr val="6D6E71"/>
                </a:solidFill>
                <a:latin typeface="+mj-lt"/>
                <a:ea typeface="+mj-ea"/>
                <a:cs typeface="+mj-cs"/>
              </a:rPr>
              <a:t> Performance Summary</a:t>
            </a:r>
          </a:p>
        </p:txBody>
      </p:sp>
      <p:pic>
        <p:nvPicPr>
          <p:cNvPr id="274434" name="Picture 2"/>
          <p:cNvPicPr>
            <a:picLocks noChangeAspect="1" noChangeArrowheads="1"/>
          </p:cNvPicPr>
          <p:nvPr/>
        </p:nvPicPr>
        <p:blipFill>
          <a:blip r:embed="rId2" cstate="print"/>
          <a:srcRect/>
          <a:stretch>
            <a:fillRect/>
          </a:stretch>
        </p:blipFill>
        <p:spPr bwMode="auto">
          <a:xfrm>
            <a:off x="262636" y="1262587"/>
            <a:ext cx="10168128" cy="5341485"/>
          </a:xfrm>
          <a:prstGeom prst="rect">
            <a:avLst/>
          </a:prstGeom>
          <a:noFill/>
          <a:ln w="9525">
            <a:noFill/>
            <a:miter lim="800000"/>
            <a:headEnd/>
            <a:tailEnd/>
          </a:ln>
          <a:effectLst/>
        </p:spPr>
      </p:pic>
      <p:sp>
        <p:nvSpPr>
          <p:cNvPr id="8" name="Text Box 144"/>
          <p:cNvSpPr txBox="1">
            <a:spLocks noChangeArrowheads="1"/>
          </p:cNvSpPr>
          <p:nvPr/>
        </p:nvSpPr>
        <p:spPr bwMode="auto">
          <a:xfrm>
            <a:off x="2681432" y="1219749"/>
            <a:ext cx="403075" cy="197310"/>
          </a:xfrm>
          <a:prstGeom prst="rect">
            <a:avLst/>
          </a:prstGeom>
          <a:noFill/>
          <a:ln w="9525">
            <a:noFill/>
            <a:miter lim="800000"/>
            <a:headEnd/>
            <a:tailEnd/>
          </a:ln>
        </p:spPr>
        <p:txBody>
          <a:bodyPr wrap="square" lIns="103959" tIns="51981" rIns="103959" bIns="51981" anchor="b">
            <a:spAutoFit/>
          </a:bodyPr>
          <a:lstStyle/>
          <a:p>
            <a:pPr algn="ctr" defTabSz="1041768" fontAlgn="auto">
              <a:spcBef>
                <a:spcPct val="50000"/>
              </a:spcBef>
              <a:spcAft>
                <a:spcPts val="0"/>
              </a:spcAft>
            </a:pPr>
            <a:r>
              <a:rPr lang="en-US" sz="600" baseline="0" dirty="0" smtClean="0">
                <a:solidFill>
                  <a:srgbClr val="FFFFFF"/>
                </a:solidFill>
                <a:latin typeface="Arial"/>
                <a:cs typeface="Arial"/>
              </a:rPr>
              <a:t>1,2</a:t>
            </a:r>
            <a:endParaRPr lang="en-GB" sz="600" baseline="0" dirty="0" smtClean="0">
              <a:solidFill>
                <a:srgbClr val="FFFFFF"/>
              </a:solidFill>
              <a:latin typeface="Arial"/>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1745" name="Picture 2" descr="Visual Identitiy Band"/>
          <p:cNvPicPr preferRelativeResize="0">
            <a:picLocks noChangeArrowheads="1"/>
          </p:cNvPicPr>
          <p:nvPr/>
        </p:nvPicPr>
        <p:blipFill>
          <a:blip r:embed="rId3" cstate="print"/>
          <a:srcRect/>
          <a:stretch>
            <a:fillRect/>
          </a:stretch>
        </p:blipFill>
        <p:spPr bwMode="auto">
          <a:xfrm>
            <a:off x="0" y="2381465"/>
            <a:ext cx="10693400" cy="61913"/>
          </a:xfrm>
          <a:prstGeom prst="rect">
            <a:avLst/>
          </a:prstGeom>
          <a:noFill/>
          <a:ln w="9525">
            <a:noFill/>
            <a:miter lim="800000"/>
            <a:headEnd/>
            <a:tailEnd/>
          </a:ln>
        </p:spPr>
      </p:pic>
      <p:sp>
        <p:nvSpPr>
          <p:cNvPr id="31746" name="Rectangle 3"/>
          <p:cNvSpPr>
            <a:spLocks noGrp="1" noChangeArrowheads="1"/>
          </p:cNvSpPr>
          <p:nvPr>
            <p:ph type="ctrTitle"/>
          </p:nvPr>
        </p:nvSpPr>
        <p:spPr>
          <a:xfrm>
            <a:off x="669925" y="2522543"/>
            <a:ext cx="8834438" cy="2424112"/>
          </a:xfrm>
        </p:spPr>
        <p:txBody>
          <a:bodyPr/>
          <a:lstStyle/>
          <a:p>
            <a:pPr eaLnBrk="1" hangingPunct="1"/>
            <a:r>
              <a:rPr lang="en-US" dirty="0" smtClean="0">
                <a:solidFill>
                  <a:srgbClr val="6C6C6C"/>
                </a:solidFill>
              </a:rPr>
              <a:t>WB Equivalent Product Drill Down</a:t>
            </a:r>
            <a:br>
              <a:rPr lang="en-US" dirty="0" smtClean="0">
                <a:solidFill>
                  <a:srgbClr val="6C6C6C"/>
                </a:solidFill>
              </a:rPr>
            </a:br>
            <a:r>
              <a:rPr lang="en-US" dirty="0" smtClean="0">
                <a:solidFill>
                  <a:srgbClr val="6C6C6C"/>
                </a:solidFill>
              </a:rPr>
              <a:t/>
            </a:r>
            <a:br>
              <a:rPr lang="en-US" dirty="0" smtClean="0">
                <a:solidFill>
                  <a:srgbClr val="6C6C6C"/>
                </a:solidFill>
              </a:rPr>
            </a:br>
            <a:r>
              <a:rPr lang="en-US" sz="2900" dirty="0" smtClean="0">
                <a:solidFill>
                  <a:srgbClr val="6C6C6C"/>
                </a:solidFill>
              </a:rPr>
              <a:t>Transaction Banking</a:t>
            </a:r>
            <a:endParaRPr lang="en-GB" dirty="0" smtClean="0">
              <a:solidFill>
                <a:srgbClr val="6C6C6C"/>
              </a:solidFill>
            </a:endParaRPr>
          </a:p>
        </p:txBody>
      </p:sp>
    </p:spTree>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Line 83"/>
          <p:cNvSpPr>
            <a:spLocks noChangeShapeType="1"/>
          </p:cNvSpPr>
          <p:nvPr/>
        </p:nvSpPr>
        <p:spPr bwMode="auto">
          <a:xfrm flipH="1" flipV="1">
            <a:off x="2381693" y="2791789"/>
            <a:ext cx="2935" cy="3532677"/>
          </a:xfrm>
          <a:prstGeom prst="line">
            <a:avLst/>
          </a:prstGeom>
          <a:noFill/>
          <a:ln w="19050">
            <a:solidFill>
              <a:srgbClr val="DA0000"/>
            </a:solidFill>
            <a:prstDash val="dash"/>
            <a:round/>
            <a:headEnd/>
            <a:tailEnd/>
          </a:ln>
        </p:spPr>
        <p:txBody>
          <a:bodyPr lIns="88459" tIns="44228" rIns="88459" bIns="44228"/>
          <a:lstStyle/>
          <a:p>
            <a:pPr defTabSz="1013301" fontAlgn="auto">
              <a:spcBef>
                <a:spcPts val="0"/>
              </a:spcBef>
              <a:spcAft>
                <a:spcPts val="0"/>
              </a:spcAft>
            </a:pPr>
            <a:endParaRPr lang="en-US" sz="1300" baseline="0" dirty="0">
              <a:solidFill>
                <a:srgbClr val="005C87"/>
              </a:solidFill>
              <a:latin typeface="Arial"/>
            </a:endParaRPr>
          </a:p>
        </p:txBody>
      </p:sp>
      <p:sp>
        <p:nvSpPr>
          <p:cNvPr id="81" name="Line 83"/>
          <p:cNvSpPr>
            <a:spLocks noChangeShapeType="1"/>
          </p:cNvSpPr>
          <p:nvPr/>
        </p:nvSpPr>
        <p:spPr bwMode="auto">
          <a:xfrm flipV="1">
            <a:off x="8753391" y="2840922"/>
            <a:ext cx="7653" cy="3357982"/>
          </a:xfrm>
          <a:prstGeom prst="line">
            <a:avLst/>
          </a:prstGeom>
          <a:noFill/>
          <a:ln w="19050">
            <a:solidFill>
              <a:srgbClr val="DA0000"/>
            </a:solidFill>
            <a:prstDash val="dash"/>
            <a:round/>
            <a:headEnd/>
            <a:tailEnd/>
          </a:ln>
        </p:spPr>
        <p:txBody>
          <a:bodyPr lIns="88459" tIns="44228" rIns="88459" bIns="44228"/>
          <a:lstStyle/>
          <a:p>
            <a:pPr defTabSz="1013301" fontAlgn="auto">
              <a:spcBef>
                <a:spcPts val="0"/>
              </a:spcBef>
              <a:spcAft>
                <a:spcPts val="0"/>
              </a:spcAft>
            </a:pPr>
            <a:endParaRPr lang="en-US" sz="1300" baseline="0" dirty="0">
              <a:solidFill>
                <a:srgbClr val="005C87"/>
              </a:solidFill>
              <a:latin typeface="Arial"/>
            </a:endParaRPr>
          </a:p>
        </p:txBody>
      </p:sp>
      <p:pic>
        <p:nvPicPr>
          <p:cNvPr id="275460" name="Picture 4"/>
          <p:cNvPicPr>
            <a:picLocks noChangeAspect="1" noChangeArrowheads="1"/>
          </p:cNvPicPr>
          <p:nvPr/>
        </p:nvPicPr>
        <p:blipFill>
          <a:blip r:embed="rId3" cstate="print"/>
          <a:srcRect/>
          <a:stretch>
            <a:fillRect/>
          </a:stretch>
        </p:blipFill>
        <p:spPr bwMode="auto">
          <a:xfrm>
            <a:off x="6237055" y="2763727"/>
            <a:ext cx="3971925" cy="4438650"/>
          </a:xfrm>
          <a:prstGeom prst="rect">
            <a:avLst/>
          </a:prstGeom>
          <a:noFill/>
          <a:ln w="9525">
            <a:noFill/>
            <a:miter lim="800000"/>
            <a:headEnd/>
            <a:tailEnd/>
          </a:ln>
          <a:effectLst/>
        </p:spPr>
      </p:pic>
      <p:pic>
        <p:nvPicPr>
          <p:cNvPr id="288770" name="Picture 2"/>
          <p:cNvPicPr>
            <a:picLocks noChangeAspect="1" noChangeArrowheads="1"/>
          </p:cNvPicPr>
          <p:nvPr/>
        </p:nvPicPr>
        <p:blipFill>
          <a:blip r:embed="rId4" cstate="print"/>
          <a:srcRect/>
          <a:stretch>
            <a:fillRect/>
          </a:stretch>
        </p:blipFill>
        <p:spPr bwMode="auto">
          <a:xfrm>
            <a:off x="709382" y="2761019"/>
            <a:ext cx="4210050" cy="4381501"/>
          </a:xfrm>
          <a:prstGeom prst="rect">
            <a:avLst/>
          </a:prstGeom>
          <a:noFill/>
          <a:ln w="9525">
            <a:noFill/>
            <a:miter lim="800000"/>
            <a:headEnd/>
            <a:tailEnd/>
          </a:ln>
          <a:effectLst/>
        </p:spPr>
      </p:pic>
      <p:sp>
        <p:nvSpPr>
          <p:cNvPr id="33793" name="Rectangle 2"/>
          <p:cNvSpPr>
            <a:spLocks noGrp="1" noChangeArrowheads="1"/>
          </p:cNvSpPr>
          <p:nvPr>
            <p:ph type="title" idx="4294967295"/>
          </p:nvPr>
        </p:nvSpPr>
        <p:spPr/>
        <p:txBody>
          <a:bodyPr/>
          <a:lstStyle/>
          <a:p>
            <a:pPr defTabSz="1007188" eaLnBrk="1" hangingPunct="1"/>
            <a:r>
              <a:rPr lang="en-GB" sz="2200" dirty="0" smtClean="0">
                <a:latin typeface="+mn-lt"/>
                <a:ea typeface="+mn-ea"/>
                <a:cs typeface="Arial" charset="0"/>
              </a:rPr>
              <a:t>SCB FY’12 Transaction Banking growth of +13% was second highest in the peer group driven by H1 performance</a:t>
            </a:r>
            <a:endParaRPr lang="en-GB" sz="2200" dirty="0">
              <a:latin typeface="+mn-lt"/>
              <a:ea typeface="+mn-ea"/>
              <a:cs typeface="Arial" charset="0"/>
            </a:endParaRPr>
          </a:p>
        </p:txBody>
      </p:sp>
      <p:sp>
        <p:nvSpPr>
          <p:cNvPr id="33794" name="Line 30"/>
          <p:cNvSpPr>
            <a:spLocks noChangeShapeType="1"/>
          </p:cNvSpPr>
          <p:nvPr/>
        </p:nvSpPr>
        <p:spPr bwMode="auto">
          <a:xfrm>
            <a:off x="427159" y="2085848"/>
            <a:ext cx="4456112" cy="0"/>
          </a:xfrm>
          <a:prstGeom prst="line">
            <a:avLst/>
          </a:prstGeom>
          <a:noFill/>
          <a:ln w="9525">
            <a:solidFill>
              <a:schemeClr val="accent1"/>
            </a:solidFill>
            <a:round/>
            <a:headEnd/>
            <a:tailEnd/>
          </a:ln>
        </p:spPr>
        <p:txBody>
          <a:bodyPr lIns="88475" tIns="44236" rIns="88475" bIns="44236"/>
          <a:lstStyle/>
          <a:p>
            <a:pPr defTabSz="1013301" fontAlgn="auto">
              <a:spcBef>
                <a:spcPts val="0"/>
              </a:spcBef>
              <a:spcAft>
                <a:spcPts val="0"/>
              </a:spcAft>
            </a:pPr>
            <a:endParaRPr lang="en-US" sz="2100" baseline="0" dirty="0">
              <a:solidFill>
                <a:srgbClr val="005C87"/>
              </a:solidFill>
              <a:latin typeface="Arial"/>
            </a:endParaRPr>
          </a:p>
        </p:txBody>
      </p:sp>
      <p:sp>
        <p:nvSpPr>
          <p:cNvPr id="33797" name="Line 30"/>
          <p:cNvSpPr>
            <a:spLocks noChangeShapeType="1"/>
          </p:cNvSpPr>
          <p:nvPr/>
        </p:nvSpPr>
        <p:spPr bwMode="auto">
          <a:xfrm>
            <a:off x="5662384" y="2085848"/>
            <a:ext cx="4754880" cy="0"/>
          </a:xfrm>
          <a:prstGeom prst="line">
            <a:avLst/>
          </a:prstGeom>
          <a:noFill/>
          <a:ln w="9525">
            <a:solidFill>
              <a:schemeClr val="accent1"/>
            </a:solidFill>
            <a:round/>
            <a:headEnd/>
            <a:tailEnd/>
          </a:ln>
        </p:spPr>
        <p:txBody>
          <a:bodyPr lIns="88475" tIns="44236" rIns="88475" bIns="44236"/>
          <a:lstStyle/>
          <a:p>
            <a:pPr defTabSz="1013301" fontAlgn="auto">
              <a:spcBef>
                <a:spcPts val="0"/>
              </a:spcBef>
              <a:spcAft>
                <a:spcPts val="0"/>
              </a:spcAft>
            </a:pPr>
            <a:endParaRPr lang="en-US" sz="2100" baseline="0" dirty="0">
              <a:solidFill>
                <a:srgbClr val="005C87"/>
              </a:solidFill>
              <a:latin typeface="Arial"/>
            </a:endParaRPr>
          </a:p>
        </p:txBody>
      </p:sp>
      <p:sp>
        <p:nvSpPr>
          <p:cNvPr id="33798" name="Line 30"/>
          <p:cNvSpPr>
            <a:spLocks noChangeShapeType="1"/>
          </p:cNvSpPr>
          <p:nvPr/>
        </p:nvSpPr>
        <p:spPr bwMode="auto">
          <a:xfrm rot="5400000">
            <a:off x="3294634" y="4399980"/>
            <a:ext cx="4234307" cy="0"/>
          </a:xfrm>
          <a:prstGeom prst="line">
            <a:avLst/>
          </a:prstGeom>
          <a:noFill/>
          <a:ln w="9525">
            <a:solidFill>
              <a:schemeClr val="accent1"/>
            </a:solidFill>
            <a:round/>
            <a:headEnd/>
            <a:tailEnd/>
          </a:ln>
        </p:spPr>
        <p:txBody>
          <a:bodyPr lIns="88475" tIns="44236" rIns="88475" bIns="44236"/>
          <a:lstStyle/>
          <a:p>
            <a:pPr defTabSz="1013301" fontAlgn="auto">
              <a:spcBef>
                <a:spcPts val="0"/>
              </a:spcBef>
              <a:spcAft>
                <a:spcPts val="0"/>
              </a:spcAft>
            </a:pPr>
            <a:endParaRPr lang="en-US" sz="2100" baseline="0" dirty="0">
              <a:solidFill>
                <a:srgbClr val="005C87"/>
              </a:solidFill>
              <a:latin typeface="Arial"/>
            </a:endParaRPr>
          </a:p>
        </p:txBody>
      </p:sp>
      <p:sp>
        <p:nvSpPr>
          <p:cNvPr id="12" name="Text Box 144"/>
          <p:cNvSpPr txBox="1">
            <a:spLocks noChangeArrowheads="1"/>
          </p:cNvSpPr>
          <p:nvPr/>
        </p:nvSpPr>
        <p:spPr bwMode="auto">
          <a:xfrm>
            <a:off x="1452566" y="7042831"/>
            <a:ext cx="5468937" cy="320152"/>
          </a:xfrm>
          <a:prstGeom prst="rect">
            <a:avLst/>
          </a:prstGeom>
          <a:noFill/>
          <a:ln w="9525">
            <a:noFill/>
            <a:miter lim="800000"/>
            <a:headEnd/>
            <a:tailEnd/>
          </a:ln>
        </p:spPr>
        <p:txBody>
          <a:bodyPr wrap="square" lIns="88459" tIns="44228" rIns="88459" bIns="44228" anchor="b">
            <a:spAutoFit/>
          </a:bodyPr>
          <a:lstStyle/>
          <a:p>
            <a:pPr defTabSz="1013301" fontAlgn="auto">
              <a:spcBef>
                <a:spcPct val="50000"/>
              </a:spcBef>
              <a:spcAft>
                <a:spcPts val="0"/>
              </a:spcAft>
            </a:pPr>
            <a:r>
              <a:rPr lang="en-GB" sz="600" baseline="0" dirty="0">
                <a:solidFill>
                  <a:srgbClr val="005C87"/>
                </a:solidFill>
                <a:latin typeface="Arial"/>
              </a:rPr>
              <a:t>Sources: Company reports, WB </a:t>
            </a:r>
            <a:r>
              <a:rPr lang="en-GB" sz="600" baseline="0" dirty="0" smtClean="0">
                <a:solidFill>
                  <a:srgbClr val="005C87"/>
                </a:solidFill>
                <a:latin typeface="Arial"/>
              </a:rPr>
              <a:t>Performance Management Analysis. </a:t>
            </a:r>
            <a:endParaRPr lang="en-GB" sz="600" baseline="0" dirty="0">
              <a:solidFill>
                <a:srgbClr val="005C87"/>
              </a:solidFill>
              <a:latin typeface="Arial"/>
            </a:endParaRPr>
          </a:p>
          <a:p>
            <a:pPr marL="0" lvl="1" defTabSz="1013301" fontAlgn="auto">
              <a:spcBef>
                <a:spcPct val="50000"/>
              </a:spcBef>
              <a:spcAft>
                <a:spcPts val="0"/>
              </a:spcAft>
            </a:pPr>
            <a:r>
              <a:rPr lang="en-US" sz="600" baseline="30000" dirty="0">
                <a:solidFill>
                  <a:srgbClr val="005C87"/>
                </a:solidFill>
                <a:latin typeface="Arial"/>
              </a:rPr>
              <a:t>1 </a:t>
            </a:r>
            <a:r>
              <a:rPr lang="en-US" sz="600" baseline="0" dirty="0">
                <a:solidFill>
                  <a:srgbClr val="005C87"/>
                </a:solidFill>
                <a:latin typeface="Arial"/>
              </a:rPr>
              <a:t>SCB total Transaction Banking FY 12 Income on externally reported basis. All other SCB figures on management basis</a:t>
            </a:r>
            <a:r>
              <a:rPr lang="en-US" sz="600" baseline="0" dirty="0" smtClean="0">
                <a:solidFill>
                  <a:srgbClr val="005C87"/>
                </a:solidFill>
                <a:latin typeface="Arial"/>
              </a:rPr>
              <a:t>.</a:t>
            </a:r>
            <a:endParaRPr lang="en-US" sz="600" baseline="0" dirty="0">
              <a:solidFill>
                <a:srgbClr val="005C87"/>
              </a:solidFill>
              <a:latin typeface="Arial"/>
            </a:endParaRPr>
          </a:p>
        </p:txBody>
      </p:sp>
      <p:sp>
        <p:nvSpPr>
          <p:cNvPr id="14" name="Rectangle 3"/>
          <p:cNvSpPr>
            <a:spLocks noChangeArrowheads="1"/>
          </p:cNvSpPr>
          <p:nvPr/>
        </p:nvSpPr>
        <p:spPr bwMode="auto">
          <a:xfrm>
            <a:off x="1746028" y="2282036"/>
            <a:ext cx="1752600" cy="415925"/>
          </a:xfrm>
          <a:prstGeom prst="rect">
            <a:avLst/>
          </a:prstGeom>
          <a:noFill/>
          <a:ln w="9525">
            <a:noFill/>
            <a:miter lim="800000"/>
            <a:headEnd/>
            <a:tailEnd/>
          </a:ln>
        </p:spPr>
        <p:txBody>
          <a:bodyPr lIns="0" tIns="0" rIns="0" bIns="0"/>
          <a:lstStyle/>
          <a:p>
            <a:pPr marL="7691" indent="-7691" algn="ctr" defTabSz="1009145" fontAlgn="auto">
              <a:spcBef>
                <a:spcPct val="30000"/>
              </a:spcBef>
              <a:spcAft>
                <a:spcPct val="20000"/>
              </a:spcAft>
              <a:buClr>
                <a:srgbClr val="22AA47"/>
              </a:buClr>
              <a:buSzPct val="110000"/>
            </a:pPr>
            <a:r>
              <a:rPr lang="en-US" sz="1300" i="1" baseline="0" dirty="0">
                <a:solidFill>
                  <a:srgbClr val="005C87"/>
                </a:solidFill>
                <a:latin typeface="Arial"/>
              </a:rPr>
              <a:t>FY’12 Average YoY Income Growth: +7%</a:t>
            </a:r>
          </a:p>
        </p:txBody>
      </p:sp>
      <p:sp>
        <p:nvSpPr>
          <p:cNvPr id="26" name="Rectangle 25"/>
          <p:cNvSpPr/>
          <p:nvPr/>
        </p:nvSpPr>
        <p:spPr>
          <a:xfrm>
            <a:off x="33304" y="2263134"/>
            <a:ext cx="1310072" cy="369235"/>
          </a:xfrm>
          <a:prstGeom prst="rect">
            <a:avLst/>
          </a:prstGeom>
        </p:spPr>
        <p:txBody>
          <a:bodyPr wrap="square" lIns="88808" tIns="44404" rIns="88808" bIns="44404">
            <a:spAutoFit/>
          </a:bodyPr>
          <a:lstStyle/>
          <a:p>
            <a:pPr algn="ctr" defTabSz="1013301" fontAlgn="auto">
              <a:spcBef>
                <a:spcPts val="0"/>
              </a:spcBef>
              <a:spcAft>
                <a:spcPts val="0"/>
              </a:spcAft>
            </a:pPr>
            <a:r>
              <a:rPr lang="en-GB" b="1" baseline="0" dirty="0">
                <a:solidFill>
                  <a:srgbClr val="005C87"/>
                </a:solidFill>
                <a:latin typeface="Arial"/>
              </a:rPr>
              <a:t>FY'12 Income (</a:t>
            </a:r>
            <a:r>
              <a:rPr lang="en-GB" b="1" baseline="0" dirty="0" err="1">
                <a:solidFill>
                  <a:srgbClr val="005C87"/>
                </a:solidFill>
                <a:latin typeface="Arial"/>
              </a:rPr>
              <a:t>US$m</a:t>
            </a:r>
            <a:r>
              <a:rPr lang="en-GB" b="1" baseline="0" dirty="0">
                <a:solidFill>
                  <a:srgbClr val="005C87"/>
                </a:solidFill>
                <a:latin typeface="Arial"/>
              </a:rPr>
              <a:t>)</a:t>
            </a:r>
            <a:endParaRPr lang="en-GB" baseline="0" dirty="0">
              <a:solidFill>
                <a:srgbClr val="005C87"/>
              </a:solidFill>
              <a:latin typeface="Arial"/>
            </a:endParaRPr>
          </a:p>
        </p:txBody>
      </p:sp>
      <p:sp>
        <p:nvSpPr>
          <p:cNvPr id="20" name="TextBox 19"/>
          <p:cNvSpPr txBox="1"/>
          <p:nvPr/>
        </p:nvSpPr>
        <p:spPr>
          <a:xfrm>
            <a:off x="1460413" y="3200045"/>
            <a:ext cx="296863" cy="146837"/>
          </a:xfrm>
          <a:prstGeom prst="rect">
            <a:avLst/>
          </a:prstGeom>
          <a:noFill/>
        </p:spPr>
        <p:txBody>
          <a:bodyPr wrap="square" lIns="88539" tIns="44268" rIns="88539" bIns="44268" rtlCol="0">
            <a:noAutofit/>
          </a:bodyPr>
          <a:lstStyle/>
          <a:p>
            <a:pPr defTabSz="1013301"/>
            <a:r>
              <a:rPr lang="en-US" sz="800" baseline="30000" dirty="0">
                <a:solidFill>
                  <a:srgbClr val="005C87"/>
                </a:solidFill>
                <a:latin typeface="Arial"/>
              </a:rPr>
              <a:t>1</a:t>
            </a:r>
            <a:endParaRPr lang="en-GB" sz="800" baseline="30000" dirty="0">
              <a:solidFill>
                <a:srgbClr val="005C87"/>
              </a:solidFill>
              <a:latin typeface="Arial"/>
            </a:endParaRPr>
          </a:p>
        </p:txBody>
      </p:sp>
      <p:grpSp>
        <p:nvGrpSpPr>
          <p:cNvPr id="49" name="Group 48"/>
          <p:cNvGrpSpPr/>
          <p:nvPr/>
        </p:nvGrpSpPr>
        <p:grpSpPr>
          <a:xfrm>
            <a:off x="457417" y="1467217"/>
            <a:ext cx="4446587" cy="531927"/>
            <a:chOff x="457413" y="1365614"/>
            <a:chExt cx="4446587" cy="531927"/>
          </a:xfrm>
        </p:grpSpPr>
        <p:sp>
          <p:nvSpPr>
            <p:cNvPr id="33795" name="Rectangle 39"/>
            <p:cNvSpPr>
              <a:spLocks noChangeArrowheads="1"/>
            </p:cNvSpPr>
            <p:nvPr/>
          </p:nvSpPr>
          <p:spPr bwMode="auto">
            <a:xfrm>
              <a:off x="457413" y="1397479"/>
              <a:ext cx="4446587" cy="500062"/>
            </a:xfrm>
            <a:prstGeom prst="rect">
              <a:avLst/>
            </a:prstGeom>
            <a:noFill/>
            <a:ln w="9525">
              <a:noFill/>
              <a:miter lim="800000"/>
              <a:headEnd/>
              <a:tailEnd/>
            </a:ln>
          </p:spPr>
          <p:txBody>
            <a:bodyPr lIns="0" tIns="0" rIns="0" bIns="0"/>
            <a:lstStyle/>
            <a:p>
              <a:pPr defTabSz="1009324" fontAlgn="auto">
                <a:spcBef>
                  <a:spcPct val="40000"/>
                </a:spcBef>
                <a:spcAft>
                  <a:spcPct val="20000"/>
                </a:spcAft>
                <a:buClr>
                  <a:srgbClr val="005C87"/>
                </a:buClr>
              </a:pPr>
              <a:r>
                <a:rPr lang="en-US" sz="1300" b="1" baseline="0" dirty="0">
                  <a:solidFill>
                    <a:srgbClr val="005C87"/>
                  </a:solidFill>
                  <a:latin typeface="Arial"/>
                </a:rPr>
                <a:t>Transaction </a:t>
              </a:r>
              <a:r>
                <a:rPr lang="en-US" sz="1300" b="1" baseline="0" dirty="0" smtClean="0">
                  <a:solidFill>
                    <a:srgbClr val="005C87"/>
                  </a:solidFill>
                  <a:latin typeface="Arial"/>
                </a:rPr>
                <a:t>Banking Income: </a:t>
              </a:r>
              <a:r>
                <a:rPr lang="en-US" sz="1300" b="1" baseline="0" dirty="0">
                  <a:solidFill>
                    <a:srgbClr val="005C87"/>
                  </a:solidFill>
                  <a:latin typeface="Arial"/>
                </a:rPr>
                <a:t>FY’12 </a:t>
              </a:r>
              <a:r>
                <a:rPr lang="en-US" sz="1300" b="1" baseline="0" dirty="0" err="1">
                  <a:solidFill>
                    <a:srgbClr val="005C87"/>
                  </a:solidFill>
                  <a:latin typeface="Arial"/>
                </a:rPr>
                <a:t>YoY</a:t>
              </a:r>
              <a:endParaRPr lang="en-US" sz="1300" b="1" baseline="0" dirty="0">
                <a:solidFill>
                  <a:srgbClr val="005C87"/>
                </a:solidFill>
                <a:latin typeface="Arial"/>
              </a:endParaRPr>
            </a:p>
            <a:p>
              <a:pPr defTabSz="1009324" fontAlgn="auto">
                <a:spcBef>
                  <a:spcPct val="40000"/>
                </a:spcBef>
                <a:spcAft>
                  <a:spcPct val="20000"/>
                </a:spcAft>
                <a:buClr>
                  <a:srgbClr val="005C87"/>
                </a:buClr>
              </a:pPr>
              <a:r>
                <a:rPr lang="en-US" sz="1300" baseline="0" dirty="0">
                  <a:solidFill>
                    <a:srgbClr val="005C87"/>
                  </a:solidFill>
                  <a:latin typeface="Arial"/>
                </a:rPr>
                <a:t>(%, $m)</a:t>
              </a:r>
            </a:p>
          </p:txBody>
        </p:sp>
        <p:sp>
          <p:nvSpPr>
            <p:cNvPr id="34" name="TextBox 33"/>
            <p:cNvSpPr txBox="1"/>
            <p:nvPr/>
          </p:nvSpPr>
          <p:spPr>
            <a:xfrm>
              <a:off x="3502858" y="1365614"/>
              <a:ext cx="296863" cy="146837"/>
            </a:xfrm>
            <a:prstGeom prst="rect">
              <a:avLst/>
            </a:prstGeom>
            <a:noFill/>
          </p:spPr>
          <p:txBody>
            <a:bodyPr wrap="square" lIns="88584" tIns="44292" rIns="88584" bIns="44292" rtlCol="0">
              <a:noAutofit/>
            </a:bodyPr>
            <a:lstStyle/>
            <a:p>
              <a:pPr defTabSz="1013301"/>
              <a:r>
                <a:rPr lang="en-US" sz="800" baseline="30000" dirty="0">
                  <a:solidFill>
                    <a:srgbClr val="005C87"/>
                  </a:solidFill>
                  <a:latin typeface="Arial"/>
                </a:rPr>
                <a:t>1</a:t>
              </a:r>
              <a:endParaRPr lang="en-GB" sz="800" baseline="30000" dirty="0">
                <a:solidFill>
                  <a:srgbClr val="005C87"/>
                </a:solidFill>
                <a:latin typeface="Arial"/>
              </a:endParaRPr>
            </a:p>
          </p:txBody>
        </p:sp>
      </p:grpSp>
      <p:sp>
        <p:nvSpPr>
          <p:cNvPr id="42" name="Text Box 14"/>
          <p:cNvSpPr txBox="1">
            <a:spLocks noChangeArrowheads="1"/>
          </p:cNvSpPr>
          <p:nvPr/>
        </p:nvSpPr>
        <p:spPr bwMode="auto">
          <a:xfrm>
            <a:off x="390958" y="4293812"/>
            <a:ext cx="594765" cy="358290"/>
          </a:xfrm>
          <a:prstGeom prst="rect">
            <a:avLst/>
          </a:prstGeom>
          <a:noFill/>
          <a:ln w="9525">
            <a:noFill/>
            <a:miter lim="800000"/>
            <a:headEnd/>
            <a:tailEnd/>
          </a:ln>
        </p:spPr>
        <p:txBody>
          <a:bodyPr wrap="square" lIns="30428" tIns="25346" rIns="30428" bIns="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1014017" fontAlgn="auto">
              <a:spcBef>
                <a:spcPts val="0"/>
              </a:spcBef>
              <a:spcAft>
                <a:spcPts val="0"/>
              </a:spcAft>
              <a:defRPr sz="1000"/>
            </a:pPr>
            <a:r>
              <a:rPr lang="en-GB" sz="1000" kern="0" baseline="0" dirty="0" smtClean="0">
                <a:solidFill>
                  <a:srgbClr val="005C87"/>
                </a:solidFill>
                <a:cs typeface="Arial"/>
              </a:rPr>
              <a:t>10,677</a:t>
            </a:r>
            <a:endParaRPr lang="en-GB" sz="1000" kern="0" baseline="0" dirty="0">
              <a:solidFill>
                <a:srgbClr val="005C87"/>
              </a:solidFill>
              <a:cs typeface="Arial"/>
            </a:endParaRPr>
          </a:p>
        </p:txBody>
      </p:sp>
      <p:sp>
        <p:nvSpPr>
          <p:cNvPr id="43" name="Text Box 14"/>
          <p:cNvSpPr txBox="1">
            <a:spLocks noChangeArrowheads="1"/>
          </p:cNvSpPr>
          <p:nvPr/>
        </p:nvSpPr>
        <p:spPr bwMode="auto">
          <a:xfrm>
            <a:off x="410312" y="3943446"/>
            <a:ext cx="556057" cy="338880"/>
          </a:xfrm>
          <a:prstGeom prst="rect">
            <a:avLst/>
          </a:prstGeom>
          <a:noFill/>
          <a:ln w="9525">
            <a:noFill/>
            <a:miter lim="800000"/>
            <a:headEnd/>
            <a:tailEnd/>
          </a:ln>
        </p:spPr>
        <p:txBody>
          <a:bodyPr wrap="square" lIns="30428" tIns="25346" rIns="30428" bIns="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1014017" fontAlgn="auto">
              <a:spcBef>
                <a:spcPts val="0"/>
              </a:spcBef>
              <a:spcAft>
                <a:spcPts val="0"/>
              </a:spcAft>
              <a:defRPr sz="1000"/>
            </a:pPr>
            <a:r>
              <a:rPr lang="en-GB" sz="1000" kern="0" baseline="0" dirty="0" smtClean="0">
                <a:solidFill>
                  <a:srgbClr val="005C87"/>
                </a:solidFill>
                <a:cs typeface="Arial"/>
              </a:rPr>
              <a:t>5,146</a:t>
            </a:r>
            <a:endParaRPr lang="en-GB" sz="1000" kern="0" baseline="0" dirty="0">
              <a:solidFill>
                <a:srgbClr val="005C87"/>
              </a:solidFill>
              <a:cs typeface="Arial"/>
            </a:endParaRPr>
          </a:p>
        </p:txBody>
      </p:sp>
      <p:sp>
        <p:nvSpPr>
          <p:cNvPr id="44" name="Text Box 14"/>
          <p:cNvSpPr txBox="1">
            <a:spLocks noChangeArrowheads="1"/>
          </p:cNvSpPr>
          <p:nvPr/>
        </p:nvSpPr>
        <p:spPr bwMode="auto">
          <a:xfrm>
            <a:off x="364280" y="3596740"/>
            <a:ext cx="648120" cy="335233"/>
          </a:xfrm>
          <a:prstGeom prst="rect">
            <a:avLst/>
          </a:prstGeom>
          <a:noFill/>
          <a:ln w="9525">
            <a:noFill/>
            <a:miter lim="800000"/>
            <a:headEnd/>
            <a:tailEnd/>
          </a:ln>
        </p:spPr>
        <p:txBody>
          <a:bodyPr wrap="square" lIns="30428" tIns="25346" rIns="30428" bIns="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1014017" fontAlgn="auto">
              <a:spcBef>
                <a:spcPts val="0"/>
              </a:spcBef>
              <a:spcAft>
                <a:spcPts val="0"/>
              </a:spcAft>
              <a:defRPr sz="1000"/>
            </a:pPr>
            <a:r>
              <a:rPr lang="en-GB" sz="1000" kern="0" baseline="0" dirty="0">
                <a:solidFill>
                  <a:srgbClr val="005C87"/>
                </a:solidFill>
                <a:cs typeface="Arial"/>
              </a:rPr>
              <a:t>11,558</a:t>
            </a:r>
          </a:p>
        </p:txBody>
      </p:sp>
      <p:sp>
        <p:nvSpPr>
          <p:cNvPr id="45" name="Text Box 14"/>
          <p:cNvSpPr txBox="1">
            <a:spLocks noChangeArrowheads="1"/>
          </p:cNvSpPr>
          <p:nvPr/>
        </p:nvSpPr>
        <p:spPr bwMode="auto">
          <a:xfrm>
            <a:off x="410312" y="3223659"/>
            <a:ext cx="556057" cy="323495"/>
          </a:xfrm>
          <a:prstGeom prst="rect">
            <a:avLst/>
          </a:prstGeom>
          <a:noFill/>
          <a:ln w="9525">
            <a:noFill/>
            <a:miter lim="800000"/>
            <a:headEnd/>
            <a:tailEnd/>
          </a:ln>
        </p:spPr>
        <p:txBody>
          <a:bodyPr wrap="square" lIns="30428" tIns="25346" rIns="30428" bIns="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1014017" fontAlgn="auto">
              <a:spcBef>
                <a:spcPts val="0"/>
              </a:spcBef>
              <a:spcAft>
                <a:spcPts val="0"/>
              </a:spcAft>
              <a:defRPr sz="1000"/>
            </a:pPr>
            <a:r>
              <a:rPr lang="en-GB" sz="1000" kern="0" baseline="0" dirty="0" smtClean="0">
                <a:solidFill>
                  <a:srgbClr val="005C87"/>
                </a:solidFill>
                <a:cs typeface="Arial"/>
              </a:rPr>
              <a:t>3,671</a:t>
            </a:r>
            <a:endParaRPr lang="en-GB" sz="1000" kern="0" baseline="0" dirty="0">
              <a:solidFill>
                <a:srgbClr val="005C87"/>
              </a:solidFill>
              <a:cs typeface="Arial"/>
            </a:endParaRPr>
          </a:p>
        </p:txBody>
      </p:sp>
      <p:sp>
        <p:nvSpPr>
          <p:cNvPr id="47" name="Text Box 14"/>
          <p:cNvSpPr txBox="1">
            <a:spLocks noChangeArrowheads="1"/>
          </p:cNvSpPr>
          <p:nvPr/>
        </p:nvSpPr>
        <p:spPr bwMode="auto">
          <a:xfrm>
            <a:off x="412347" y="2885162"/>
            <a:ext cx="551987" cy="296519"/>
          </a:xfrm>
          <a:prstGeom prst="rect">
            <a:avLst/>
          </a:prstGeom>
          <a:noFill/>
          <a:ln w="9525">
            <a:noFill/>
            <a:miter lim="800000"/>
            <a:headEnd/>
            <a:tailEnd/>
          </a:ln>
        </p:spPr>
        <p:txBody>
          <a:bodyPr wrap="square" lIns="30428" tIns="25346" rIns="30428" bIns="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1014017" fontAlgn="auto">
              <a:spcBef>
                <a:spcPts val="0"/>
              </a:spcBef>
              <a:spcAft>
                <a:spcPts val="0"/>
              </a:spcAft>
              <a:defRPr sz="1000"/>
            </a:pPr>
            <a:r>
              <a:rPr lang="en-GB" sz="1000" kern="0" baseline="0" dirty="0">
                <a:solidFill>
                  <a:srgbClr val="005C87"/>
                </a:solidFill>
                <a:cs typeface="Arial"/>
              </a:rPr>
              <a:t>1,986</a:t>
            </a:r>
          </a:p>
        </p:txBody>
      </p:sp>
      <p:sp>
        <p:nvSpPr>
          <p:cNvPr id="56" name="Text Box 14"/>
          <p:cNvSpPr txBox="1">
            <a:spLocks noChangeArrowheads="1"/>
          </p:cNvSpPr>
          <p:nvPr/>
        </p:nvSpPr>
        <p:spPr bwMode="auto">
          <a:xfrm>
            <a:off x="410312" y="4640735"/>
            <a:ext cx="556057" cy="319464"/>
          </a:xfrm>
          <a:prstGeom prst="rect">
            <a:avLst/>
          </a:prstGeom>
          <a:noFill/>
          <a:ln w="9525">
            <a:noFill/>
            <a:miter lim="800000"/>
            <a:headEnd/>
            <a:tailEnd/>
          </a:ln>
        </p:spPr>
        <p:txBody>
          <a:bodyPr wrap="square" lIns="30428" tIns="25346" rIns="30428" bIns="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1014017" fontAlgn="auto">
              <a:spcBef>
                <a:spcPts val="0"/>
              </a:spcBef>
              <a:spcAft>
                <a:spcPts val="0"/>
              </a:spcAft>
              <a:defRPr sz="1000"/>
            </a:pPr>
            <a:r>
              <a:rPr lang="en-GB" sz="1000" kern="0" baseline="0" dirty="0">
                <a:solidFill>
                  <a:srgbClr val="005C87"/>
                </a:solidFill>
                <a:cs typeface="Arial"/>
              </a:rPr>
              <a:t>1,796</a:t>
            </a:r>
          </a:p>
        </p:txBody>
      </p:sp>
      <p:sp>
        <p:nvSpPr>
          <p:cNvPr id="57" name="Text Box 14"/>
          <p:cNvSpPr txBox="1">
            <a:spLocks noChangeArrowheads="1"/>
          </p:cNvSpPr>
          <p:nvPr/>
        </p:nvSpPr>
        <p:spPr bwMode="auto">
          <a:xfrm>
            <a:off x="410312" y="5017411"/>
            <a:ext cx="556057" cy="294754"/>
          </a:xfrm>
          <a:prstGeom prst="rect">
            <a:avLst/>
          </a:prstGeom>
          <a:noFill/>
          <a:ln w="9525">
            <a:noFill/>
            <a:miter lim="800000"/>
            <a:headEnd/>
            <a:tailEnd/>
          </a:ln>
        </p:spPr>
        <p:txBody>
          <a:bodyPr wrap="square" lIns="30428" tIns="25346" rIns="30428" bIns="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1014017" fontAlgn="auto">
              <a:spcBef>
                <a:spcPts val="0"/>
              </a:spcBef>
              <a:spcAft>
                <a:spcPts val="0"/>
              </a:spcAft>
              <a:defRPr sz="1000"/>
            </a:pPr>
            <a:r>
              <a:rPr lang="en-GB" sz="1000" kern="0" baseline="0" dirty="0">
                <a:solidFill>
                  <a:srgbClr val="005C87"/>
                </a:solidFill>
                <a:cs typeface="Arial"/>
              </a:rPr>
              <a:t>6,190</a:t>
            </a:r>
          </a:p>
        </p:txBody>
      </p:sp>
      <p:sp>
        <p:nvSpPr>
          <p:cNvPr id="58" name="Text Box 14"/>
          <p:cNvSpPr txBox="1">
            <a:spLocks noChangeArrowheads="1"/>
          </p:cNvSpPr>
          <p:nvPr/>
        </p:nvSpPr>
        <p:spPr bwMode="auto">
          <a:xfrm>
            <a:off x="315229" y="5361763"/>
            <a:ext cx="746223" cy="273389"/>
          </a:xfrm>
          <a:prstGeom prst="rect">
            <a:avLst/>
          </a:prstGeom>
          <a:noFill/>
          <a:ln w="9525">
            <a:noFill/>
            <a:miter lim="800000"/>
            <a:headEnd/>
            <a:tailEnd/>
          </a:ln>
        </p:spPr>
        <p:txBody>
          <a:bodyPr wrap="square" lIns="30428" tIns="25346" rIns="30428" bIns="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1014017" fontAlgn="auto">
              <a:spcBef>
                <a:spcPts val="0"/>
              </a:spcBef>
              <a:spcAft>
                <a:spcPts val="0"/>
              </a:spcAft>
              <a:defRPr sz="1000"/>
            </a:pPr>
            <a:r>
              <a:rPr lang="en-GB" sz="1000" kern="0" baseline="0" dirty="0">
                <a:solidFill>
                  <a:srgbClr val="005C87"/>
                </a:solidFill>
                <a:cs typeface="Arial"/>
              </a:rPr>
              <a:t>10,857</a:t>
            </a:r>
          </a:p>
        </p:txBody>
      </p:sp>
      <p:sp>
        <p:nvSpPr>
          <p:cNvPr id="59" name="Text Box 14"/>
          <p:cNvSpPr txBox="1">
            <a:spLocks noChangeArrowheads="1"/>
          </p:cNvSpPr>
          <p:nvPr/>
        </p:nvSpPr>
        <p:spPr bwMode="auto">
          <a:xfrm>
            <a:off x="410312" y="5699978"/>
            <a:ext cx="556057" cy="245333"/>
          </a:xfrm>
          <a:prstGeom prst="rect">
            <a:avLst/>
          </a:prstGeom>
          <a:noFill/>
          <a:ln w="9525">
            <a:noFill/>
            <a:miter lim="800000"/>
            <a:headEnd/>
            <a:tailEnd/>
          </a:ln>
        </p:spPr>
        <p:txBody>
          <a:bodyPr wrap="square" lIns="30428" tIns="25346" rIns="30428" bIns="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1014017" fontAlgn="auto">
              <a:spcBef>
                <a:spcPts val="0"/>
              </a:spcBef>
              <a:spcAft>
                <a:spcPts val="0"/>
              </a:spcAft>
              <a:defRPr sz="1000"/>
            </a:pPr>
            <a:r>
              <a:rPr lang="en-GB" sz="1000" kern="0" baseline="0" dirty="0">
                <a:solidFill>
                  <a:srgbClr val="005C87"/>
                </a:solidFill>
                <a:cs typeface="Arial"/>
              </a:rPr>
              <a:t>1,955</a:t>
            </a:r>
          </a:p>
        </p:txBody>
      </p:sp>
      <p:sp>
        <p:nvSpPr>
          <p:cNvPr id="60" name="Text Box 14"/>
          <p:cNvSpPr txBox="1">
            <a:spLocks noChangeArrowheads="1"/>
          </p:cNvSpPr>
          <p:nvPr/>
        </p:nvSpPr>
        <p:spPr bwMode="auto">
          <a:xfrm>
            <a:off x="410312" y="6048218"/>
            <a:ext cx="556057" cy="245334"/>
          </a:xfrm>
          <a:prstGeom prst="rect">
            <a:avLst/>
          </a:prstGeom>
          <a:noFill/>
          <a:ln w="9525">
            <a:noFill/>
            <a:miter lim="800000"/>
            <a:headEnd/>
            <a:tailEnd/>
          </a:ln>
        </p:spPr>
        <p:txBody>
          <a:bodyPr wrap="square" lIns="30428" tIns="25346" rIns="30428" bIns="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1014017" fontAlgn="auto">
              <a:spcBef>
                <a:spcPts val="0"/>
              </a:spcBef>
              <a:spcAft>
                <a:spcPts val="0"/>
              </a:spcAft>
              <a:defRPr sz="1000"/>
            </a:pPr>
            <a:r>
              <a:rPr lang="en-GB" sz="1000" kern="0" baseline="0" dirty="0">
                <a:solidFill>
                  <a:srgbClr val="005C87"/>
                </a:solidFill>
                <a:cs typeface="Arial"/>
              </a:rPr>
              <a:t>1,368</a:t>
            </a:r>
          </a:p>
        </p:txBody>
      </p:sp>
      <p:sp>
        <p:nvSpPr>
          <p:cNvPr id="54" name="Rectangle 3"/>
          <p:cNvSpPr>
            <a:spLocks noChangeArrowheads="1"/>
          </p:cNvSpPr>
          <p:nvPr/>
        </p:nvSpPr>
        <p:spPr bwMode="auto">
          <a:xfrm>
            <a:off x="7504320" y="2262963"/>
            <a:ext cx="1752600" cy="415925"/>
          </a:xfrm>
          <a:prstGeom prst="rect">
            <a:avLst/>
          </a:prstGeom>
          <a:noFill/>
          <a:ln w="9525">
            <a:noFill/>
            <a:miter lim="800000"/>
            <a:headEnd/>
            <a:tailEnd/>
          </a:ln>
        </p:spPr>
        <p:txBody>
          <a:bodyPr lIns="0" tIns="0" rIns="0" bIns="0"/>
          <a:lstStyle/>
          <a:p>
            <a:pPr marL="7691" indent="-7691" algn="ctr" defTabSz="1009145" fontAlgn="auto">
              <a:spcBef>
                <a:spcPct val="30000"/>
              </a:spcBef>
              <a:spcAft>
                <a:spcPct val="20000"/>
              </a:spcAft>
              <a:buClr>
                <a:srgbClr val="22AA47"/>
              </a:buClr>
              <a:buSzPct val="110000"/>
            </a:pPr>
            <a:r>
              <a:rPr lang="en-US" sz="1300" i="1" baseline="0" dirty="0" smtClean="0">
                <a:solidFill>
                  <a:srgbClr val="005C87"/>
                </a:solidFill>
                <a:latin typeface="Arial"/>
              </a:rPr>
              <a:t>Q4’12 </a:t>
            </a:r>
            <a:r>
              <a:rPr lang="en-US" sz="1300" i="1" baseline="0" dirty="0">
                <a:solidFill>
                  <a:srgbClr val="005C87"/>
                </a:solidFill>
                <a:latin typeface="Arial"/>
              </a:rPr>
              <a:t>Average </a:t>
            </a:r>
            <a:r>
              <a:rPr lang="en-US" sz="1300" i="1" baseline="0" dirty="0" err="1" smtClean="0">
                <a:solidFill>
                  <a:srgbClr val="005C87"/>
                </a:solidFill>
                <a:latin typeface="Arial"/>
              </a:rPr>
              <a:t>QoQ</a:t>
            </a:r>
            <a:r>
              <a:rPr lang="en-US" sz="1300" i="1" baseline="0" dirty="0" smtClean="0">
                <a:solidFill>
                  <a:srgbClr val="005C87"/>
                </a:solidFill>
                <a:latin typeface="Arial"/>
              </a:rPr>
              <a:t> </a:t>
            </a:r>
            <a:r>
              <a:rPr lang="en-US" sz="1300" i="1" baseline="0" dirty="0">
                <a:solidFill>
                  <a:srgbClr val="005C87"/>
                </a:solidFill>
                <a:latin typeface="Arial"/>
              </a:rPr>
              <a:t>Income Growth: </a:t>
            </a:r>
            <a:r>
              <a:rPr lang="en-US" sz="1300" i="1" baseline="0" dirty="0" smtClean="0">
                <a:solidFill>
                  <a:srgbClr val="005C87"/>
                </a:solidFill>
                <a:latin typeface="Arial"/>
              </a:rPr>
              <a:t>+5%</a:t>
            </a:r>
            <a:endParaRPr lang="en-US" sz="1300" i="1" baseline="0" dirty="0">
              <a:solidFill>
                <a:srgbClr val="005C87"/>
              </a:solidFill>
              <a:latin typeface="Arial"/>
            </a:endParaRPr>
          </a:p>
        </p:txBody>
      </p:sp>
      <p:sp>
        <p:nvSpPr>
          <p:cNvPr id="68" name="Rectangle 67"/>
          <p:cNvSpPr/>
          <p:nvPr/>
        </p:nvSpPr>
        <p:spPr>
          <a:xfrm>
            <a:off x="5469570" y="2263134"/>
            <a:ext cx="1310072" cy="369235"/>
          </a:xfrm>
          <a:prstGeom prst="rect">
            <a:avLst/>
          </a:prstGeom>
        </p:spPr>
        <p:txBody>
          <a:bodyPr wrap="square" lIns="88808" tIns="44404" rIns="88808" bIns="44404">
            <a:spAutoFit/>
          </a:bodyPr>
          <a:lstStyle/>
          <a:p>
            <a:pPr algn="ctr" defTabSz="1013301" fontAlgn="auto">
              <a:spcBef>
                <a:spcPts val="0"/>
              </a:spcBef>
              <a:spcAft>
                <a:spcPts val="0"/>
              </a:spcAft>
            </a:pPr>
            <a:r>
              <a:rPr lang="en-GB" b="1" baseline="0" dirty="0" smtClean="0">
                <a:solidFill>
                  <a:srgbClr val="005C87"/>
                </a:solidFill>
                <a:latin typeface="Arial"/>
              </a:rPr>
              <a:t>Q4'12 </a:t>
            </a:r>
            <a:r>
              <a:rPr lang="en-GB" b="1" baseline="0" dirty="0">
                <a:solidFill>
                  <a:srgbClr val="005C87"/>
                </a:solidFill>
                <a:latin typeface="Arial"/>
              </a:rPr>
              <a:t>Income (</a:t>
            </a:r>
            <a:r>
              <a:rPr lang="en-GB" b="1" baseline="0" dirty="0" err="1">
                <a:solidFill>
                  <a:srgbClr val="005C87"/>
                </a:solidFill>
                <a:latin typeface="Arial"/>
              </a:rPr>
              <a:t>US$m</a:t>
            </a:r>
            <a:r>
              <a:rPr lang="en-GB" b="1" baseline="0" dirty="0">
                <a:solidFill>
                  <a:srgbClr val="005C87"/>
                </a:solidFill>
                <a:latin typeface="Arial"/>
              </a:rPr>
              <a:t>)</a:t>
            </a:r>
            <a:endParaRPr lang="en-GB" baseline="0" dirty="0">
              <a:solidFill>
                <a:srgbClr val="005C87"/>
              </a:solidFill>
              <a:latin typeface="Arial"/>
            </a:endParaRPr>
          </a:p>
        </p:txBody>
      </p:sp>
      <p:sp>
        <p:nvSpPr>
          <p:cNvPr id="69" name="Text Box 14"/>
          <p:cNvSpPr txBox="1">
            <a:spLocks noChangeArrowheads="1"/>
          </p:cNvSpPr>
          <p:nvPr/>
        </p:nvSpPr>
        <p:spPr bwMode="auto">
          <a:xfrm>
            <a:off x="5850978" y="5312306"/>
            <a:ext cx="547633" cy="178001"/>
          </a:xfrm>
          <a:prstGeom prst="rect">
            <a:avLst/>
          </a:prstGeom>
          <a:noFill/>
          <a:ln w="9525">
            <a:noFill/>
            <a:miter lim="800000"/>
            <a:headEnd/>
            <a:tailEnd/>
          </a:ln>
        </p:spPr>
        <p:txBody>
          <a:bodyPr wrap="square" lIns="30428" tIns="25346" rIns="30428" bIns="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1013301" fontAlgn="auto">
              <a:spcBef>
                <a:spcPts val="0"/>
              </a:spcBef>
              <a:spcAft>
                <a:spcPts val="0"/>
              </a:spcAft>
              <a:defRPr sz="1000"/>
            </a:pPr>
            <a:r>
              <a:rPr lang="en-GB" sz="1000" baseline="0" dirty="0">
                <a:solidFill>
                  <a:srgbClr val="005C87"/>
                </a:solidFill>
                <a:cs typeface="Arial"/>
              </a:rPr>
              <a:t>2,649</a:t>
            </a:r>
          </a:p>
        </p:txBody>
      </p:sp>
      <p:sp>
        <p:nvSpPr>
          <p:cNvPr id="70" name="Text Box 14"/>
          <p:cNvSpPr txBox="1">
            <a:spLocks noChangeArrowheads="1"/>
          </p:cNvSpPr>
          <p:nvPr/>
        </p:nvSpPr>
        <p:spPr bwMode="auto">
          <a:xfrm>
            <a:off x="5850978" y="4280097"/>
            <a:ext cx="547633" cy="202973"/>
          </a:xfrm>
          <a:prstGeom prst="rect">
            <a:avLst/>
          </a:prstGeom>
          <a:noFill/>
          <a:ln w="9525">
            <a:noFill/>
            <a:miter lim="800000"/>
            <a:headEnd/>
            <a:tailEnd/>
          </a:ln>
        </p:spPr>
        <p:txBody>
          <a:bodyPr wrap="square" lIns="30428" tIns="25346" rIns="30428" bIns="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1013301" fontAlgn="auto">
              <a:spcBef>
                <a:spcPts val="0"/>
              </a:spcBef>
              <a:spcAft>
                <a:spcPts val="0"/>
              </a:spcAft>
              <a:defRPr sz="1000"/>
            </a:pPr>
            <a:r>
              <a:rPr lang="en-GB" sz="1000" baseline="0" dirty="0">
                <a:solidFill>
                  <a:srgbClr val="005C87"/>
                </a:solidFill>
                <a:cs typeface="Arial"/>
              </a:rPr>
              <a:t>2,992</a:t>
            </a:r>
          </a:p>
        </p:txBody>
      </p:sp>
      <p:sp>
        <p:nvSpPr>
          <p:cNvPr id="71" name="Text Box 14"/>
          <p:cNvSpPr txBox="1">
            <a:spLocks noChangeArrowheads="1"/>
          </p:cNvSpPr>
          <p:nvPr/>
        </p:nvSpPr>
        <p:spPr bwMode="auto">
          <a:xfrm>
            <a:off x="5850978" y="3943089"/>
            <a:ext cx="547633" cy="195913"/>
          </a:xfrm>
          <a:prstGeom prst="rect">
            <a:avLst/>
          </a:prstGeom>
          <a:noFill/>
          <a:ln w="9525">
            <a:noFill/>
            <a:miter lim="800000"/>
            <a:headEnd/>
            <a:tailEnd/>
          </a:ln>
        </p:spPr>
        <p:txBody>
          <a:bodyPr wrap="square" lIns="30428" tIns="25346" rIns="30428" bIns="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1013301" fontAlgn="auto">
              <a:spcBef>
                <a:spcPts val="0"/>
              </a:spcBef>
              <a:spcAft>
                <a:spcPts val="0"/>
              </a:spcAft>
              <a:defRPr sz="1000"/>
            </a:pPr>
            <a:r>
              <a:rPr lang="en-GB" sz="1000" baseline="0" dirty="0">
                <a:solidFill>
                  <a:srgbClr val="005C87"/>
                </a:solidFill>
                <a:cs typeface="Arial"/>
              </a:rPr>
              <a:t>1,580</a:t>
            </a:r>
          </a:p>
        </p:txBody>
      </p:sp>
      <p:sp>
        <p:nvSpPr>
          <p:cNvPr id="72" name="Text Box 14"/>
          <p:cNvSpPr txBox="1">
            <a:spLocks noChangeArrowheads="1"/>
          </p:cNvSpPr>
          <p:nvPr/>
        </p:nvSpPr>
        <p:spPr bwMode="auto">
          <a:xfrm>
            <a:off x="5850978" y="3230068"/>
            <a:ext cx="547633" cy="215328"/>
          </a:xfrm>
          <a:prstGeom prst="rect">
            <a:avLst/>
          </a:prstGeom>
          <a:noFill/>
          <a:ln w="9525">
            <a:noFill/>
            <a:miter lim="800000"/>
            <a:headEnd/>
            <a:tailEnd/>
          </a:ln>
        </p:spPr>
        <p:txBody>
          <a:bodyPr wrap="square" lIns="30428" tIns="25346" rIns="30428" bIns="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1013301" fontAlgn="auto">
              <a:spcBef>
                <a:spcPts val="0"/>
              </a:spcBef>
              <a:spcAft>
                <a:spcPts val="0"/>
              </a:spcAft>
              <a:defRPr sz="1000"/>
            </a:pPr>
            <a:r>
              <a:rPr lang="en-GB" sz="1000" baseline="0" dirty="0" smtClean="0">
                <a:solidFill>
                  <a:srgbClr val="005C87"/>
                </a:solidFill>
                <a:cs typeface="Arial"/>
              </a:rPr>
              <a:t>1,369</a:t>
            </a:r>
            <a:endParaRPr lang="en-GB" sz="1000" baseline="0" dirty="0">
              <a:solidFill>
                <a:srgbClr val="005C87"/>
              </a:solidFill>
              <a:cs typeface="Arial"/>
            </a:endParaRPr>
          </a:p>
        </p:txBody>
      </p:sp>
      <p:sp>
        <p:nvSpPr>
          <p:cNvPr id="73" name="Text Box 14"/>
          <p:cNvSpPr txBox="1">
            <a:spLocks noChangeArrowheads="1"/>
          </p:cNvSpPr>
          <p:nvPr/>
        </p:nvSpPr>
        <p:spPr bwMode="auto">
          <a:xfrm>
            <a:off x="5850978" y="2894638"/>
            <a:ext cx="547633" cy="194326"/>
          </a:xfrm>
          <a:prstGeom prst="rect">
            <a:avLst/>
          </a:prstGeom>
          <a:noFill/>
          <a:ln w="9525">
            <a:noFill/>
            <a:miter lim="800000"/>
            <a:headEnd/>
            <a:tailEnd/>
          </a:ln>
        </p:spPr>
        <p:txBody>
          <a:bodyPr wrap="square" lIns="30428" tIns="25346" rIns="30428" bIns="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1013301" fontAlgn="auto">
              <a:spcBef>
                <a:spcPts val="0"/>
              </a:spcBef>
              <a:spcAft>
                <a:spcPts val="0"/>
              </a:spcAft>
              <a:defRPr sz="1000"/>
            </a:pPr>
            <a:r>
              <a:rPr lang="en-GB" sz="1000" baseline="0" dirty="0">
                <a:solidFill>
                  <a:srgbClr val="005C87"/>
                </a:solidFill>
                <a:cs typeface="Arial"/>
              </a:rPr>
              <a:t>818</a:t>
            </a:r>
          </a:p>
        </p:txBody>
      </p:sp>
      <p:sp>
        <p:nvSpPr>
          <p:cNvPr id="74" name="Text Box 14"/>
          <p:cNvSpPr txBox="1">
            <a:spLocks noChangeArrowheads="1"/>
          </p:cNvSpPr>
          <p:nvPr/>
        </p:nvSpPr>
        <p:spPr bwMode="auto">
          <a:xfrm>
            <a:off x="5850978" y="3586485"/>
            <a:ext cx="547633" cy="215330"/>
          </a:xfrm>
          <a:prstGeom prst="rect">
            <a:avLst/>
          </a:prstGeom>
          <a:noFill/>
          <a:ln w="9525">
            <a:noFill/>
            <a:miter lim="800000"/>
            <a:headEnd/>
            <a:tailEnd/>
          </a:ln>
        </p:spPr>
        <p:txBody>
          <a:bodyPr wrap="square" lIns="30428" tIns="25346" rIns="30428" bIns="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1013301" fontAlgn="auto">
              <a:spcBef>
                <a:spcPts val="0"/>
              </a:spcBef>
              <a:spcAft>
                <a:spcPts val="0"/>
              </a:spcAft>
              <a:defRPr sz="1000"/>
            </a:pPr>
            <a:r>
              <a:rPr lang="en-GB" sz="1000" baseline="0" dirty="0">
                <a:solidFill>
                  <a:srgbClr val="005C87"/>
                </a:solidFill>
                <a:cs typeface="Arial"/>
              </a:rPr>
              <a:t>338</a:t>
            </a:r>
          </a:p>
        </p:txBody>
      </p:sp>
      <p:sp>
        <p:nvSpPr>
          <p:cNvPr id="75" name="Text Box 14"/>
          <p:cNvSpPr txBox="1">
            <a:spLocks noChangeArrowheads="1"/>
          </p:cNvSpPr>
          <p:nvPr/>
        </p:nvSpPr>
        <p:spPr bwMode="auto">
          <a:xfrm>
            <a:off x="5850790" y="4624166"/>
            <a:ext cx="547632" cy="202973"/>
          </a:xfrm>
          <a:prstGeom prst="rect">
            <a:avLst/>
          </a:prstGeom>
          <a:noFill/>
          <a:ln w="9525">
            <a:noFill/>
            <a:miter lim="800000"/>
            <a:headEnd/>
            <a:tailEnd/>
          </a:ln>
        </p:spPr>
        <p:txBody>
          <a:bodyPr wrap="square" lIns="30428" tIns="25346" rIns="30428" bIns="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1013301" fontAlgn="auto">
              <a:spcBef>
                <a:spcPts val="0"/>
              </a:spcBef>
              <a:spcAft>
                <a:spcPts val="0"/>
              </a:spcAft>
              <a:defRPr sz="1000"/>
            </a:pPr>
            <a:r>
              <a:rPr lang="en-GB" sz="1000" baseline="0" dirty="0">
                <a:solidFill>
                  <a:srgbClr val="005C87"/>
                </a:solidFill>
                <a:cs typeface="Arial"/>
              </a:rPr>
              <a:t>2,668</a:t>
            </a:r>
          </a:p>
        </p:txBody>
      </p:sp>
      <p:sp>
        <p:nvSpPr>
          <p:cNvPr id="76" name="Text Box 14"/>
          <p:cNvSpPr txBox="1">
            <a:spLocks noChangeArrowheads="1"/>
          </p:cNvSpPr>
          <p:nvPr/>
        </p:nvSpPr>
        <p:spPr bwMode="auto">
          <a:xfrm>
            <a:off x="5850978" y="4968237"/>
            <a:ext cx="547633" cy="202973"/>
          </a:xfrm>
          <a:prstGeom prst="rect">
            <a:avLst/>
          </a:prstGeom>
          <a:noFill/>
          <a:ln w="9525">
            <a:noFill/>
            <a:miter lim="800000"/>
            <a:headEnd/>
            <a:tailEnd/>
          </a:ln>
        </p:spPr>
        <p:txBody>
          <a:bodyPr wrap="square" lIns="30428" tIns="25346" rIns="30428" bIns="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1013301" fontAlgn="auto">
              <a:spcBef>
                <a:spcPts val="0"/>
              </a:spcBef>
              <a:spcAft>
                <a:spcPts val="0"/>
              </a:spcAft>
              <a:defRPr sz="1000"/>
            </a:pPr>
            <a:r>
              <a:rPr lang="en-GB" sz="1000" baseline="0" dirty="0">
                <a:solidFill>
                  <a:srgbClr val="005C87"/>
                </a:solidFill>
                <a:cs typeface="Arial"/>
              </a:rPr>
              <a:t>434</a:t>
            </a:r>
          </a:p>
        </p:txBody>
      </p:sp>
      <p:sp>
        <p:nvSpPr>
          <p:cNvPr id="77" name="Text Box 14"/>
          <p:cNvSpPr txBox="1">
            <a:spLocks noChangeArrowheads="1"/>
          </p:cNvSpPr>
          <p:nvPr/>
        </p:nvSpPr>
        <p:spPr bwMode="auto">
          <a:xfrm>
            <a:off x="5850978" y="5631225"/>
            <a:ext cx="547633" cy="177999"/>
          </a:xfrm>
          <a:prstGeom prst="rect">
            <a:avLst/>
          </a:prstGeom>
          <a:noFill/>
          <a:ln w="9525">
            <a:noFill/>
            <a:miter lim="800000"/>
            <a:headEnd/>
            <a:tailEnd/>
          </a:ln>
        </p:spPr>
        <p:txBody>
          <a:bodyPr wrap="square" lIns="30428" tIns="25346" rIns="30428" bIns="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1013301" fontAlgn="auto">
              <a:spcBef>
                <a:spcPts val="0"/>
              </a:spcBef>
              <a:spcAft>
                <a:spcPts val="0"/>
              </a:spcAft>
              <a:defRPr sz="1000"/>
            </a:pPr>
            <a:r>
              <a:rPr lang="en-GB" sz="1000" baseline="0" dirty="0" smtClean="0">
                <a:solidFill>
                  <a:srgbClr val="005C87"/>
                </a:solidFill>
                <a:cs typeface="Arial"/>
              </a:rPr>
              <a:t>878</a:t>
            </a:r>
            <a:endParaRPr lang="en-GB" sz="1000" baseline="0" dirty="0">
              <a:solidFill>
                <a:srgbClr val="005C87"/>
              </a:solidFill>
              <a:cs typeface="Arial"/>
            </a:endParaRPr>
          </a:p>
        </p:txBody>
      </p:sp>
      <p:sp>
        <p:nvSpPr>
          <p:cNvPr id="78" name="Text Box 14"/>
          <p:cNvSpPr txBox="1">
            <a:spLocks noChangeArrowheads="1"/>
          </p:cNvSpPr>
          <p:nvPr/>
        </p:nvSpPr>
        <p:spPr bwMode="auto">
          <a:xfrm>
            <a:off x="5850978" y="5950331"/>
            <a:ext cx="547633" cy="177998"/>
          </a:xfrm>
          <a:prstGeom prst="rect">
            <a:avLst/>
          </a:prstGeom>
          <a:noFill/>
          <a:ln w="9525">
            <a:noFill/>
            <a:miter lim="800000"/>
            <a:headEnd/>
            <a:tailEnd/>
          </a:ln>
        </p:spPr>
        <p:txBody>
          <a:bodyPr wrap="square" lIns="30428" tIns="25346" rIns="30428" bIns="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1013301" fontAlgn="auto">
              <a:spcBef>
                <a:spcPts val="0"/>
              </a:spcBef>
              <a:spcAft>
                <a:spcPts val="0"/>
              </a:spcAft>
              <a:defRPr sz="1000"/>
            </a:pPr>
            <a:r>
              <a:rPr lang="en-GB" sz="1000" baseline="0" dirty="0">
                <a:solidFill>
                  <a:srgbClr val="005C87"/>
                </a:solidFill>
                <a:cs typeface="Arial"/>
              </a:rPr>
              <a:t>436</a:t>
            </a:r>
          </a:p>
        </p:txBody>
      </p:sp>
      <p:sp>
        <p:nvSpPr>
          <p:cNvPr id="79" name="Rectangle 39"/>
          <p:cNvSpPr>
            <a:spLocks noChangeArrowheads="1"/>
          </p:cNvSpPr>
          <p:nvPr/>
        </p:nvSpPr>
        <p:spPr bwMode="auto">
          <a:xfrm>
            <a:off x="5688745" y="1507736"/>
            <a:ext cx="4548187" cy="500062"/>
          </a:xfrm>
          <a:prstGeom prst="rect">
            <a:avLst/>
          </a:prstGeom>
          <a:noFill/>
          <a:ln w="9525">
            <a:noFill/>
            <a:miter lim="800000"/>
            <a:headEnd/>
            <a:tailEnd/>
          </a:ln>
        </p:spPr>
        <p:txBody>
          <a:bodyPr lIns="0" tIns="0" rIns="0" bIns="0"/>
          <a:lstStyle/>
          <a:p>
            <a:pPr defTabSz="1009324" fontAlgn="auto">
              <a:spcBef>
                <a:spcPct val="40000"/>
              </a:spcBef>
              <a:spcAft>
                <a:spcPct val="20000"/>
              </a:spcAft>
              <a:buClr>
                <a:srgbClr val="005C87"/>
              </a:buClr>
            </a:pPr>
            <a:r>
              <a:rPr lang="en-US" sz="1300" b="1" baseline="0" dirty="0" smtClean="0">
                <a:solidFill>
                  <a:srgbClr val="005C87"/>
                </a:solidFill>
                <a:latin typeface="Arial"/>
              </a:rPr>
              <a:t>Transaction Banking Income: Q4’12 </a:t>
            </a:r>
            <a:r>
              <a:rPr lang="en-US" sz="1300" b="1" baseline="0" dirty="0" err="1" smtClean="0">
                <a:solidFill>
                  <a:srgbClr val="005C87"/>
                </a:solidFill>
                <a:latin typeface="Arial"/>
              </a:rPr>
              <a:t>QoQ</a:t>
            </a:r>
            <a:endParaRPr lang="en-US" sz="1300" b="1" baseline="0" dirty="0">
              <a:solidFill>
                <a:srgbClr val="005C87"/>
              </a:solidFill>
              <a:latin typeface="Arial"/>
            </a:endParaRPr>
          </a:p>
          <a:p>
            <a:pPr defTabSz="1009324" fontAlgn="auto">
              <a:spcBef>
                <a:spcPct val="40000"/>
              </a:spcBef>
              <a:spcAft>
                <a:spcPct val="20000"/>
              </a:spcAft>
              <a:buClr>
                <a:srgbClr val="005C87"/>
              </a:buClr>
            </a:pPr>
            <a:r>
              <a:rPr lang="en-US" sz="1300" baseline="0" dirty="0">
                <a:solidFill>
                  <a:srgbClr val="005C87"/>
                </a:solidFill>
                <a:latin typeface="Arial"/>
              </a:rPr>
              <a:t>(%, $m)</a:t>
            </a:r>
            <a:endParaRPr lang="en-AU" sz="1300" baseline="0" dirty="0">
              <a:solidFill>
                <a:srgbClr val="005C87"/>
              </a:solidFill>
              <a:latin typeface="Arial"/>
            </a:endParaRPr>
          </a:p>
        </p:txBody>
      </p:sp>
      <p:sp>
        <p:nvSpPr>
          <p:cNvPr id="41" name="Rectangle 3"/>
          <p:cNvSpPr>
            <a:spLocks noChangeArrowheads="1"/>
          </p:cNvSpPr>
          <p:nvPr/>
        </p:nvSpPr>
        <p:spPr bwMode="auto">
          <a:xfrm>
            <a:off x="9202420" y="3746602"/>
            <a:ext cx="1066800" cy="861774"/>
          </a:xfrm>
          <a:prstGeom prst="rect">
            <a:avLst/>
          </a:prstGeom>
          <a:noFill/>
          <a:ln w="3175" cap="rnd">
            <a:solidFill>
              <a:srgbClr val="FF0000"/>
            </a:solidFill>
            <a:prstDash val="dash"/>
            <a:miter lim="800000"/>
            <a:headEnd/>
            <a:tailEnd/>
          </a:ln>
        </p:spPr>
        <p:txBody>
          <a:bodyPr wrap="square" lIns="0" tIns="0" rIns="0" bIns="0">
            <a:spAutoFit/>
          </a:bodyPr>
          <a:lstStyle/>
          <a:p>
            <a:pPr marL="7656" indent="-7656" algn="ctr" defTabSz="1004522">
              <a:spcBef>
                <a:spcPct val="30000"/>
              </a:spcBef>
              <a:spcAft>
                <a:spcPct val="20000"/>
              </a:spcAft>
              <a:buClr>
                <a:srgbClr val="22AA47"/>
              </a:buClr>
              <a:buSzPct val="110000"/>
            </a:pPr>
            <a:r>
              <a:rPr lang="en-US" sz="800" i="1" baseline="0" dirty="0" smtClean="0">
                <a:solidFill>
                  <a:srgbClr val="005C87"/>
                </a:solidFill>
              </a:rPr>
              <a:t>Reflecting gain of $500m on the disposal of the firm’s hedge fund administration business in Q4’12. Q4’12 </a:t>
            </a:r>
            <a:r>
              <a:rPr lang="en-US" sz="800" i="1" baseline="0" dirty="0" err="1" smtClean="0">
                <a:solidFill>
                  <a:srgbClr val="005C87"/>
                </a:solidFill>
              </a:rPr>
              <a:t>QoQ</a:t>
            </a:r>
            <a:r>
              <a:rPr lang="en-US" sz="800" i="1" baseline="0" dirty="0" smtClean="0">
                <a:solidFill>
                  <a:srgbClr val="005C87"/>
                </a:solidFill>
              </a:rPr>
              <a:t> growth excl. gain is -19% </a:t>
            </a:r>
            <a:endParaRPr lang="en-US" sz="800" i="1" baseline="0" dirty="0">
              <a:solidFill>
                <a:srgbClr val="005C87"/>
              </a:solidFill>
            </a:endParaRPr>
          </a:p>
        </p:txBody>
      </p:sp>
      <p:sp>
        <p:nvSpPr>
          <p:cNvPr id="46" name="Line 35"/>
          <p:cNvSpPr>
            <a:spLocks noChangeShapeType="1"/>
          </p:cNvSpPr>
          <p:nvPr/>
        </p:nvSpPr>
        <p:spPr bwMode="auto">
          <a:xfrm rot="16200000">
            <a:off x="9464249" y="3413877"/>
            <a:ext cx="649826" cy="2"/>
          </a:xfrm>
          <a:prstGeom prst="line">
            <a:avLst/>
          </a:prstGeom>
          <a:noFill/>
          <a:ln w="3175" cap="rnd">
            <a:solidFill>
              <a:srgbClr val="FF0000"/>
            </a:solidFill>
            <a:prstDash val="dash"/>
            <a:round/>
            <a:headEnd/>
            <a:tailEnd/>
          </a:ln>
        </p:spPr>
        <p:txBody>
          <a:bodyPr lIns="88046" tIns="44022" rIns="88046" bIns="44022"/>
          <a:lstStyle/>
          <a:p>
            <a:endParaRPr lang="en-US"/>
          </a:p>
        </p:txBody>
      </p:sp>
      <p:sp>
        <p:nvSpPr>
          <p:cNvPr id="48" name="Text Box 14"/>
          <p:cNvSpPr txBox="1">
            <a:spLocks noChangeArrowheads="1"/>
          </p:cNvSpPr>
          <p:nvPr/>
        </p:nvSpPr>
        <p:spPr bwMode="auto">
          <a:xfrm>
            <a:off x="1095687" y="4582160"/>
            <a:ext cx="504416" cy="301508"/>
          </a:xfrm>
          <a:prstGeom prst="rect">
            <a:avLst/>
          </a:prstGeom>
          <a:solidFill>
            <a:schemeClr val="bg1"/>
          </a:solidFill>
          <a:ln w="9525">
            <a:noFill/>
            <a:miter lim="800000"/>
            <a:headEnd/>
            <a:tailEnd/>
          </a:ln>
        </p:spPr>
        <p:txBody>
          <a:bodyPr wrap="square" lIns="30428" tIns="25346" rIns="30428"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r" defTabSz="1014017" fontAlgn="auto">
              <a:spcBef>
                <a:spcPts val="0"/>
              </a:spcBef>
              <a:spcAft>
                <a:spcPts val="0"/>
              </a:spcAft>
              <a:defRPr sz="1000"/>
            </a:pPr>
            <a:r>
              <a:rPr lang="en-GB" sz="1050" kern="0" baseline="0" dirty="0" smtClean="0">
                <a:solidFill>
                  <a:srgbClr val="005C87"/>
                </a:solidFill>
                <a:cs typeface="Arial"/>
              </a:rPr>
              <a:t>BNPP</a:t>
            </a:r>
            <a:endParaRPr lang="en-GB" sz="1050" kern="0" baseline="0" dirty="0">
              <a:solidFill>
                <a:srgbClr val="005C87"/>
              </a:solidFill>
              <a:cs typeface="Arial"/>
            </a:endParaRPr>
          </a:p>
        </p:txBody>
      </p:sp>
      <p:cxnSp>
        <p:nvCxnSpPr>
          <p:cNvPr id="50" name="Elbow Connector 49"/>
          <p:cNvCxnSpPr/>
          <p:nvPr/>
        </p:nvCxnSpPr>
        <p:spPr bwMode="auto">
          <a:xfrm rot="2700000">
            <a:off x="9044814" y="2907721"/>
            <a:ext cx="160133" cy="145444"/>
          </a:xfrm>
          <a:prstGeom prst="bentConnector3">
            <a:avLst>
              <a:gd name="adj1" fmla="val 50000"/>
            </a:avLst>
          </a:prstGeom>
          <a:solidFill>
            <a:srgbClr val="E6E7E8"/>
          </a:solidFill>
          <a:ln w="9525" cap="flat" cmpd="sng" algn="ctr">
            <a:solidFill>
              <a:srgbClr val="FFC000"/>
            </a:solidFill>
            <a:prstDash val="solid"/>
            <a:round/>
            <a:headEnd type="none" w="med" len="med"/>
            <a:tailEnd type="none" w="med" len="med"/>
          </a:ln>
          <a:effectLst/>
        </p:spPr>
      </p:cxnSp>
      <p:cxnSp>
        <p:nvCxnSpPr>
          <p:cNvPr id="62" name="Elbow Connector 61"/>
          <p:cNvCxnSpPr/>
          <p:nvPr/>
        </p:nvCxnSpPr>
        <p:spPr bwMode="auto">
          <a:xfrm rot="2700000">
            <a:off x="9076563" y="2907897"/>
            <a:ext cx="160133" cy="145444"/>
          </a:xfrm>
          <a:prstGeom prst="bentConnector3">
            <a:avLst>
              <a:gd name="adj1" fmla="val 50000"/>
            </a:avLst>
          </a:prstGeom>
          <a:solidFill>
            <a:srgbClr val="E6E7E8"/>
          </a:solidFill>
          <a:ln w="9525" cap="flat" cmpd="sng" algn="ctr">
            <a:solidFill>
              <a:srgbClr val="FFC000"/>
            </a:solidFill>
            <a:prstDash val="solid"/>
            <a:round/>
            <a:headEnd type="none" w="med" len="med"/>
            <a:tailEnd type="none" w="med" len="med"/>
          </a:ln>
          <a:effectLst/>
        </p:spPr>
      </p:cxnSp>
      <p:sp>
        <p:nvSpPr>
          <p:cNvPr id="51" name="TextBox 50"/>
          <p:cNvSpPr txBox="1"/>
          <p:nvPr/>
        </p:nvSpPr>
        <p:spPr>
          <a:xfrm>
            <a:off x="3379897" y="3167368"/>
            <a:ext cx="781272" cy="359024"/>
          </a:xfrm>
          <a:prstGeom prst="rect">
            <a:avLst/>
          </a:prstGeom>
          <a:noFill/>
          <a:ln>
            <a:solidFill>
              <a:srgbClr val="FF0000"/>
            </a:solidFill>
            <a:prstDash val="dash"/>
          </a:ln>
        </p:spPr>
        <p:txBody>
          <a:bodyPr wrap="square" lIns="91392" tIns="45696" rIns="91392" bIns="45696" rtlCol="0" anchor="ctr" anchorCtr="0">
            <a:spAutoFit/>
          </a:bodyPr>
          <a:lstStyle/>
          <a:p>
            <a:pPr algn="ctr"/>
            <a:r>
              <a:rPr lang="en-US" sz="1300" dirty="0" smtClean="0">
                <a:solidFill>
                  <a:srgbClr val="005C87"/>
                </a:solidFill>
              </a:rPr>
              <a:t>EXTERNAL VIEW</a:t>
            </a:r>
            <a:endParaRPr lang="en-GB" sz="1300" dirty="0">
              <a:solidFill>
                <a:srgbClr val="005C87"/>
              </a:solidFill>
            </a:endParaRPr>
          </a:p>
        </p:txBody>
      </p:sp>
      <p:sp>
        <p:nvSpPr>
          <p:cNvPr id="52" name="Rectangle 3"/>
          <p:cNvSpPr>
            <a:spLocks noChangeArrowheads="1"/>
          </p:cNvSpPr>
          <p:nvPr/>
        </p:nvSpPr>
        <p:spPr bwMode="auto">
          <a:xfrm>
            <a:off x="3704028" y="3769916"/>
            <a:ext cx="1066800" cy="861774"/>
          </a:xfrm>
          <a:prstGeom prst="rect">
            <a:avLst/>
          </a:prstGeom>
          <a:noFill/>
          <a:ln w="3175" cap="rnd">
            <a:solidFill>
              <a:srgbClr val="FF0000"/>
            </a:solidFill>
            <a:prstDash val="dash"/>
            <a:miter lim="800000"/>
            <a:headEnd/>
            <a:tailEnd/>
          </a:ln>
        </p:spPr>
        <p:txBody>
          <a:bodyPr wrap="square" lIns="0" tIns="0" rIns="0" bIns="0">
            <a:spAutoFit/>
          </a:bodyPr>
          <a:lstStyle/>
          <a:p>
            <a:pPr marL="7656" indent="-7656" algn="ctr" defTabSz="1004522">
              <a:spcBef>
                <a:spcPct val="30000"/>
              </a:spcBef>
              <a:spcAft>
                <a:spcPct val="20000"/>
              </a:spcAft>
              <a:buClr>
                <a:srgbClr val="22AA47"/>
              </a:buClr>
              <a:buSzPct val="110000"/>
            </a:pPr>
            <a:r>
              <a:rPr lang="en-US" sz="800" i="1" baseline="0" dirty="0" smtClean="0">
                <a:solidFill>
                  <a:srgbClr val="005C87"/>
                </a:solidFill>
              </a:rPr>
              <a:t>Reflecting gain of $500m on the disposal of the firm’s hedge fund administration business in Q4’12. FY’12 </a:t>
            </a:r>
            <a:r>
              <a:rPr lang="en-US" sz="800" i="1" baseline="0" dirty="0" err="1" smtClean="0">
                <a:solidFill>
                  <a:srgbClr val="005C87"/>
                </a:solidFill>
              </a:rPr>
              <a:t>YoY</a:t>
            </a:r>
            <a:r>
              <a:rPr lang="en-US" sz="800" i="1" baseline="0" dirty="0" smtClean="0">
                <a:solidFill>
                  <a:srgbClr val="005C87"/>
                </a:solidFill>
              </a:rPr>
              <a:t> growth excl. gain is -7% </a:t>
            </a:r>
            <a:endParaRPr lang="en-US" sz="800" i="1" baseline="0" dirty="0">
              <a:solidFill>
                <a:srgbClr val="005C87"/>
              </a:solidFill>
            </a:endParaRPr>
          </a:p>
        </p:txBody>
      </p:sp>
      <p:sp>
        <p:nvSpPr>
          <p:cNvPr id="53" name="Line 35"/>
          <p:cNvSpPr>
            <a:spLocks noChangeShapeType="1"/>
          </p:cNvSpPr>
          <p:nvPr/>
        </p:nvSpPr>
        <p:spPr bwMode="auto">
          <a:xfrm rot="16200000">
            <a:off x="3965857" y="3437191"/>
            <a:ext cx="649826" cy="2"/>
          </a:xfrm>
          <a:prstGeom prst="line">
            <a:avLst/>
          </a:prstGeom>
          <a:noFill/>
          <a:ln w="3175" cap="rnd">
            <a:solidFill>
              <a:srgbClr val="FF0000"/>
            </a:solidFill>
            <a:prstDash val="dash"/>
            <a:round/>
            <a:headEnd/>
            <a:tailEnd/>
          </a:ln>
        </p:spPr>
        <p:txBody>
          <a:bodyPr lIns="88046" tIns="44022" rIns="88046" bIns="44022"/>
          <a:lstStyle/>
          <a:p>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Line 83"/>
          <p:cNvSpPr>
            <a:spLocks noChangeShapeType="1"/>
          </p:cNvSpPr>
          <p:nvPr/>
        </p:nvSpPr>
        <p:spPr bwMode="auto">
          <a:xfrm flipV="1">
            <a:off x="8813800" y="2585100"/>
            <a:ext cx="0" cy="2743200"/>
          </a:xfrm>
          <a:prstGeom prst="line">
            <a:avLst/>
          </a:prstGeom>
          <a:noFill/>
          <a:ln w="19050">
            <a:solidFill>
              <a:srgbClr val="DA0000"/>
            </a:solidFill>
            <a:prstDash val="dash"/>
            <a:round/>
            <a:headEnd/>
            <a:tailEnd/>
          </a:ln>
        </p:spPr>
        <p:txBody>
          <a:bodyPr lIns="88507" tIns="44252" rIns="88507" bIns="44252"/>
          <a:lstStyle/>
          <a:p>
            <a:pPr defTabSz="888618"/>
            <a:endParaRPr lang="en-US" sz="1300" baseline="0" dirty="0">
              <a:solidFill>
                <a:srgbClr val="005C87"/>
              </a:solidFill>
              <a:latin typeface="Arial"/>
            </a:endParaRPr>
          </a:p>
        </p:txBody>
      </p:sp>
      <p:sp>
        <p:nvSpPr>
          <p:cNvPr id="41" name="Line 83"/>
          <p:cNvSpPr>
            <a:spLocks noChangeShapeType="1"/>
          </p:cNvSpPr>
          <p:nvPr/>
        </p:nvSpPr>
        <p:spPr bwMode="auto">
          <a:xfrm flipV="1">
            <a:off x="3540497" y="2601267"/>
            <a:ext cx="0" cy="2743200"/>
          </a:xfrm>
          <a:prstGeom prst="line">
            <a:avLst/>
          </a:prstGeom>
          <a:noFill/>
          <a:ln w="19050">
            <a:solidFill>
              <a:srgbClr val="DA0000"/>
            </a:solidFill>
            <a:prstDash val="dash"/>
            <a:round/>
            <a:headEnd/>
            <a:tailEnd/>
          </a:ln>
        </p:spPr>
        <p:txBody>
          <a:bodyPr lIns="88507" tIns="44252" rIns="88507" bIns="44252"/>
          <a:lstStyle/>
          <a:p>
            <a:pPr defTabSz="888618"/>
            <a:endParaRPr lang="en-US" sz="1300" baseline="0" dirty="0">
              <a:solidFill>
                <a:srgbClr val="005C87"/>
              </a:solidFill>
              <a:latin typeface="Arial"/>
            </a:endParaRPr>
          </a:p>
        </p:txBody>
      </p:sp>
      <p:pic>
        <p:nvPicPr>
          <p:cNvPr id="2" name="Picture 3"/>
          <p:cNvPicPr>
            <a:picLocks noChangeAspect="1" noChangeArrowheads="1"/>
          </p:cNvPicPr>
          <p:nvPr/>
        </p:nvPicPr>
        <p:blipFill>
          <a:blip r:embed="rId3" cstate="print"/>
          <a:srcRect/>
          <a:stretch>
            <a:fillRect/>
          </a:stretch>
        </p:blipFill>
        <p:spPr bwMode="auto">
          <a:xfrm>
            <a:off x="89113" y="2411793"/>
            <a:ext cx="5325313" cy="3456698"/>
          </a:xfrm>
          <a:prstGeom prst="rect">
            <a:avLst/>
          </a:prstGeom>
          <a:noFill/>
          <a:ln w="9525">
            <a:noFill/>
            <a:miter lim="800000"/>
            <a:headEnd/>
            <a:tailEnd/>
          </a:ln>
          <a:effectLst/>
        </p:spPr>
      </p:pic>
      <p:pic>
        <p:nvPicPr>
          <p:cNvPr id="277506" name="Picture 2"/>
          <p:cNvPicPr>
            <a:picLocks noChangeAspect="1" noChangeArrowheads="1"/>
          </p:cNvPicPr>
          <p:nvPr/>
        </p:nvPicPr>
        <p:blipFill>
          <a:blip r:embed="rId4" cstate="print"/>
          <a:srcRect/>
          <a:stretch>
            <a:fillRect/>
          </a:stretch>
        </p:blipFill>
        <p:spPr bwMode="auto">
          <a:xfrm>
            <a:off x="5270500" y="2351907"/>
            <a:ext cx="5532480" cy="3539160"/>
          </a:xfrm>
          <a:prstGeom prst="rect">
            <a:avLst/>
          </a:prstGeom>
          <a:noFill/>
          <a:ln w="9525">
            <a:noFill/>
            <a:miter lim="800000"/>
            <a:headEnd/>
            <a:tailEnd/>
          </a:ln>
          <a:effectLst/>
        </p:spPr>
      </p:pic>
      <p:sp>
        <p:nvSpPr>
          <p:cNvPr id="33793" name="Rectangle 2"/>
          <p:cNvSpPr>
            <a:spLocks noGrp="1" noChangeArrowheads="1"/>
          </p:cNvSpPr>
          <p:nvPr>
            <p:ph type="title" idx="4294967295"/>
          </p:nvPr>
        </p:nvSpPr>
        <p:spPr/>
        <p:txBody>
          <a:bodyPr/>
          <a:lstStyle/>
          <a:p>
            <a:pPr defTabSz="882471"/>
            <a:r>
              <a:rPr lang="en-GB" sz="2200" dirty="0" smtClean="0">
                <a:latin typeface="+mn-lt"/>
                <a:ea typeface="+mn-ea"/>
                <a:cs typeface="Arial" charset="0"/>
              </a:rPr>
              <a:t>HSBC reported highest </a:t>
            </a:r>
            <a:r>
              <a:rPr lang="en-GB" sz="2200" dirty="0" err="1" smtClean="0">
                <a:latin typeface="+mn-lt"/>
                <a:ea typeface="+mn-ea"/>
                <a:cs typeface="Arial" charset="0"/>
              </a:rPr>
              <a:t>YoY</a:t>
            </a:r>
            <a:r>
              <a:rPr lang="en-GB" sz="2200" dirty="0" smtClean="0">
                <a:latin typeface="+mn-lt"/>
                <a:ea typeface="+mn-ea"/>
                <a:cs typeface="Arial" charset="0"/>
              </a:rPr>
              <a:t> growth in Cash and Trade Income</a:t>
            </a:r>
            <a:r>
              <a:rPr lang="en-GB" sz="2200" baseline="30000" dirty="0" smtClean="0">
                <a:latin typeface="+mn-lt"/>
                <a:ea typeface="+mn-ea"/>
                <a:cs typeface="Arial" charset="0"/>
              </a:rPr>
              <a:t>2</a:t>
            </a:r>
            <a:endParaRPr lang="en-GB" sz="2200" baseline="30000" dirty="0">
              <a:latin typeface="+mn-lt"/>
              <a:ea typeface="+mn-ea"/>
              <a:cs typeface="Arial" charset="0"/>
            </a:endParaRPr>
          </a:p>
        </p:txBody>
      </p:sp>
      <p:sp>
        <p:nvSpPr>
          <p:cNvPr id="33796" name="Rectangle 39"/>
          <p:cNvSpPr>
            <a:spLocks noChangeArrowheads="1"/>
          </p:cNvSpPr>
          <p:nvPr/>
        </p:nvSpPr>
        <p:spPr bwMode="auto">
          <a:xfrm>
            <a:off x="469900" y="1387954"/>
            <a:ext cx="4548187" cy="500062"/>
          </a:xfrm>
          <a:prstGeom prst="rect">
            <a:avLst/>
          </a:prstGeom>
          <a:noFill/>
          <a:ln w="9525">
            <a:noFill/>
            <a:miter lim="800000"/>
            <a:headEnd/>
            <a:tailEnd/>
          </a:ln>
        </p:spPr>
        <p:txBody>
          <a:bodyPr lIns="0" tIns="0" rIns="0" bIns="0"/>
          <a:lstStyle/>
          <a:p>
            <a:pPr defTabSz="1009324" fontAlgn="auto">
              <a:spcBef>
                <a:spcPct val="40000"/>
              </a:spcBef>
              <a:spcAft>
                <a:spcPct val="20000"/>
              </a:spcAft>
              <a:buClr>
                <a:srgbClr val="005C87"/>
              </a:buClr>
            </a:pPr>
            <a:r>
              <a:rPr lang="en-US" sz="1300" b="1" baseline="0" dirty="0">
                <a:solidFill>
                  <a:srgbClr val="005C87"/>
                </a:solidFill>
                <a:latin typeface="Arial"/>
              </a:rPr>
              <a:t>Cash + Trade Income: FY’12 </a:t>
            </a:r>
            <a:r>
              <a:rPr lang="en-US" sz="1300" b="1" baseline="0" dirty="0" err="1">
                <a:solidFill>
                  <a:srgbClr val="005C87"/>
                </a:solidFill>
                <a:latin typeface="Arial"/>
              </a:rPr>
              <a:t>YoY</a:t>
            </a:r>
            <a:endParaRPr lang="en-US" sz="1300" b="1" baseline="0" dirty="0">
              <a:solidFill>
                <a:srgbClr val="005C87"/>
              </a:solidFill>
              <a:latin typeface="Arial"/>
            </a:endParaRPr>
          </a:p>
          <a:p>
            <a:pPr defTabSz="1009324" fontAlgn="auto">
              <a:spcBef>
                <a:spcPct val="40000"/>
              </a:spcBef>
              <a:spcAft>
                <a:spcPct val="20000"/>
              </a:spcAft>
              <a:buClr>
                <a:srgbClr val="005C87"/>
              </a:buClr>
            </a:pPr>
            <a:r>
              <a:rPr lang="en-US" sz="1300" baseline="0" dirty="0">
                <a:solidFill>
                  <a:srgbClr val="005C87"/>
                </a:solidFill>
                <a:latin typeface="Arial"/>
              </a:rPr>
              <a:t>(%, $m)</a:t>
            </a:r>
            <a:endParaRPr lang="en-AU" sz="1300" baseline="0" dirty="0">
              <a:solidFill>
                <a:srgbClr val="005C87"/>
              </a:solidFill>
              <a:latin typeface="Arial"/>
            </a:endParaRPr>
          </a:p>
        </p:txBody>
      </p:sp>
      <p:sp>
        <p:nvSpPr>
          <p:cNvPr id="12" name="Text Box 144"/>
          <p:cNvSpPr txBox="1">
            <a:spLocks noChangeArrowheads="1"/>
          </p:cNvSpPr>
          <p:nvPr/>
        </p:nvSpPr>
        <p:spPr bwMode="auto">
          <a:xfrm>
            <a:off x="1452567" y="6839757"/>
            <a:ext cx="5033294" cy="550985"/>
          </a:xfrm>
          <a:prstGeom prst="rect">
            <a:avLst/>
          </a:prstGeom>
          <a:noFill/>
          <a:ln w="9525">
            <a:noFill/>
            <a:miter lim="800000"/>
            <a:headEnd/>
            <a:tailEnd/>
          </a:ln>
        </p:spPr>
        <p:txBody>
          <a:bodyPr wrap="square" lIns="88459" tIns="44228" rIns="88459" bIns="44228" anchor="b">
            <a:spAutoFit/>
          </a:bodyPr>
          <a:lstStyle/>
          <a:p>
            <a:pPr defTabSz="1013301" fontAlgn="auto">
              <a:spcBef>
                <a:spcPct val="50000"/>
              </a:spcBef>
              <a:spcAft>
                <a:spcPts val="0"/>
              </a:spcAft>
            </a:pPr>
            <a:r>
              <a:rPr lang="en-GB" sz="600" baseline="0" dirty="0">
                <a:solidFill>
                  <a:srgbClr val="005C87"/>
                </a:solidFill>
                <a:latin typeface="Arial"/>
              </a:rPr>
              <a:t>Sources: Company reports, WB </a:t>
            </a:r>
            <a:r>
              <a:rPr lang="en-GB" sz="600" baseline="0" dirty="0" smtClean="0">
                <a:solidFill>
                  <a:srgbClr val="005C87"/>
                </a:solidFill>
                <a:latin typeface="Arial"/>
              </a:rPr>
              <a:t>Performance Management Analysis. </a:t>
            </a:r>
            <a:r>
              <a:rPr lang="en-GB" sz="600" baseline="0" dirty="0">
                <a:solidFill>
                  <a:srgbClr val="005C87"/>
                </a:solidFill>
                <a:latin typeface="Arial"/>
              </a:rPr>
              <a:t>SCB figures on management basis.</a:t>
            </a:r>
          </a:p>
          <a:p>
            <a:pPr marL="0" lvl="1" defTabSz="1013301" fontAlgn="auto">
              <a:spcBef>
                <a:spcPct val="50000"/>
              </a:spcBef>
              <a:spcAft>
                <a:spcPts val="0"/>
              </a:spcAft>
            </a:pPr>
            <a:r>
              <a:rPr lang="en-US" sz="600" baseline="30000" dirty="0">
                <a:solidFill>
                  <a:srgbClr val="005C87"/>
                </a:solidFill>
                <a:latin typeface="Arial"/>
              </a:rPr>
              <a:t>1 </a:t>
            </a:r>
            <a:r>
              <a:rPr lang="en-US" sz="600" baseline="0" dirty="0" smtClean="0">
                <a:solidFill>
                  <a:srgbClr val="005C87"/>
                </a:solidFill>
                <a:latin typeface="Arial"/>
              </a:rPr>
              <a:t>Deutsche Bank Cash and Trade income includes Securities Services income but for comparative purposes all income is assumed to be Cash and Trade only</a:t>
            </a:r>
          </a:p>
          <a:p>
            <a:pPr marL="0" lvl="1" defTabSz="1013301" fontAlgn="auto">
              <a:spcBef>
                <a:spcPct val="50000"/>
              </a:spcBef>
              <a:spcAft>
                <a:spcPts val="0"/>
              </a:spcAft>
            </a:pPr>
            <a:r>
              <a:rPr lang="en-US" sz="600" baseline="30000" dirty="0" smtClean="0">
                <a:solidFill>
                  <a:srgbClr val="005C87"/>
                </a:solidFill>
                <a:latin typeface="Arial"/>
              </a:rPr>
              <a:t>2</a:t>
            </a:r>
            <a:r>
              <a:rPr lang="en-US" sz="600" baseline="0" dirty="0" smtClean="0">
                <a:solidFill>
                  <a:srgbClr val="005C87"/>
                </a:solidFill>
                <a:latin typeface="Arial"/>
              </a:rPr>
              <a:t> SCB are sub-custodians of GS, JPMC and BNPP and therefore do not consider them as competitors.</a:t>
            </a:r>
            <a:endParaRPr lang="en-US" sz="600" baseline="0" dirty="0">
              <a:solidFill>
                <a:srgbClr val="005C87"/>
              </a:solidFill>
              <a:latin typeface="Arial"/>
            </a:endParaRPr>
          </a:p>
        </p:txBody>
      </p:sp>
      <p:sp>
        <p:nvSpPr>
          <p:cNvPr id="46" name="Rectangle 3"/>
          <p:cNvSpPr>
            <a:spLocks noChangeArrowheads="1"/>
          </p:cNvSpPr>
          <p:nvPr/>
        </p:nvSpPr>
        <p:spPr bwMode="auto">
          <a:xfrm>
            <a:off x="2374901" y="2199507"/>
            <a:ext cx="1752600" cy="415925"/>
          </a:xfrm>
          <a:prstGeom prst="rect">
            <a:avLst/>
          </a:prstGeom>
          <a:noFill/>
          <a:ln w="9525">
            <a:noFill/>
            <a:miter lim="800000"/>
            <a:headEnd/>
            <a:tailEnd/>
          </a:ln>
        </p:spPr>
        <p:txBody>
          <a:bodyPr lIns="0" tIns="0" rIns="0" bIns="0"/>
          <a:lstStyle/>
          <a:p>
            <a:pPr marL="7694" indent="-7694" algn="ctr" defTabSz="1009680">
              <a:spcBef>
                <a:spcPct val="30000"/>
              </a:spcBef>
              <a:spcAft>
                <a:spcPct val="20000"/>
              </a:spcAft>
              <a:buClr>
                <a:srgbClr val="22AA47"/>
              </a:buClr>
              <a:buSzPct val="110000"/>
            </a:pPr>
            <a:r>
              <a:rPr lang="en-US" sz="1300" i="1" baseline="0" dirty="0" smtClean="0">
                <a:solidFill>
                  <a:srgbClr val="005C87"/>
                </a:solidFill>
                <a:latin typeface="Arial"/>
              </a:rPr>
              <a:t>FY’12 </a:t>
            </a:r>
            <a:r>
              <a:rPr lang="en-US" sz="1300" i="1" baseline="0" dirty="0">
                <a:solidFill>
                  <a:srgbClr val="005C87"/>
                </a:solidFill>
                <a:latin typeface="Arial"/>
              </a:rPr>
              <a:t>Average YoY Income Growth: </a:t>
            </a:r>
            <a:r>
              <a:rPr lang="en-US" sz="1300" i="1" baseline="0" dirty="0" smtClean="0">
                <a:solidFill>
                  <a:srgbClr val="005C87"/>
                </a:solidFill>
                <a:latin typeface="Arial"/>
              </a:rPr>
              <a:t>+9%</a:t>
            </a:r>
            <a:endParaRPr lang="en-US" sz="1300" i="1" baseline="0" dirty="0">
              <a:solidFill>
                <a:srgbClr val="005C87"/>
              </a:solidFill>
              <a:latin typeface="Arial"/>
            </a:endParaRPr>
          </a:p>
        </p:txBody>
      </p:sp>
      <p:sp>
        <p:nvSpPr>
          <p:cNvPr id="49" name="Rectangle 39"/>
          <p:cNvSpPr>
            <a:spLocks noChangeArrowheads="1"/>
          </p:cNvSpPr>
          <p:nvPr/>
        </p:nvSpPr>
        <p:spPr bwMode="auto">
          <a:xfrm>
            <a:off x="5688745" y="1387954"/>
            <a:ext cx="4548187" cy="500062"/>
          </a:xfrm>
          <a:prstGeom prst="rect">
            <a:avLst/>
          </a:prstGeom>
          <a:noFill/>
          <a:ln w="9525">
            <a:noFill/>
            <a:miter lim="800000"/>
            <a:headEnd/>
            <a:tailEnd/>
          </a:ln>
        </p:spPr>
        <p:txBody>
          <a:bodyPr lIns="0" tIns="0" rIns="0" bIns="0"/>
          <a:lstStyle/>
          <a:p>
            <a:pPr defTabSz="1009324" fontAlgn="auto">
              <a:spcBef>
                <a:spcPct val="40000"/>
              </a:spcBef>
              <a:spcAft>
                <a:spcPct val="20000"/>
              </a:spcAft>
              <a:buClr>
                <a:srgbClr val="005C87"/>
              </a:buClr>
            </a:pPr>
            <a:r>
              <a:rPr lang="en-US" sz="1300" b="1" baseline="0" dirty="0">
                <a:solidFill>
                  <a:srgbClr val="005C87"/>
                </a:solidFill>
                <a:latin typeface="Arial"/>
              </a:rPr>
              <a:t>Cash + Trade Income: </a:t>
            </a:r>
            <a:r>
              <a:rPr lang="en-US" sz="1300" b="1" baseline="0" dirty="0" smtClean="0">
                <a:solidFill>
                  <a:srgbClr val="005C87"/>
                </a:solidFill>
                <a:latin typeface="Arial"/>
              </a:rPr>
              <a:t>Q4’12 </a:t>
            </a:r>
            <a:r>
              <a:rPr lang="en-US" sz="1300" b="1" baseline="0" dirty="0" err="1" smtClean="0">
                <a:solidFill>
                  <a:srgbClr val="005C87"/>
                </a:solidFill>
                <a:latin typeface="Arial"/>
              </a:rPr>
              <a:t>QoQ</a:t>
            </a:r>
            <a:endParaRPr lang="en-US" sz="1300" b="1" baseline="0" dirty="0">
              <a:solidFill>
                <a:srgbClr val="005C87"/>
              </a:solidFill>
              <a:latin typeface="Arial"/>
            </a:endParaRPr>
          </a:p>
          <a:p>
            <a:pPr defTabSz="1009324" fontAlgn="auto">
              <a:spcBef>
                <a:spcPct val="40000"/>
              </a:spcBef>
              <a:spcAft>
                <a:spcPct val="20000"/>
              </a:spcAft>
              <a:buClr>
                <a:srgbClr val="005C87"/>
              </a:buClr>
            </a:pPr>
            <a:r>
              <a:rPr lang="en-US" sz="1300" baseline="0" dirty="0">
                <a:solidFill>
                  <a:srgbClr val="005C87"/>
                </a:solidFill>
                <a:latin typeface="Arial"/>
              </a:rPr>
              <a:t>(%, $m)</a:t>
            </a:r>
            <a:endParaRPr lang="en-AU" sz="1300" baseline="0" dirty="0">
              <a:solidFill>
                <a:srgbClr val="005C87"/>
              </a:solidFill>
              <a:latin typeface="Arial"/>
            </a:endParaRPr>
          </a:p>
        </p:txBody>
      </p:sp>
      <p:sp>
        <p:nvSpPr>
          <p:cNvPr id="51" name="Rectangle 3"/>
          <p:cNvSpPr>
            <a:spLocks noChangeArrowheads="1"/>
          </p:cNvSpPr>
          <p:nvPr/>
        </p:nvSpPr>
        <p:spPr bwMode="auto">
          <a:xfrm>
            <a:off x="7504320" y="2180433"/>
            <a:ext cx="1752600" cy="415925"/>
          </a:xfrm>
          <a:prstGeom prst="rect">
            <a:avLst/>
          </a:prstGeom>
          <a:noFill/>
          <a:ln w="9525">
            <a:noFill/>
            <a:miter lim="800000"/>
            <a:headEnd/>
            <a:tailEnd/>
          </a:ln>
        </p:spPr>
        <p:txBody>
          <a:bodyPr lIns="0" tIns="0" rIns="0" bIns="0"/>
          <a:lstStyle/>
          <a:p>
            <a:pPr marL="7691" indent="-7691" algn="ctr" defTabSz="1009145" fontAlgn="auto">
              <a:spcBef>
                <a:spcPct val="30000"/>
              </a:spcBef>
              <a:spcAft>
                <a:spcPct val="20000"/>
              </a:spcAft>
              <a:buClr>
                <a:srgbClr val="22AA47"/>
              </a:buClr>
              <a:buSzPct val="110000"/>
            </a:pPr>
            <a:r>
              <a:rPr lang="en-US" sz="1300" i="1" baseline="0" dirty="0">
                <a:solidFill>
                  <a:srgbClr val="005C87"/>
                </a:solidFill>
                <a:latin typeface="Arial"/>
              </a:rPr>
              <a:t>FY’12 Average </a:t>
            </a:r>
            <a:r>
              <a:rPr lang="en-US" sz="1300" i="1" baseline="0" dirty="0" err="1" smtClean="0">
                <a:solidFill>
                  <a:srgbClr val="005C87"/>
                </a:solidFill>
                <a:latin typeface="Arial"/>
              </a:rPr>
              <a:t>QoQ</a:t>
            </a:r>
            <a:r>
              <a:rPr lang="en-US" sz="1300" i="1" baseline="0" dirty="0" smtClean="0">
                <a:solidFill>
                  <a:srgbClr val="005C87"/>
                </a:solidFill>
                <a:latin typeface="Arial"/>
              </a:rPr>
              <a:t> </a:t>
            </a:r>
            <a:r>
              <a:rPr lang="en-US" sz="1300" i="1" baseline="0" dirty="0">
                <a:solidFill>
                  <a:srgbClr val="005C87"/>
                </a:solidFill>
                <a:latin typeface="Arial"/>
              </a:rPr>
              <a:t>Income Growth: </a:t>
            </a:r>
            <a:r>
              <a:rPr lang="en-US" sz="1300" i="1" baseline="0" dirty="0" smtClean="0">
                <a:solidFill>
                  <a:srgbClr val="005C87"/>
                </a:solidFill>
                <a:latin typeface="Arial"/>
              </a:rPr>
              <a:t>+1%</a:t>
            </a:r>
            <a:endParaRPr lang="en-US" sz="1300" i="1" baseline="0" dirty="0">
              <a:solidFill>
                <a:srgbClr val="005C87"/>
              </a:solidFill>
              <a:latin typeface="Arial"/>
            </a:endParaRPr>
          </a:p>
        </p:txBody>
      </p:sp>
      <p:sp>
        <p:nvSpPr>
          <p:cNvPr id="53" name="TextBox 52"/>
          <p:cNvSpPr txBox="1"/>
          <p:nvPr/>
        </p:nvSpPr>
        <p:spPr>
          <a:xfrm>
            <a:off x="3932056" y="4090446"/>
            <a:ext cx="296863" cy="146837"/>
          </a:xfrm>
          <a:prstGeom prst="rect">
            <a:avLst/>
          </a:prstGeom>
          <a:noFill/>
        </p:spPr>
        <p:txBody>
          <a:bodyPr wrap="square" lIns="88539" tIns="44268" rIns="88539" bIns="44268" rtlCol="0">
            <a:noAutofit/>
          </a:bodyPr>
          <a:lstStyle/>
          <a:p>
            <a:pPr defTabSz="1013301"/>
            <a:r>
              <a:rPr lang="en-US" sz="800" baseline="30000" dirty="0">
                <a:solidFill>
                  <a:srgbClr val="FFFFFF"/>
                </a:solidFill>
                <a:latin typeface="Arial"/>
              </a:rPr>
              <a:t>1</a:t>
            </a:r>
            <a:endParaRPr lang="en-GB" sz="800" baseline="30000" dirty="0">
              <a:solidFill>
                <a:srgbClr val="FFFFFF"/>
              </a:solidFill>
              <a:latin typeface="Arial"/>
            </a:endParaRPr>
          </a:p>
        </p:txBody>
      </p:sp>
      <p:sp>
        <p:nvSpPr>
          <p:cNvPr id="18" name="Line 30"/>
          <p:cNvSpPr>
            <a:spLocks noChangeShapeType="1"/>
          </p:cNvSpPr>
          <p:nvPr/>
        </p:nvSpPr>
        <p:spPr bwMode="auto">
          <a:xfrm>
            <a:off x="427159" y="1984248"/>
            <a:ext cx="4456112" cy="0"/>
          </a:xfrm>
          <a:prstGeom prst="line">
            <a:avLst/>
          </a:prstGeom>
          <a:noFill/>
          <a:ln w="9525">
            <a:solidFill>
              <a:schemeClr val="accent1"/>
            </a:solidFill>
            <a:round/>
            <a:headEnd/>
            <a:tailEnd/>
          </a:ln>
        </p:spPr>
        <p:txBody>
          <a:bodyPr lIns="88475" tIns="44236" rIns="88475" bIns="44236"/>
          <a:lstStyle/>
          <a:p>
            <a:pPr defTabSz="1013301" fontAlgn="auto">
              <a:spcBef>
                <a:spcPts val="0"/>
              </a:spcBef>
              <a:spcAft>
                <a:spcPts val="0"/>
              </a:spcAft>
            </a:pPr>
            <a:endParaRPr lang="en-US" sz="2100" baseline="0" dirty="0">
              <a:solidFill>
                <a:srgbClr val="005C87"/>
              </a:solidFill>
              <a:latin typeface="Arial"/>
            </a:endParaRPr>
          </a:p>
        </p:txBody>
      </p:sp>
      <p:sp>
        <p:nvSpPr>
          <p:cNvPr id="19" name="Line 30"/>
          <p:cNvSpPr>
            <a:spLocks noChangeShapeType="1"/>
          </p:cNvSpPr>
          <p:nvPr/>
        </p:nvSpPr>
        <p:spPr bwMode="auto">
          <a:xfrm>
            <a:off x="5662384" y="1984248"/>
            <a:ext cx="4754880" cy="0"/>
          </a:xfrm>
          <a:prstGeom prst="line">
            <a:avLst/>
          </a:prstGeom>
          <a:noFill/>
          <a:ln w="9525">
            <a:solidFill>
              <a:schemeClr val="accent1"/>
            </a:solidFill>
            <a:round/>
            <a:headEnd/>
            <a:tailEnd/>
          </a:ln>
        </p:spPr>
        <p:txBody>
          <a:bodyPr lIns="88475" tIns="44236" rIns="88475" bIns="44236"/>
          <a:lstStyle/>
          <a:p>
            <a:pPr defTabSz="1013301" fontAlgn="auto">
              <a:spcBef>
                <a:spcPts val="0"/>
              </a:spcBef>
              <a:spcAft>
                <a:spcPts val="0"/>
              </a:spcAft>
            </a:pPr>
            <a:endParaRPr lang="en-US" sz="2100" baseline="0" dirty="0">
              <a:solidFill>
                <a:srgbClr val="005C87"/>
              </a:solidFill>
              <a:latin typeface="Arial"/>
            </a:endParaRPr>
          </a:p>
        </p:txBody>
      </p:sp>
      <p:sp>
        <p:nvSpPr>
          <p:cNvPr id="20" name="Line 30"/>
          <p:cNvSpPr>
            <a:spLocks noChangeShapeType="1"/>
          </p:cNvSpPr>
          <p:nvPr/>
        </p:nvSpPr>
        <p:spPr bwMode="auto">
          <a:xfrm rot="5400000">
            <a:off x="3601246" y="3869553"/>
            <a:ext cx="3338513" cy="0"/>
          </a:xfrm>
          <a:prstGeom prst="line">
            <a:avLst/>
          </a:prstGeom>
          <a:noFill/>
          <a:ln w="9525">
            <a:solidFill>
              <a:schemeClr val="accent1"/>
            </a:solidFill>
            <a:round/>
            <a:headEnd/>
            <a:tailEnd/>
          </a:ln>
        </p:spPr>
        <p:txBody>
          <a:bodyPr lIns="88616" tIns="44308" rIns="88616" bIns="44308"/>
          <a:lstStyle/>
          <a:p>
            <a:pPr defTabSz="889559"/>
            <a:endParaRPr lang="en-US" dirty="0">
              <a:latin typeface="Arial"/>
            </a:endParaRPr>
          </a:p>
        </p:txBody>
      </p:sp>
      <p:sp>
        <p:nvSpPr>
          <p:cNvPr id="54" name="TextBox 53"/>
          <p:cNvSpPr txBox="1"/>
          <p:nvPr/>
        </p:nvSpPr>
        <p:spPr>
          <a:xfrm>
            <a:off x="10231437" y="4009231"/>
            <a:ext cx="296863" cy="146837"/>
          </a:xfrm>
          <a:prstGeom prst="rect">
            <a:avLst/>
          </a:prstGeom>
          <a:noFill/>
        </p:spPr>
        <p:txBody>
          <a:bodyPr wrap="square" lIns="88539" tIns="44268" rIns="88539" bIns="44268" rtlCol="0">
            <a:noAutofit/>
          </a:bodyPr>
          <a:lstStyle/>
          <a:p>
            <a:pPr defTabSz="1013301"/>
            <a:r>
              <a:rPr lang="en-US" sz="800" baseline="30000" dirty="0">
                <a:solidFill>
                  <a:srgbClr val="FFFFFF"/>
                </a:solidFill>
                <a:latin typeface="Arial"/>
              </a:rPr>
              <a:t>1</a:t>
            </a:r>
            <a:endParaRPr lang="en-GB" sz="800" baseline="30000" dirty="0">
              <a:solidFill>
                <a:srgbClr val="FFFFFF"/>
              </a:solidFill>
              <a:latin typeface="Aria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Line 83"/>
          <p:cNvSpPr>
            <a:spLocks noChangeShapeType="1"/>
          </p:cNvSpPr>
          <p:nvPr/>
        </p:nvSpPr>
        <p:spPr bwMode="auto">
          <a:xfrm flipH="1" flipV="1">
            <a:off x="7130745" y="2697957"/>
            <a:ext cx="0" cy="2740584"/>
          </a:xfrm>
          <a:prstGeom prst="line">
            <a:avLst/>
          </a:prstGeom>
          <a:noFill/>
          <a:ln w="19050">
            <a:solidFill>
              <a:srgbClr val="DA0000"/>
            </a:solidFill>
            <a:prstDash val="dash"/>
            <a:round/>
            <a:headEnd/>
            <a:tailEnd/>
          </a:ln>
        </p:spPr>
        <p:txBody>
          <a:bodyPr lIns="88600" tIns="44300" rIns="88600" bIns="44300"/>
          <a:lstStyle/>
          <a:p>
            <a:pPr defTabSz="889559"/>
            <a:endParaRPr lang="en-US" sz="1300" baseline="0" dirty="0">
              <a:solidFill>
                <a:srgbClr val="005C87"/>
              </a:solidFill>
              <a:latin typeface="Arial"/>
            </a:endParaRPr>
          </a:p>
        </p:txBody>
      </p:sp>
      <p:sp>
        <p:nvSpPr>
          <p:cNvPr id="15" name="Line 83"/>
          <p:cNvSpPr>
            <a:spLocks noChangeShapeType="1"/>
          </p:cNvSpPr>
          <p:nvPr/>
        </p:nvSpPr>
        <p:spPr bwMode="auto">
          <a:xfrm flipV="1">
            <a:off x="2852928" y="2830170"/>
            <a:ext cx="0" cy="2639185"/>
          </a:xfrm>
          <a:prstGeom prst="line">
            <a:avLst/>
          </a:prstGeom>
          <a:noFill/>
          <a:ln w="19050">
            <a:solidFill>
              <a:srgbClr val="DA0000"/>
            </a:solidFill>
            <a:prstDash val="dash"/>
            <a:round/>
            <a:headEnd/>
            <a:tailEnd/>
          </a:ln>
        </p:spPr>
        <p:txBody>
          <a:bodyPr lIns="88600" tIns="44300" rIns="88600" bIns="44300"/>
          <a:lstStyle/>
          <a:p>
            <a:pPr defTabSz="889559"/>
            <a:endParaRPr lang="en-US" sz="1300" baseline="0" dirty="0">
              <a:solidFill>
                <a:srgbClr val="005C87"/>
              </a:solidFill>
              <a:latin typeface="Arial"/>
            </a:endParaRPr>
          </a:p>
        </p:txBody>
      </p:sp>
      <p:pic>
        <p:nvPicPr>
          <p:cNvPr id="278531" name="Picture 3"/>
          <p:cNvPicPr>
            <a:picLocks noChangeAspect="1" noChangeArrowheads="1"/>
          </p:cNvPicPr>
          <p:nvPr/>
        </p:nvPicPr>
        <p:blipFill>
          <a:blip r:embed="rId3" cstate="print"/>
          <a:srcRect/>
          <a:stretch>
            <a:fillRect/>
          </a:stretch>
        </p:blipFill>
        <p:spPr bwMode="auto">
          <a:xfrm>
            <a:off x="5508629" y="2427841"/>
            <a:ext cx="4772024" cy="3543300"/>
          </a:xfrm>
          <a:prstGeom prst="rect">
            <a:avLst/>
          </a:prstGeom>
          <a:noFill/>
          <a:ln w="9525">
            <a:noFill/>
            <a:miter lim="800000"/>
            <a:headEnd/>
            <a:tailEnd/>
          </a:ln>
          <a:effectLst/>
        </p:spPr>
      </p:pic>
      <p:pic>
        <p:nvPicPr>
          <p:cNvPr id="278530" name="Picture 2"/>
          <p:cNvPicPr>
            <a:picLocks noChangeAspect="1" noChangeArrowheads="1"/>
          </p:cNvPicPr>
          <p:nvPr/>
        </p:nvPicPr>
        <p:blipFill>
          <a:blip r:embed="rId4" cstate="print"/>
          <a:srcRect/>
          <a:stretch>
            <a:fillRect/>
          </a:stretch>
        </p:blipFill>
        <p:spPr bwMode="auto">
          <a:xfrm>
            <a:off x="350174" y="2438745"/>
            <a:ext cx="4791075" cy="3533775"/>
          </a:xfrm>
          <a:prstGeom prst="rect">
            <a:avLst/>
          </a:prstGeom>
          <a:noFill/>
          <a:ln w="9525">
            <a:noFill/>
            <a:miter lim="800000"/>
            <a:headEnd/>
            <a:tailEnd/>
          </a:ln>
          <a:effectLst/>
        </p:spPr>
      </p:pic>
      <p:sp>
        <p:nvSpPr>
          <p:cNvPr id="33793" name="Rectangle 2"/>
          <p:cNvSpPr>
            <a:spLocks noGrp="1" noChangeArrowheads="1"/>
          </p:cNvSpPr>
          <p:nvPr>
            <p:ph type="title" idx="4294967295"/>
          </p:nvPr>
        </p:nvSpPr>
        <p:spPr/>
        <p:txBody>
          <a:bodyPr/>
          <a:lstStyle/>
          <a:p>
            <a:pPr defTabSz="883405"/>
            <a:r>
              <a:rPr lang="en-US" sz="2200" dirty="0" smtClean="0">
                <a:latin typeface="+mn-lt"/>
                <a:ea typeface="+mn-ea"/>
                <a:cs typeface="Arial" charset="0"/>
              </a:rPr>
              <a:t>GS </a:t>
            </a:r>
            <a:r>
              <a:rPr lang="en-US" sz="2200" dirty="0" smtClean="0">
                <a:cs typeface="Arial" charset="0"/>
              </a:rPr>
              <a:t>Securities Service Income was up </a:t>
            </a:r>
            <a:r>
              <a:rPr lang="en-US" sz="2200" dirty="0" smtClean="0">
                <a:latin typeface="+mn-lt"/>
                <a:ea typeface="+mn-ea"/>
                <a:cs typeface="Arial" charset="0"/>
              </a:rPr>
              <a:t>+24% </a:t>
            </a:r>
            <a:r>
              <a:rPr lang="en-US" sz="2200" dirty="0" err="1" smtClean="0">
                <a:latin typeface="+mn-lt"/>
                <a:ea typeface="+mn-ea"/>
                <a:cs typeface="Arial" charset="0"/>
              </a:rPr>
              <a:t>YoY</a:t>
            </a:r>
            <a:endParaRPr lang="en-US" sz="2200" dirty="0" smtClean="0">
              <a:latin typeface="+mn-lt"/>
              <a:ea typeface="+mn-ea"/>
              <a:cs typeface="Arial" charset="0"/>
            </a:endParaRPr>
          </a:p>
        </p:txBody>
      </p:sp>
      <p:sp>
        <p:nvSpPr>
          <p:cNvPr id="33796" name="Rectangle 39"/>
          <p:cNvSpPr>
            <a:spLocks noChangeArrowheads="1"/>
          </p:cNvSpPr>
          <p:nvPr/>
        </p:nvSpPr>
        <p:spPr bwMode="auto">
          <a:xfrm>
            <a:off x="331495" y="1387954"/>
            <a:ext cx="4548187" cy="500062"/>
          </a:xfrm>
          <a:prstGeom prst="rect">
            <a:avLst/>
          </a:prstGeom>
          <a:noFill/>
          <a:ln w="9525">
            <a:noFill/>
            <a:miter lim="800000"/>
            <a:headEnd/>
            <a:tailEnd/>
          </a:ln>
        </p:spPr>
        <p:txBody>
          <a:bodyPr lIns="0" tIns="0" rIns="0" bIns="0"/>
          <a:lstStyle/>
          <a:p>
            <a:pPr defTabSz="1010927">
              <a:spcBef>
                <a:spcPct val="40000"/>
              </a:spcBef>
              <a:spcAft>
                <a:spcPct val="20000"/>
              </a:spcAft>
              <a:buClr>
                <a:srgbClr val="005C87"/>
              </a:buClr>
            </a:pPr>
            <a:r>
              <a:rPr lang="en-US" sz="1300" b="1" baseline="0" dirty="0">
                <a:solidFill>
                  <a:srgbClr val="005C87"/>
                </a:solidFill>
                <a:latin typeface="Arial"/>
              </a:rPr>
              <a:t>Securities Services Income: </a:t>
            </a:r>
            <a:r>
              <a:rPr lang="en-US" sz="1300" b="1" baseline="0" dirty="0" smtClean="0">
                <a:solidFill>
                  <a:srgbClr val="005C87"/>
                </a:solidFill>
                <a:latin typeface="Arial"/>
              </a:rPr>
              <a:t>FY’12 </a:t>
            </a:r>
            <a:r>
              <a:rPr lang="en-US" sz="1300" b="1" baseline="0" dirty="0" err="1" smtClean="0">
                <a:solidFill>
                  <a:srgbClr val="005C87"/>
                </a:solidFill>
                <a:latin typeface="Arial"/>
              </a:rPr>
              <a:t>YoY</a:t>
            </a:r>
            <a:endParaRPr lang="en-US" sz="1300" b="1" baseline="0" dirty="0">
              <a:solidFill>
                <a:srgbClr val="005C87"/>
              </a:solidFill>
              <a:latin typeface="Arial"/>
            </a:endParaRPr>
          </a:p>
          <a:p>
            <a:pPr defTabSz="1010927">
              <a:spcBef>
                <a:spcPct val="40000"/>
              </a:spcBef>
              <a:spcAft>
                <a:spcPct val="20000"/>
              </a:spcAft>
              <a:buClr>
                <a:srgbClr val="005C87"/>
              </a:buClr>
            </a:pPr>
            <a:r>
              <a:rPr lang="en-US" sz="1300" baseline="0" dirty="0">
                <a:solidFill>
                  <a:srgbClr val="005C87"/>
                </a:solidFill>
                <a:latin typeface="Arial"/>
              </a:rPr>
              <a:t>(%, $m)</a:t>
            </a:r>
            <a:endParaRPr lang="en-AU" sz="1300" baseline="0" dirty="0">
              <a:solidFill>
                <a:srgbClr val="005C87"/>
              </a:solidFill>
              <a:latin typeface="Arial"/>
            </a:endParaRPr>
          </a:p>
        </p:txBody>
      </p:sp>
      <p:sp>
        <p:nvSpPr>
          <p:cNvPr id="33798" name="Line 30"/>
          <p:cNvSpPr>
            <a:spLocks noChangeShapeType="1"/>
          </p:cNvSpPr>
          <p:nvPr/>
        </p:nvSpPr>
        <p:spPr bwMode="auto">
          <a:xfrm rot="5400000">
            <a:off x="3742531" y="3952082"/>
            <a:ext cx="3338513" cy="0"/>
          </a:xfrm>
          <a:prstGeom prst="line">
            <a:avLst/>
          </a:prstGeom>
          <a:noFill/>
          <a:ln w="9525">
            <a:solidFill>
              <a:schemeClr val="accent1"/>
            </a:solidFill>
            <a:round/>
            <a:headEnd/>
            <a:tailEnd/>
          </a:ln>
        </p:spPr>
        <p:txBody>
          <a:bodyPr lIns="88616" tIns="44308" rIns="88616" bIns="44308"/>
          <a:lstStyle/>
          <a:p>
            <a:pPr defTabSz="889559"/>
            <a:endParaRPr lang="en-US" dirty="0">
              <a:latin typeface="Arial"/>
            </a:endParaRPr>
          </a:p>
        </p:txBody>
      </p:sp>
      <p:sp>
        <p:nvSpPr>
          <p:cNvPr id="12" name="Text Box 144"/>
          <p:cNvSpPr txBox="1">
            <a:spLocks noChangeArrowheads="1"/>
          </p:cNvSpPr>
          <p:nvPr/>
        </p:nvSpPr>
        <p:spPr bwMode="auto">
          <a:xfrm>
            <a:off x="1452566" y="7015971"/>
            <a:ext cx="5468937" cy="320298"/>
          </a:xfrm>
          <a:prstGeom prst="rect">
            <a:avLst/>
          </a:prstGeom>
          <a:noFill/>
          <a:ln w="9525">
            <a:noFill/>
            <a:miter lim="800000"/>
            <a:headEnd/>
            <a:tailEnd/>
          </a:ln>
        </p:spPr>
        <p:txBody>
          <a:bodyPr wrap="square" lIns="88600" tIns="44300" rIns="88600" bIns="44300" anchor="b">
            <a:spAutoFit/>
          </a:bodyPr>
          <a:lstStyle/>
          <a:p>
            <a:pPr defTabSz="889559">
              <a:spcBef>
                <a:spcPct val="50000"/>
              </a:spcBef>
            </a:pPr>
            <a:r>
              <a:rPr lang="en-GB" sz="600" baseline="0" dirty="0">
                <a:latin typeface="Arial"/>
              </a:rPr>
              <a:t>Sources: Company reports, WB </a:t>
            </a:r>
            <a:r>
              <a:rPr lang="en-GB" sz="600" baseline="0" dirty="0" smtClean="0">
                <a:latin typeface="Arial"/>
              </a:rPr>
              <a:t>Performance Management Analysis. </a:t>
            </a:r>
          </a:p>
          <a:p>
            <a:pPr defTabSz="889559">
              <a:spcBef>
                <a:spcPct val="50000"/>
              </a:spcBef>
            </a:pPr>
            <a:r>
              <a:rPr lang="en-GB" sz="600" baseline="0" dirty="0" smtClean="0">
                <a:latin typeface="Arial"/>
              </a:rPr>
              <a:t>1 SCB </a:t>
            </a:r>
            <a:r>
              <a:rPr lang="en-GB" sz="600" baseline="0" dirty="0">
                <a:latin typeface="Arial"/>
              </a:rPr>
              <a:t>figures on management </a:t>
            </a:r>
            <a:r>
              <a:rPr lang="en-GB" sz="600" baseline="0" dirty="0" smtClean="0">
                <a:latin typeface="Arial"/>
              </a:rPr>
              <a:t>basis</a:t>
            </a:r>
            <a:endParaRPr lang="en-GB" sz="600" baseline="0" dirty="0">
              <a:latin typeface="Arial"/>
            </a:endParaRPr>
          </a:p>
        </p:txBody>
      </p:sp>
      <p:sp>
        <p:nvSpPr>
          <p:cNvPr id="16" name="Rectangle 3"/>
          <p:cNvSpPr>
            <a:spLocks noChangeArrowheads="1"/>
          </p:cNvSpPr>
          <p:nvPr/>
        </p:nvSpPr>
        <p:spPr bwMode="auto">
          <a:xfrm>
            <a:off x="2038565" y="2282037"/>
            <a:ext cx="1752600" cy="415925"/>
          </a:xfrm>
          <a:prstGeom prst="rect">
            <a:avLst/>
          </a:prstGeom>
          <a:noFill/>
          <a:ln w="9525">
            <a:noFill/>
            <a:miter lim="800000"/>
            <a:headEnd/>
            <a:tailEnd/>
          </a:ln>
        </p:spPr>
        <p:txBody>
          <a:bodyPr lIns="0" tIns="0" rIns="0" bIns="0"/>
          <a:lstStyle/>
          <a:p>
            <a:pPr marL="7702" indent="-7702" algn="ctr" defTabSz="1010749">
              <a:spcBef>
                <a:spcPct val="30000"/>
              </a:spcBef>
              <a:spcAft>
                <a:spcPct val="20000"/>
              </a:spcAft>
              <a:buClr>
                <a:srgbClr val="22AA47"/>
              </a:buClr>
              <a:buSzPct val="110000"/>
            </a:pPr>
            <a:r>
              <a:rPr lang="en-US" sz="1300" i="1" baseline="0" dirty="0" smtClean="0">
                <a:solidFill>
                  <a:srgbClr val="005C87"/>
                </a:solidFill>
                <a:latin typeface="Arial"/>
              </a:rPr>
              <a:t>FY’12 </a:t>
            </a:r>
            <a:r>
              <a:rPr lang="en-US" sz="1300" i="1" baseline="0" dirty="0">
                <a:solidFill>
                  <a:srgbClr val="005C87"/>
                </a:solidFill>
                <a:latin typeface="Arial"/>
              </a:rPr>
              <a:t>Average YoY Income Growth: </a:t>
            </a:r>
            <a:r>
              <a:rPr lang="en-US" sz="1300" i="1" baseline="0" dirty="0" smtClean="0">
                <a:solidFill>
                  <a:srgbClr val="005C87"/>
                </a:solidFill>
                <a:latin typeface="Arial"/>
              </a:rPr>
              <a:t>+3%</a:t>
            </a:r>
            <a:endParaRPr lang="en-US" sz="1300" i="1" baseline="0" dirty="0">
              <a:solidFill>
                <a:srgbClr val="005C87"/>
              </a:solidFill>
              <a:latin typeface="Arial"/>
            </a:endParaRPr>
          </a:p>
        </p:txBody>
      </p:sp>
      <p:sp>
        <p:nvSpPr>
          <p:cNvPr id="18" name="Rectangle 39"/>
          <p:cNvSpPr>
            <a:spLocks noChangeArrowheads="1"/>
          </p:cNvSpPr>
          <p:nvPr/>
        </p:nvSpPr>
        <p:spPr bwMode="auto">
          <a:xfrm>
            <a:off x="5688745" y="1387954"/>
            <a:ext cx="4548187" cy="500062"/>
          </a:xfrm>
          <a:prstGeom prst="rect">
            <a:avLst/>
          </a:prstGeom>
          <a:noFill/>
          <a:ln w="9525">
            <a:noFill/>
            <a:miter lim="800000"/>
            <a:headEnd/>
            <a:tailEnd/>
          </a:ln>
        </p:spPr>
        <p:txBody>
          <a:bodyPr lIns="0" tIns="0" rIns="0" bIns="0"/>
          <a:lstStyle/>
          <a:p>
            <a:pPr defTabSz="1010392" fontAlgn="auto">
              <a:spcBef>
                <a:spcPct val="40000"/>
              </a:spcBef>
              <a:spcAft>
                <a:spcPct val="20000"/>
              </a:spcAft>
              <a:buClr>
                <a:srgbClr val="005C87"/>
              </a:buClr>
            </a:pPr>
            <a:r>
              <a:rPr lang="en-US" sz="1300" b="1" baseline="0" dirty="0" smtClean="0">
                <a:solidFill>
                  <a:srgbClr val="005C87"/>
                </a:solidFill>
                <a:latin typeface="Arial"/>
              </a:rPr>
              <a:t>Securities Services </a:t>
            </a:r>
            <a:r>
              <a:rPr lang="en-US" sz="1300" b="1" baseline="0" dirty="0">
                <a:solidFill>
                  <a:srgbClr val="005C87"/>
                </a:solidFill>
                <a:latin typeface="Arial"/>
              </a:rPr>
              <a:t>Income: </a:t>
            </a:r>
            <a:r>
              <a:rPr lang="en-US" sz="1300" b="1" baseline="0" dirty="0" smtClean="0">
                <a:solidFill>
                  <a:srgbClr val="005C87"/>
                </a:solidFill>
                <a:latin typeface="Arial"/>
              </a:rPr>
              <a:t>Q4’12 </a:t>
            </a:r>
            <a:r>
              <a:rPr lang="en-US" sz="1300" b="1" baseline="0" dirty="0" err="1" smtClean="0">
                <a:solidFill>
                  <a:srgbClr val="005C87"/>
                </a:solidFill>
                <a:latin typeface="Arial"/>
              </a:rPr>
              <a:t>QoQ</a:t>
            </a:r>
            <a:endParaRPr lang="en-US" sz="1300" b="1" baseline="0" dirty="0">
              <a:solidFill>
                <a:srgbClr val="005C87"/>
              </a:solidFill>
              <a:latin typeface="Arial"/>
            </a:endParaRPr>
          </a:p>
          <a:p>
            <a:pPr defTabSz="1010392" fontAlgn="auto">
              <a:spcBef>
                <a:spcPct val="40000"/>
              </a:spcBef>
              <a:spcAft>
                <a:spcPct val="20000"/>
              </a:spcAft>
              <a:buClr>
                <a:srgbClr val="005C87"/>
              </a:buClr>
            </a:pPr>
            <a:r>
              <a:rPr lang="en-US" sz="1300" baseline="0" dirty="0">
                <a:solidFill>
                  <a:srgbClr val="005C87"/>
                </a:solidFill>
                <a:latin typeface="Arial"/>
              </a:rPr>
              <a:t>(%, $m)</a:t>
            </a:r>
            <a:endParaRPr lang="en-AU" sz="1300" baseline="0" dirty="0">
              <a:solidFill>
                <a:srgbClr val="005C87"/>
              </a:solidFill>
              <a:latin typeface="Arial"/>
            </a:endParaRPr>
          </a:p>
        </p:txBody>
      </p:sp>
      <p:sp>
        <p:nvSpPr>
          <p:cNvPr id="22" name="Rectangle 3"/>
          <p:cNvSpPr>
            <a:spLocks noChangeArrowheads="1"/>
          </p:cNvSpPr>
          <p:nvPr/>
        </p:nvSpPr>
        <p:spPr bwMode="auto">
          <a:xfrm>
            <a:off x="6241543" y="2262963"/>
            <a:ext cx="1752600" cy="415925"/>
          </a:xfrm>
          <a:prstGeom prst="rect">
            <a:avLst/>
          </a:prstGeom>
          <a:noFill/>
          <a:ln w="9525">
            <a:noFill/>
            <a:miter lim="800000"/>
            <a:headEnd/>
            <a:tailEnd/>
          </a:ln>
        </p:spPr>
        <p:txBody>
          <a:bodyPr lIns="0" tIns="0" rIns="0" bIns="0"/>
          <a:lstStyle/>
          <a:p>
            <a:pPr marL="7699" indent="-7699" algn="ctr" defTabSz="1010214" fontAlgn="auto">
              <a:spcBef>
                <a:spcPct val="30000"/>
              </a:spcBef>
              <a:spcAft>
                <a:spcPct val="20000"/>
              </a:spcAft>
              <a:buClr>
                <a:srgbClr val="22AA47"/>
              </a:buClr>
              <a:buSzPct val="110000"/>
            </a:pPr>
            <a:r>
              <a:rPr lang="en-US" sz="1300" i="1" baseline="0" dirty="0">
                <a:solidFill>
                  <a:srgbClr val="005C87"/>
                </a:solidFill>
                <a:latin typeface="Arial"/>
              </a:rPr>
              <a:t>FY’12 Average </a:t>
            </a:r>
            <a:r>
              <a:rPr lang="en-US" sz="1300" i="1" baseline="0" dirty="0" err="1" smtClean="0">
                <a:solidFill>
                  <a:srgbClr val="005C87"/>
                </a:solidFill>
                <a:latin typeface="Arial"/>
              </a:rPr>
              <a:t>QoQ</a:t>
            </a:r>
            <a:r>
              <a:rPr lang="en-US" sz="1300" i="1" baseline="0" dirty="0" smtClean="0">
                <a:solidFill>
                  <a:srgbClr val="005C87"/>
                </a:solidFill>
                <a:latin typeface="Arial"/>
              </a:rPr>
              <a:t> </a:t>
            </a:r>
            <a:r>
              <a:rPr lang="en-US" sz="1300" i="1" baseline="0" dirty="0">
                <a:solidFill>
                  <a:srgbClr val="005C87"/>
                </a:solidFill>
                <a:latin typeface="Arial"/>
              </a:rPr>
              <a:t>Income Growth: </a:t>
            </a:r>
            <a:r>
              <a:rPr lang="en-US" sz="1300" i="1" baseline="0" dirty="0" smtClean="0">
                <a:solidFill>
                  <a:srgbClr val="005C87"/>
                </a:solidFill>
                <a:latin typeface="Arial"/>
              </a:rPr>
              <a:t>+17</a:t>
            </a:r>
            <a:r>
              <a:rPr lang="en-US" sz="1300" i="1" baseline="0" dirty="0">
                <a:solidFill>
                  <a:srgbClr val="005C87"/>
                </a:solidFill>
                <a:latin typeface="Arial"/>
              </a:rPr>
              <a:t>%</a:t>
            </a:r>
          </a:p>
        </p:txBody>
      </p:sp>
      <p:sp>
        <p:nvSpPr>
          <p:cNvPr id="19" name="Line 30"/>
          <p:cNvSpPr>
            <a:spLocks noChangeShapeType="1"/>
          </p:cNvSpPr>
          <p:nvPr/>
        </p:nvSpPr>
        <p:spPr bwMode="auto">
          <a:xfrm>
            <a:off x="427159" y="1984248"/>
            <a:ext cx="4456112" cy="0"/>
          </a:xfrm>
          <a:prstGeom prst="line">
            <a:avLst/>
          </a:prstGeom>
          <a:noFill/>
          <a:ln w="9525">
            <a:solidFill>
              <a:schemeClr val="accent1"/>
            </a:solidFill>
            <a:round/>
            <a:headEnd/>
            <a:tailEnd/>
          </a:ln>
        </p:spPr>
        <p:txBody>
          <a:bodyPr lIns="88475" tIns="44236" rIns="88475" bIns="44236"/>
          <a:lstStyle/>
          <a:p>
            <a:pPr defTabSz="1013301" fontAlgn="auto">
              <a:spcBef>
                <a:spcPts val="0"/>
              </a:spcBef>
              <a:spcAft>
                <a:spcPts val="0"/>
              </a:spcAft>
            </a:pPr>
            <a:endParaRPr lang="en-US" sz="2100" baseline="0" dirty="0">
              <a:solidFill>
                <a:srgbClr val="005C87"/>
              </a:solidFill>
              <a:latin typeface="Arial"/>
            </a:endParaRPr>
          </a:p>
        </p:txBody>
      </p:sp>
      <p:sp>
        <p:nvSpPr>
          <p:cNvPr id="20" name="Line 30"/>
          <p:cNvSpPr>
            <a:spLocks noChangeShapeType="1"/>
          </p:cNvSpPr>
          <p:nvPr/>
        </p:nvSpPr>
        <p:spPr bwMode="auto">
          <a:xfrm>
            <a:off x="5662384" y="1984248"/>
            <a:ext cx="4754880" cy="0"/>
          </a:xfrm>
          <a:prstGeom prst="line">
            <a:avLst/>
          </a:prstGeom>
          <a:noFill/>
          <a:ln w="9525">
            <a:solidFill>
              <a:schemeClr val="accent1"/>
            </a:solidFill>
            <a:round/>
            <a:headEnd/>
            <a:tailEnd/>
          </a:ln>
        </p:spPr>
        <p:txBody>
          <a:bodyPr lIns="88475" tIns="44236" rIns="88475" bIns="44236"/>
          <a:lstStyle/>
          <a:p>
            <a:pPr defTabSz="1013301" fontAlgn="auto">
              <a:spcBef>
                <a:spcPts val="0"/>
              </a:spcBef>
              <a:spcAft>
                <a:spcPts val="0"/>
              </a:spcAft>
            </a:pPr>
            <a:endParaRPr lang="en-US" sz="2100" baseline="0" dirty="0">
              <a:solidFill>
                <a:srgbClr val="005C87"/>
              </a:solidFill>
              <a:latin typeface="Arial"/>
            </a:endParaRPr>
          </a:p>
        </p:txBody>
      </p:sp>
      <p:sp>
        <p:nvSpPr>
          <p:cNvPr id="17" name="TextBox 16"/>
          <p:cNvSpPr txBox="1"/>
          <p:nvPr/>
        </p:nvSpPr>
        <p:spPr>
          <a:xfrm>
            <a:off x="2023325" y="5222040"/>
            <a:ext cx="296863" cy="146837"/>
          </a:xfrm>
          <a:prstGeom prst="rect">
            <a:avLst/>
          </a:prstGeom>
          <a:noFill/>
        </p:spPr>
        <p:txBody>
          <a:bodyPr wrap="square" lIns="88539" tIns="44268" rIns="88539" bIns="44268" rtlCol="0">
            <a:noAutofit/>
          </a:bodyPr>
          <a:lstStyle/>
          <a:p>
            <a:pPr defTabSz="1013301"/>
            <a:r>
              <a:rPr lang="en-US" sz="800" baseline="30000" dirty="0">
                <a:solidFill>
                  <a:srgbClr val="005C87"/>
                </a:solidFill>
                <a:latin typeface="Arial"/>
              </a:rPr>
              <a:t>1</a:t>
            </a:r>
            <a:endParaRPr lang="en-GB" sz="800" baseline="30000" dirty="0">
              <a:solidFill>
                <a:srgbClr val="005C87"/>
              </a:solidFill>
              <a:latin typeface="Arial"/>
            </a:endParaRPr>
          </a:p>
        </p:txBody>
      </p:sp>
      <p:sp>
        <p:nvSpPr>
          <p:cNvPr id="21" name="TextBox 20"/>
          <p:cNvSpPr txBox="1"/>
          <p:nvPr/>
        </p:nvSpPr>
        <p:spPr>
          <a:xfrm>
            <a:off x="7290766" y="5148616"/>
            <a:ext cx="296863" cy="146837"/>
          </a:xfrm>
          <a:prstGeom prst="rect">
            <a:avLst/>
          </a:prstGeom>
          <a:noFill/>
        </p:spPr>
        <p:txBody>
          <a:bodyPr wrap="square" lIns="88539" tIns="44268" rIns="88539" bIns="44268" rtlCol="0">
            <a:noAutofit/>
          </a:bodyPr>
          <a:lstStyle/>
          <a:p>
            <a:pPr defTabSz="1013301"/>
            <a:r>
              <a:rPr lang="en-US" sz="800" baseline="30000" dirty="0">
                <a:solidFill>
                  <a:srgbClr val="005C87"/>
                </a:solidFill>
                <a:latin typeface="Arial"/>
              </a:rPr>
              <a:t>1</a:t>
            </a:r>
            <a:endParaRPr lang="en-GB" sz="800" baseline="30000" dirty="0">
              <a:solidFill>
                <a:srgbClr val="005C87"/>
              </a:solidFill>
              <a:latin typeface="Aria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ChangeArrowheads="1"/>
          </p:cNvSpPr>
          <p:nvPr/>
        </p:nvSpPr>
        <p:spPr bwMode="auto">
          <a:xfrm>
            <a:off x="446088" y="1292226"/>
            <a:ext cx="9834562" cy="5751513"/>
          </a:xfrm>
          <a:prstGeom prst="rect">
            <a:avLst/>
          </a:prstGeom>
          <a:noFill/>
          <a:ln w="9525">
            <a:noFill/>
            <a:miter lim="800000"/>
            <a:headEnd/>
            <a:tailEnd/>
          </a:ln>
        </p:spPr>
        <p:txBody>
          <a:bodyPr lIns="0" tIns="0" rIns="0" bIns="0"/>
          <a:lstStyle/>
          <a:p>
            <a:pPr marL="293555" lvl="1" indent="-292025" defTabSz="1004522">
              <a:spcBef>
                <a:spcPct val="30000"/>
              </a:spcBef>
              <a:spcAft>
                <a:spcPct val="20000"/>
              </a:spcAft>
              <a:buClr>
                <a:srgbClr val="22AA47"/>
              </a:buClr>
              <a:buSzPct val="110000"/>
              <a:buFont typeface="Wingdings" pitchFamily="2" charset="2"/>
              <a:buChar char="§"/>
            </a:pPr>
            <a:endParaRPr lang="en-GB" baseline="0" dirty="0">
              <a:solidFill>
                <a:srgbClr val="005C87"/>
              </a:solidFill>
            </a:endParaRPr>
          </a:p>
        </p:txBody>
      </p:sp>
      <p:sp>
        <p:nvSpPr>
          <p:cNvPr id="31747" name="Rectangle 3"/>
          <p:cNvSpPr>
            <a:spLocks noChangeArrowheads="1"/>
          </p:cNvSpPr>
          <p:nvPr/>
        </p:nvSpPr>
        <p:spPr bwMode="auto">
          <a:xfrm>
            <a:off x="443624" y="1188934"/>
            <a:ext cx="10006012" cy="6075755"/>
          </a:xfrm>
          <a:prstGeom prst="rect">
            <a:avLst/>
          </a:prstGeom>
          <a:noFill/>
          <a:ln w="9525">
            <a:noFill/>
            <a:miter lim="800000"/>
            <a:headEnd/>
            <a:tailEnd/>
          </a:ln>
        </p:spPr>
        <p:txBody>
          <a:bodyPr lIns="0" tIns="0" rIns="0" bIns="0"/>
          <a:lstStyle/>
          <a:p>
            <a:pPr marL="293555" lvl="1" indent="-292025" algn="just" defTabSz="1004522" eaLnBrk="0" hangingPunct="0">
              <a:spcBef>
                <a:spcPct val="30000"/>
              </a:spcBef>
              <a:spcAft>
                <a:spcPct val="20000"/>
              </a:spcAft>
              <a:buClr>
                <a:srgbClr val="22AA47"/>
              </a:buClr>
              <a:buSzPct val="110000"/>
              <a:buFont typeface="Wingdings" pitchFamily="2" charset="2"/>
              <a:buChar char="§"/>
            </a:pPr>
            <a:r>
              <a:rPr lang="en-US" sz="1400" baseline="0" dirty="0" smtClean="0">
                <a:solidFill>
                  <a:srgbClr val="005C87"/>
                </a:solidFill>
              </a:rPr>
              <a:t>Transaction Banking FY’12 income grew +7% </a:t>
            </a:r>
            <a:r>
              <a:rPr lang="en-US" sz="1400" baseline="0" dirty="0" err="1" smtClean="0">
                <a:solidFill>
                  <a:srgbClr val="005C87"/>
                </a:solidFill>
              </a:rPr>
              <a:t>YoY</a:t>
            </a:r>
            <a:r>
              <a:rPr lang="en-US" sz="1400" baseline="0" dirty="0" smtClean="0">
                <a:solidFill>
                  <a:srgbClr val="005C87"/>
                </a:solidFill>
              </a:rPr>
              <a:t> on average across the peer group, driven by Cash Management and Trade which rose +9% YoY on average. FY’12 Securities Services Income rose +3% YoY on average.</a:t>
            </a:r>
          </a:p>
          <a:p>
            <a:pPr marL="293555" lvl="1" indent="-292025" algn="just" defTabSz="1004522" eaLnBrk="0" hangingPunct="0">
              <a:spcBef>
                <a:spcPct val="30000"/>
              </a:spcBef>
              <a:spcAft>
                <a:spcPct val="20000"/>
              </a:spcAft>
              <a:buClr>
                <a:srgbClr val="22AA47"/>
              </a:buClr>
              <a:buSzPct val="110000"/>
              <a:buFont typeface="Wingdings" pitchFamily="2" charset="2"/>
              <a:buChar char="§"/>
            </a:pPr>
            <a:r>
              <a:rPr lang="en-US" sz="1400" baseline="0" dirty="0" smtClean="0">
                <a:solidFill>
                  <a:srgbClr val="005C87"/>
                </a:solidFill>
              </a:rPr>
              <a:t>SCB reported the highest FY’12 YoY growth of the peer group (+13%</a:t>
            </a:r>
            <a:r>
              <a:rPr lang="en-US" sz="1400" baseline="30000" dirty="0" smtClean="0">
                <a:solidFill>
                  <a:srgbClr val="005C87"/>
                </a:solidFill>
              </a:rPr>
              <a:t>1</a:t>
            </a:r>
            <a:r>
              <a:rPr lang="en-US" sz="1400" baseline="0" dirty="0" smtClean="0">
                <a:solidFill>
                  <a:srgbClr val="005C87"/>
                </a:solidFill>
              </a:rPr>
              <a:t>), except for GS whose TB business consists of only Securities Services. Trade Finance Income was up +18% driven by balance growth and margin improvements. Cash management Income was up +7% with balance growth offset by flat NIMs and operating account fees. Securities Income was down -5% </a:t>
            </a:r>
            <a:r>
              <a:rPr lang="en-US" sz="1400" baseline="0" dirty="0" err="1" smtClean="0">
                <a:solidFill>
                  <a:srgbClr val="005C87"/>
                </a:solidFill>
              </a:rPr>
              <a:t>YoY</a:t>
            </a:r>
            <a:r>
              <a:rPr lang="en-US" sz="1400" baseline="0" dirty="0" smtClean="0">
                <a:solidFill>
                  <a:srgbClr val="005C87"/>
                </a:solidFill>
              </a:rPr>
              <a:t> due to NIM erosion from lower interest rates and exit of the Japan business. </a:t>
            </a:r>
          </a:p>
          <a:p>
            <a:pPr marL="293555" lvl="1" indent="-292025" algn="just" defTabSz="1004522" eaLnBrk="0" hangingPunct="0">
              <a:spcBef>
                <a:spcPct val="30000"/>
              </a:spcBef>
              <a:spcAft>
                <a:spcPct val="20000"/>
              </a:spcAft>
              <a:buClr>
                <a:srgbClr val="22AA47"/>
              </a:buClr>
              <a:buSzPct val="110000"/>
              <a:buFont typeface="Wingdings" pitchFamily="2" charset="2"/>
              <a:buChar char="§"/>
            </a:pPr>
            <a:r>
              <a:rPr lang="en-US" sz="1400" baseline="0" dirty="0" smtClean="0">
                <a:solidFill>
                  <a:srgbClr val="005C87"/>
                </a:solidFill>
              </a:rPr>
              <a:t>HSBC FY’12 Income was up +11% </a:t>
            </a:r>
            <a:r>
              <a:rPr lang="en-US" sz="1400" baseline="0" dirty="0" err="1" smtClean="0">
                <a:solidFill>
                  <a:srgbClr val="005C87"/>
                </a:solidFill>
              </a:rPr>
              <a:t>YoY</a:t>
            </a:r>
            <a:r>
              <a:rPr lang="en-US" sz="1400" baseline="0" dirty="0" smtClean="0">
                <a:solidFill>
                  <a:srgbClr val="005C87"/>
                </a:solidFill>
              </a:rPr>
              <a:t> with Cash Management income up +14% </a:t>
            </a:r>
            <a:r>
              <a:rPr lang="en-US" sz="1400" baseline="0" dirty="0" err="1" smtClean="0">
                <a:solidFill>
                  <a:srgbClr val="005C87"/>
                </a:solidFill>
              </a:rPr>
              <a:t>YoY</a:t>
            </a:r>
            <a:r>
              <a:rPr lang="en-US" sz="1400" baseline="0" dirty="0" smtClean="0">
                <a:solidFill>
                  <a:srgbClr val="005C87"/>
                </a:solidFill>
              </a:rPr>
              <a:t> and Trade Finance income of up +12% </a:t>
            </a:r>
            <a:r>
              <a:rPr lang="en-US" sz="1400" baseline="0" dirty="0" err="1" smtClean="0">
                <a:solidFill>
                  <a:srgbClr val="005C87"/>
                </a:solidFill>
              </a:rPr>
              <a:t>YoY</a:t>
            </a:r>
            <a:r>
              <a:rPr lang="en-US" sz="1400" baseline="0" dirty="0" smtClean="0">
                <a:solidFill>
                  <a:srgbClr val="005C87"/>
                </a:solidFill>
              </a:rPr>
              <a:t>. This was offset by a -1% decline in Securities Services income. Within HSBC’s Commercial Banking (‘CMB’) division, International payments volumes grew at twice the rate of the market globally since 2010 with FY’12 income up +15% </a:t>
            </a:r>
            <a:r>
              <a:rPr lang="en-US" sz="1400" baseline="0" dirty="0" err="1" smtClean="0">
                <a:solidFill>
                  <a:srgbClr val="005C87"/>
                </a:solidFill>
              </a:rPr>
              <a:t>YoY</a:t>
            </a:r>
            <a:r>
              <a:rPr lang="en-US" sz="1400" baseline="0" dirty="0" smtClean="0">
                <a:solidFill>
                  <a:srgbClr val="005C87"/>
                </a:solidFill>
              </a:rPr>
              <a:t> reflecting new mandates and investments in new products such as </a:t>
            </a:r>
            <a:r>
              <a:rPr lang="en-US" sz="1400" baseline="0" dirty="0" err="1" smtClean="0">
                <a:solidFill>
                  <a:srgbClr val="005C87"/>
                </a:solidFill>
              </a:rPr>
              <a:t>HSBCnet</a:t>
            </a:r>
            <a:r>
              <a:rPr lang="en-US" sz="1400" baseline="0" dirty="0" smtClean="0">
                <a:solidFill>
                  <a:srgbClr val="005C87"/>
                </a:solidFill>
              </a:rPr>
              <a:t> mobile. Double digit revenue growth was reported in the UK, Brazil and Hong Kong, all of which are top markets for CMB. Within HSBC’s Global Banking &amp; Markets (GB&amp;M) division, Payments and Cash Management income rose +14% </a:t>
            </a:r>
            <a:r>
              <a:rPr lang="en-US" sz="1400" baseline="0" dirty="0" err="1" smtClean="0">
                <a:solidFill>
                  <a:srgbClr val="005C87"/>
                </a:solidFill>
              </a:rPr>
              <a:t>YoY</a:t>
            </a:r>
            <a:r>
              <a:rPr lang="en-US" sz="1400" baseline="0" dirty="0" smtClean="0">
                <a:solidFill>
                  <a:srgbClr val="005C87"/>
                </a:solidFill>
              </a:rPr>
              <a:t> driven by higher average liability balances and increased transaction volumes. HSBC expanded its Global Liquidity Solutions platform within Payments and Cash Management and it is now live in 27 countries. Trade Finance income growth was +11% in CMB and +19% in GB&amp;M. HSBC commented that it has expanded Commodity and Structured Trade Finance offering across CMB and GB&amp;M, establishing new teams in four countries and bringing the total to seven by the end of 2012. Oliver Wyman’s Global Transaction Banking Survey 2012 estimated that HSBC maintained its position as the world’s largest global trade finance bank, increasing its market share of global trade finance revenue from 9% in FY’11 to 10% in H1’12. Securities Services income was impacted by lower net fee income.</a:t>
            </a:r>
          </a:p>
          <a:p>
            <a:pPr marL="293555" lvl="1" indent="-292025" algn="just" defTabSz="1004522" eaLnBrk="0" hangingPunct="0">
              <a:spcBef>
                <a:spcPct val="30000"/>
              </a:spcBef>
              <a:spcAft>
                <a:spcPct val="20000"/>
              </a:spcAft>
              <a:buClr>
                <a:srgbClr val="22AA47"/>
              </a:buClr>
              <a:buSzPct val="110000"/>
              <a:buFont typeface="Wingdings" pitchFamily="2" charset="2"/>
              <a:buChar char="§"/>
            </a:pPr>
            <a:r>
              <a:rPr lang="en-US" sz="1400" baseline="0" dirty="0" smtClean="0">
                <a:solidFill>
                  <a:srgbClr val="005C87"/>
                </a:solidFill>
              </a:rPr>
              <a:t>DB FY’12 income was up +11% </a:t>
            </a:r>
            <a:r>
              <a:rPr lang="en-US" sz="1400" baseline="0" dirty="0" err="1" smtClean="0">
                <a:solidFill>
                  <a:srgbClr val="005C87"/>
                </a:solidFill>
              </a:rPr>
              <a:t>YoY</a:t>
            </a:r>
            <a:r>
              <a:rPr lang="en-US" sz="1400" baseline="0" dirty="0" smtClean="0">
                <a:solidFill>
                  <a:srgbClr val="005C87"/>
                </a:solidFill>
              </a:rPr>
              <a:t>, driven by continued growth in fee income across products and benefitting from strong volumes. Management reported that Trade Finance benefitted from an ongoing strong demand for financing products, particularly in Europe and Asia region. Income from Trust &amp; Securities Services grew on the back of higher fee income, particularly in the Corporate Trust business in US. Strong transaction volumes and increased deposit volumes drove the growth in Cash Management. </a:t>
            </a:r>
          </a:p>
          <a:p>
            <a:pPr marL="293555" lvl="1" indent="-292025" algn="just" defTabSz="1004522" eaLnBrk="0" hangingPunct="0">
              <a:spcBef>
                <a:spcPct val="30000"/>
              </a:spcBef>
              <a:spcAft>
                <a:spcPct val="20000"/>
              </a:spcAft>
              <a:buClr>
                <a:srgbClr val="22AA47"/>
              </a:buClr>
              <a:buSzPct val="110000"/>
              <a:buFont typeface="Wingdings" pitchFamily="2" charset="2"/>
              <a:buChar char="§"/>
            </a:pPr>
            <a:r>
              <a:rPr lang="en-US" sz="1400" baseline="0" dirty="0" smtClean="0">
                <a:solidFill>
                  <a:srgbClr val="005C87"/>
                </a:solidFill>
              </a:rPr>
              <a:t>JPMC, BNPP, </a:t>
            </a:r>
            <a:r>
              <a:rPr lang="en-US" sz="1400" baseline="0" dirty="0" err="1" smtClean="0">
                <a:solidFill>
                  <a:srgbClr val="005C87"/>
                </a:solidFill>
              </a:rPr>
              <a:t>BoA</a:t>
            </a:r>
            <a:r>
              <a:rPr lang="en-US" sz="1400" baseline="0" dirty="0" smtClean="0">
                <a:solidFill>
                  <a:srgbClr val="005C87"/>
                </a:solidFill>
              </a:rPr>
              <a:t>, </a:t>
            </a:r>
            <a:r>
              <a:rPr lang="en-US" sz="1400" baseline="0" dirty="0" err="1" smtClean="0">
                <a:solidFill>
                  <a:srgbClr val="005C87"/>
                </a:solidFill>
              </a:rPr>
              <a:t>Citi</a:t>
            </a:r>
            <a:r>
              <a:rPr lang="en-US" sz="1400" baseline="0" dirty="0" smtClean="0">
                <a:solidFill>
                  <a:srgbClr val="005C87"/>
                </a:solidFill>
              </a:rPr>
              <a:t>, RBS and SG all reported growth less than the average peer growth rate.</a:t>
            </a:r>
          </a:p>
          <a:p>
            <a:pPr marL="293555" lvl="1" indent="-292025" defTabSz="1004522" eaLnBrk="0" hangingPunct="0">
              <a:spcBef>
                <a:spcPct val="30000"/>
              </a:spcBef>
              <a:spcAft>
                <a:spcPct val="20000"/>
              </a:spcAft>
              <a:buClr>
                <a:srgbClr val="22AA47"/>
              </a:buClr>
              <a:buSzPct val="110000"/>
              <a:buFont typeface="Wingdings" pitchFamily="2" charset="2"/>
              <a:buChar char="§"/>
            </a:pPr>
            <a:endParaRPr lang="en-US" sz="1400" baseline="0" dirty="0" smtClean="0">
              <a:solidFill>
                <a:srgbClr val="005C87"/>
              </a:solidFill>
            </a:endParaRPr>
          </a:p>
        </p:txBody>
      </p:sp>
      <p:sp>
        <p:nvSpPr>
          <p:cNvPr id="7" name="Rectangle 14"/>
          <p:cNvSpPr txBox="1">
            <a:spLocks noChangeArrowheads="1"/>
          </p:cNvSpPr>
          <p:nvPr/>
        </p:nvSpPr>
        <p:spPr bwMode="auto">
          <a:xfrm>
            <a:off x="412751" y="368300"/>
            <a:ext cx="9867900" cy="587375"/>
          </a:xfrm>
          <a:prstGeom prst="rect">
            <a:avLst/>
          </a:prstGeom>
          <a:noFill/>
          <a:ln w="9525">
            <a:noFill/>
            <a:miter lim="800000"/>
            <a:headEnd/>
            <a:tailEnd/>
          </a:ln>
        </p:spPr>
        <p:txBody>
          <a:bodyPr vert="horz" wrap="square" lIns="0" tIns="50247" rIns="100430" bIns="50247" numCol="1" anchor="ctr" anchorCtr="0" compatLnSpc="1">
            <a:prstTxWarp prst="textNoShape">
              <a:avLst/>
            </a:prstTxWarp>
          </a:bodyPr>
          <a:lstStyle/>
          <a:p>
            <a:pPr defTabSz="1004876"/>
            <a:r>
              <a:rPr lang="en-US" sz="2200" kern="0" baseline="0" dirty="0" smtClean="0">
                <a:solidFill>
                  <a:srgbClr val="6D6E71"/>
                </a:solidFill>
                <a:latin typeface="Arial"/>
              </a:rPr>
              <a:t>Transaction Banking – Performance commentary</a:t>
            </a:r>
          </a:p>
        </p:txBody>
      </p:sp>
      <p:sp>
        <p:nvSpPr>
          <p:cNvPr id="8" name="Text Box 144"/>
          <p:cNvSpPr txBox="1">
            <a:spLocks noChangeArrowheads="1"/>
          </p:cNvSpPr>
          <p:nvPr/>
        </p:nvSpPr>
        <p:spPr bwMode="auto">
          <a:xfrm>
            <a:off x="1452566" y="6998073"/>
            <a:ext cx="5468937" cy="319704"/>
          </a:xfrm>
          <a:prstGeom prst="rect">
            <a:avLst/>
          </a:prstGeom>
          <a:noFill/>
          <a:ln w="9525">
            <a:noFill/>
            <a:miter lim="800000"/>
            <a:headEnd/>
            <a:tailEnd/>
          </a:ln>
        </p:spPr>
        <p:txBody>
          <a:bodyPr wrap="square" lIns="88014" tIns="44006" rIns="88014" bIns="44006" anchor="b">
            <a:spAutoFit/>
          </a:bodyPr>
          <a:lstStyle/>
          <a:p>
            <a:pPr>
              <a:spcBef>
                <a:spcPct val="50000"/>
              </a:spcBef>
            </a:pPr>
            <a:r>
              <a:rPr lang="en-GB" sz="600" baseline="0" dirty="0" smtClean="0"/>
              <a:t>Sources: Company reports, WB Performance Management Analysis. SCB figures on management basis except where stated. </a:t>
            </a:r>
          </a:p>
          <a:p>
            <a:pPr>
              <a:spcBef>
                <a:spcPct val="50000"/>
              </a:spcBef>
            </a:pPr>
            <a:r>
              <a:rPr lang="en-US" sz="600" baseline="30000" dirty="0" smtClean="0"/>
              <a:t>1</a:t>
            </a:r>
            <a:r>
              <a:rPr lang="en-US" sz="600" baseline="0" dirty="0" smtClean="0"/>
              <a:t> External basis</a:t>
            </a:r>
            <a:endParaRPr lang="en-GB" sz="600" baseline="0" dirty="0" smtClean="0"/>
          </a:p>
        </p:txBody>
      </p:sp>
    </p:spTree>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3171" name="Picture 3"/>
          <p:cNvPicPr>
            <a:picLocks noChangeAspect="1" noChangeArrowheads="1"/>
          </p:cNvPicPr>
          <p:nvPr/>
        </p:nvPicPr>
        <p:blipFill>
          <a:blip r:embed="rId3" cstate="print"/>
          <a:srcRect/>
          <a:stretch>
            <a:fillRect/>
          </a:stretch>
        </p:blipFill>
        <p:spPr bwMode="auto">
          <a:xfrm>
            <a:off x="5296405" y="2550546"/>
            <a:ext cx="5253666" cy="3183364"/>
          </a:xfrm>
          <a:prstGeom prst="rect">
            <a:avLst/>
          </a:prstGeom>
          <a:noFill/>
          <a:ln w="9525">
            <a:noFill/>
            <a:miter lim="800000"/>
            <a:headEnd/>
            <a:tailEnd/>
          </a:ln>
          <a:effectLst/>
        </p:spPr>
      </p:pic>
      <p:pic>
        <p:nvPicPr>
          <p:cNvPr id="279557" name="Picture 5"/>
          <p:cNvPicPr>
            <a:picLocks noChangeAspect="1" noChangeArrowheads="1"/>
          </p:cNvPicPr>
          <p:nvPr/>
        </p:nvPicPr>
        <p:blipFill>
          <a:blip r:embed="rId4" cstate="print"/>
          <a:srcRect/>
          <a:stretch>
            <a:fillRect/>
          </a:stretch>
        </p:blipFill>
        <p:spPr bwMode="auto">
          <a:xfrm>
            <a:off x="163362" y="2413705"/>
            <a:ext cx="5409953" cy="3366000"/>
          </a:xfrm>
          <a:prstGeom prst="rect">
            <a:avLst/>
          </a:prstGeom>
          <a:noFill/>
          <a:ln w="9525">
            <a:noFill/>
            <a:miter lim="800000"/>
            <a:headEnd/>
            <a:tailEnd/>
          </a:ln>
          <a:effectLst/>
        </p:spPr>
      </p:pic>
      <p:sp>
        <p:nvSpPr>
          <p:cNvPr id="33793" name="Rectangle 2"/>
          <p:cNvSpPr>
            <a:spLocks noGrp="1" noChangeArrowheads="1"/>
          </p:cNvSpPr>
          <p:nvPr>
            <p:ph type="title" idx="4294967295"/>
          </p:nvPr>
        </p:nvSpPr>
        <p:spPr/>
        <p:txBody>
          <a:bodyPr/>
          <a:lstStyle/>
          <a:p>
            <a:pPr defTabSz="1007188" eaLnBrk="1" hangingPunct="1"/>
            <a:r>
              <a:rPr lang="en-US" sz="2200" dirty="0" smtClean="0">
                <a:latin typeface="+mn-lt"/>
                <a:ea typeface="+mn-ea"/>
                <a:cs typeface="Arial" charset="0"/>
              </a:rPr>
              <a:t>SCB Trade Finance loans saw growth of +12% </a:t>
            </a:r>
            <a:r>
              <a:rPr lang="en-US" sz="2200" dirty="0" err="1" smtClean="0">
                <a:latin typeface="+mn-lt"/>
                <a:ea typeface="+mn-ea"/>
                <a:cs typeface="Arial" charset="0"/>
              </a:rPr>
              <a:t>YoY</a:t>
            </a:r>
            <a:r>
              <a:rPr lang="en-US" sz="2200" dirty="0" smtClean="0">
                <a:latin typeface="+mn-lt"/>
                <a:ea typeface="+mn-ea"/>
                <a:cs typeface="Arial" charset="0"/>
              </a:rPr>
              <a:t>, with +9% rise in the Asia Pacific region</a:t>
            </a:r>
          </a:p>
        </p:txBody>
      </p:sp>
      <p:sp>
        <p:nvSpPr>
          <p:cNvPr id="33794" name="Line 30"/>
          <p:cNvSpPr>
            <a:spLocks noChangeShapeType="1"/>
          </p:cNvSpPr>
          <p:nvPr/>
        </p:nvSpPr>
        <p:spPr bwMode="auto">
          <a:xfrm>
            <a:off x="329185" y="1984248"/>
            <a:ext cx="4720382" cy="0"/>
          </a:xfrm>
          <a:prstGeom prst="line">
            <a:avLst/>
          </a:prstGeom>
          <a:noFill/>
          <a:ln w="9525">
            <a:solidFill>
              <a:schemeClr val="accent1"/>
            </a:solidFill>
            <a:round/>
            <a:headEnd/>
            <a:tailEnd/>
          </a:ln>
        </p:spPr>
        <p:txBody>
          <a:bodyPr lIns="88616" tIns="44308" rIns="88616" bIns="44308"/>
          <a:lstStyle/>
          <a:p>
            <a:pPr defTabSz="891759"/>
            <a:endParaRPr lang="en-US" dirty="0">
              <a:latin typeface="Arial"/>
            </a:endParaRPr>
          </a:p>
        </p:txBody>
      </p:sp>
      <p:sp>
        <p:nvSpPr>
          <p:cNvPr id="33796" name="Rectangle 39"/>
          <p:cNvSpPr>
            <a:spLocks noChangeArrowheads="1"/>
          </p:cNvSpPr>
          <p:nvPr/>
        </p:nvSpPr>
        <p:spPr bwMode="auto">
          <a:xfrm>
            <a:off x="5565461" y="1395413"/>
            <a:ext cx="4548187" cy="500062"/>
          </a:xfrm>
          <a:prstGeom prst="rect">
            <a:avLst/>
          </a:prstGeom>
          <a:noFill/>
          <a:ln w="9525">
            <a:noFill/>
            <a:miter lim="800000"/>
            <a:headEnd/>
            <a:tailEnd/>
          </a:ln>
        </p:spPr>
        <p:txBody>
          <a:bodyPr lIns="0" tIns="0" rIns="0" bIns="0"/>
          <a:lstStyle/>
          <a:p>
            <a:pPr defTabSz="1010927">
              <a:spcBef>
                <a:spcPct val="40000"/>
              </a:spcBef>
              <a:spcAft>
                <a:spcPct val="20000"/>
              </a:spcAft>
              <a:buClr>
                <a:srgbClr val="005C87"/>
              </a:buClr>
            </a:pPr>
            <a:r>
              <a:rPr lang="en-US" sz="1300" b="1" baseline="0" dirty="0">
                <a:solidFill>
                  <a:srgbClr val="005C87"/>
                </a:solidFill>
                <a:latin typeface="Arial"/>
              </a:rPr>
              <a:t>Trade Finance Loans by Geography (Period End)</a:t>
            </a:r>
          </a:p>
          <a:p>
            <a:pPr defTabSz="1010927">
              <a:spcBef>
                <a:spcPct val="40000"/>
              </a:spcBef>
              <a:spcAft>
                <a:spcPct val="20000"/>
              </a:spcAft>
              <a:buClr>
                <a:srgbClr val="005C87"/>
              </a:buClr>
            </a:pPr>
            <a:r>
              <a:rPr lang="en-US" sz="1300" baseline="0" dirty="0">
                <a:solidFill>
                  <a:srgbClr val="005C87"/>
                </a:solidFill>
                <a:latin typeface="Arial"/>
              </a:rPr>
              <a:t>($bn)</a:t>
            </a:r>
            <a:endParaRPr lang="en-AU" sz="1300" baseline="0" dirty="0">
              <a:solidFill>
                <a:srgbClr val="005C87"/>
              </a:solidFill>
              <a:latin typeface="Arial"/>
            </a:endParaRPr>
          </a:p>
        </p:txBody>
      </p:sp>
      <p:sp>
        <p:nvSpPr>
          <p:cNvPr id="33797" name="Line 30"/>
          <p:cNvSpPr>
            <a:spLocks noChangeShapeType="1"/>
          </p:cNvSpPr>
          <p:nvPr/>
        </p:nvSpPr>
        <p:spPr bwMode="auto">
          <a:xfrm>
            <a:off x="5578161" y="1984248"/>
            <a:ext cx="4702493" cy="0"/>
          </a:xfrm>
          <a:prstGeom prst="line">
            <a:avLst/>
          </a:prstGeom>
          <a:noFill/>
          <a:ln w="9525">
            <a:solidFill>
              <a:schemeClr val="accent1"/>
            </a:solidFill>
            <a:round/>
            <a:headEnd/>
            <a:tailEnd/>
          </a:ln>
        </p:spPr>
        <p:txBody>
          <a:bodyPr lIns="88616" tIns="44308" rIns="88616" bIns="44308"/>
          <a:lstStyle/>
          <a:p>
            <a:pPr defTabSz="891759"/>
            <a:endParaRPr lang="en-US" dirty="0">
              <a:latin typeface="Arial"/>
            </a:endParaRPr>
          </a:p>
        </p:txBody>
      </p:sp>
      <p:sp>
        <p:nvSpPr>
          <p:cNvPr id="33798" name="Line 30"/>
          <p:cNvSpPr>
            <a:spLocks noChangeShapeType="1"/>
          </p:cNvSpPr>
          <p:nvPr/>
        </p:nvSpPr>
        <p:spPr bwMode="auto">
          <a:xfrm rot="5400000">
            <a:off x="3205386" y="4228705"/>
            <a:ext cx="4094958" cy="0"/>
          </a:xfrm>
          <a:prstGeom prst="line">
            <a:avLst/>
          </a:prstGeom>
          <a:noFill/>
          <a:ln w="9525">
            <a:solidFill>
              <a:schemeClr val="accent1"/>
            </a:solidFill>
            <a:round/>
            <a:headEnd/>
            <a:tailEnd/>
          </a:ln>
        </p:spPr>
        <p:txBody>
          <a:bodyPr lIns="88616" tIns="44308" rIns="88616" bIns="44308"/>
          <a:lstStyle/>
          <a:p>
            <a:pPr defTabSz="891759"/>
            <a:endParaRPr lang="en-US" dirty="0">
              <a:latin typeface="Arial"/>
            </a:endParaRPr>
          </a:p>
        </p:txBody>
      </p:sp>
      <p:sp>
        <p:nvSpPr>
          <p:cNvPr id="19" name="TextBox 18"/>
          <p:cNvSpPr txBox="1"/>
          <p:nvPr/>
        </p:nvSpPr>
        <p:spPr>
          <a:xfrm>
            <a:off x="7364177" y="2557623"/>
            <a:ext cx="296863" cy="146837"/>
          </a:xfrm>
          <a:prstGeom prst="rect">
            <a:avLst/>
          </a:prstGeom>
          <a:noFill/>
        </p:spPr>
        <p:txBody>
          <a:bodyPr wrap="square" lIns="88616" tIns="44308" rIns="88616" bIns="44308" rtlCol="0">
            <a:noAutofit/>
          </a:bodyPr>
          <a:lstStyle/>
          <a:p>
            <a:pPr defTabSz="891759"/>
            <a:r>
              <a:rPr lang="en-US" sz="800" baseline="30000" dirty="0">
                <a:solidFill>
                  <a:srgbClr val="005C87"/>
                </a:solidFill>
                <a:latin typeface="Arial"/>
              </a:rPr>
              <a:t>1</a:t>
            </a:r>
            <a:endParaRPr lang="en-GB" sz="800" baseline="30000" dirty="0">
              <a:solidFill>
                <a:srgbClr val="005C87"/>
              </a:solidFill>
              <a:latin typeface="Arial"/>
            </a:endParaRPr>
          </a:p>
        </p:txBody>
      </p:sp>
      <p:sp>
        <p:nvSpPr>
          <p:cNvPr id="27" name="Oval 26"/>
          <p:cNvSpPr/>
          <p:nvPr/>
        </p:nvSpPr>
        <p:spPr bwMode="auto">
          <a:xfrm>
            <a:off x="9635587" y="3775065"/>
            <a:ext cx="900425" cy="265906"/>
          </a:xfrm>
          <a:prstGeom prst="ellipse">
            <a:avLst/>
          </a:prstGeom>
          <a:noFill/>
          <a:ln w="28575" cap="flat" cmpd="sng" algn="ctr">
            <a:solidFill>
              <a:srgbClr val="FF0000"/>
            </a:solidFill>
            <a:prstDash val="solid"/>
            <a:round/>
            <a:headEnd type="none" w="med" len="med"/>
            <a:tailEnd type="none" w="med" len="med"/>
          </a:ln>
          <a:effectLst/>
        </p:spPr>
        <p:txBody>
          <a:bodyPr vert="horz" wrap="square" lIns="88712" tIns="44356" rIns="88712" bIns="44356" numCol="1" rtlCol="0" anchor="t" anchorCtr="0" compatLnSpc="1">
            <a:prstTxWarp prst="textNoShape">
              <a:avLst/>
            </a:prstTxWarp>
          </a:bodyPr>
          <a:lstStyle/>
          <a:p>
            <a:pPr defTabSz="1011996">
              <a:spcBef>
                <a:spcPct val="40000"/>
              </a:spcBef>
              <a:spcAft>
                <a:spcPct val="40000"/>
              </a:spcAft>
            </a:pPr>
            <a:endParaRPr lang="en-GB" dirty="0">
              <a:latin typeface="Arial"/>
            </a:endParaRPr>
          </a:p>
        </p:txBody>
      </p:sp>
      <p:sp>
        <p:nvSpPr>
          <p:cNvPr id="15" name="Rectangle 39"/>
          <p:cNvSpPr>
            <a:spLocks noChangeArrowheads="1"/>
          </p:cNvSpPr>
          <p:nvPr/>
        </p:nvSpPr>
        <p:spPr bwMode="auto">
          <a:xfrm>
            <a:off x="457225" y="1395413"/>
            <a:ext cx="4592342" cy="468312"/>
          </a:xfrm>
          <a:prstGeom prst="rect">
            <a:avLst/>
          </a:prstGeom>
          <a:noFill/>
          <a:ln w="9525">
            <a:noFill/>
            <a:miter lim="800000"/>
            <a:headEnd/>
            <a:tailEnd/>
          </a:ln>
        </p:spPr>
        <p:txBody>
          <a:bodyPr lIns="0" tIns="0" rIns="0" bIns="0"/>
          <a:lstStyle/>
          <a:p>
            <a:pPr defTabSz="1010392">
              <a:spcBef>
                <a:spcPct val="40000"/>
              </a:spcBef>
              <a:spcAft>
                <a:spcPct val="20000"/>
              </a:spcAft>
              <a:buClr>
                <a:srgbClr val="005C87"/>
              </a:buClr>
            </a:pPr>
            <a:r>
              <a:rPr lang="en-AU" sz="1300" b="1" baseline="0" dirty="0" smtClean="0">
                <a:solidFill>
                  <a:srgbClr val="005C87"/>
                </a:solidFill>
                <a:latin typeface="Arial"/>
              </a:rPr>
              <a:t>Q1’11-Q4’12 </a:t>
            </a:r>
            <a:r>
              <a:rPr lang="en-AU" sz="1300" b="1" baseline="0" dirty="0">
                <a:solidFill>
                  <a:srgbClr val="005C87"/>
                </a:solidFill>
                <a:latin typeface="Arial"/>
              </a:rPr>
              <a:t>Total Assets (Transaction Banking Division)</a:t>
            </a:r>
          </a:p>
          <a:p>
            <a:pPr defTabSz="1010392">
              <a:spcBef>
                <a:spcPct val="40000"/>
              </a:spcBef>
              <a:spcAft>
                <a:spcPct val="20000"/>
              </a:spcAft>
              <a:buClr>
                <a:srgbClr val="005C87"/>
              </a:buClr>
            </a:pPr>
            <a:r>
              <a:rPr lang="en-AU" sz="1300" baseline="0" dirty="0">
                <a:solidFill>
                  <a:srgbClr val="005C87"/>
                </a:solidFill>
                <a:latin typeface="Arial"/>
              </a:rPr>
              <a:t>($</a:t>
            </a:r>
            <a:r>
              <a:rPr lang="en-AU" sz="1300" baseline="0" dirty="0" err="1">
                <a:solidFill>
                  <a:srgbClr val="005C87"/>
                </a:solidFill>
                <a:latin typeface="Arial"/>
              </a:rPr>
              <a:t>bn</a:t>
            </a:r>
            <a:r>
              <a:rPr lang="en-AU" sz="1300" baseline="0" dirty="0">
                <a:solidFill>
                  <a:srgbClr val="005C87"/>
                </a:solidFill>
                <a:latin typeface="Arial"/>
              </a:rPr>
              <a:t>)</a:t>
            </a:r>
          </a:p>
        </p:txBody>
      </p:sp>
      <p:sp>
        <p:nvSpPr>
          <p:cNvPr id="16" name="Text Box 144"/>
          <p:cNvSpPr txBox="1">
            <a:spLocks noChangeArrowheads="1"/>
          </p:cNvSpPr>
          <p:nvPr/>
        </p:nvSpPr>
        <p:spPr bwMode="auto">
          <a:xfrm>
            <a:off x="1452770" y="6673848"/>
            <a:ext cx="5494329" cy="735812"/>
          </a:xfrm>
          <a:prstGeom prst="rect">
            <a:avLst/>
          </a:prstGeom>
          <a:noFill/>
          <a:ln w="9525">
            <a:noFill/>
            <a:miter lim="800000"/>
            <a:headEnd/>
            <a:tailEnd/>
          </a:ln>
        </p:spPr>
        <p:txBody>
          <a:bodyPr wrap="square" lIns="88616" tIns="44308" rIns="88616" bIns="44308" anchor="b">
            <a:spAutoFit/>
          </a:bodyPr>
          <a:lstStyle/>
          <a:p>
            <a:pPr defTabSz="891759">
              <a:spcBef>
                <a:spcPct val="50000"/>
              </a:spcBef>
            </a:pPr>
            <a:r>
              <a:rPr lang="en-GB" sz="600" baseline="0" dirty="0">
                <a:latin typeface="Arial"/>
              </a:rPr>
              <a:t>Sources: Company reports, WB </a:t>
            </a:r>
            <a:r>
              <a:rPr lang="en-GB" sz="600" baseline="0" dirty="0" smtClean="0">
                <a:latin typeface="Arial"/>
              </a:rPr>
              <a:t>Performance Management Analysis. </a:t>
            </a:r>
            <a:r>
              <a:rPr lang="en-GB" sz="600" baseline="0" dirty="0">
                <a:latin typeface="Arial"/>
              </a:rPr>
              <a:t>SCB figures on management basis. </a:t>
            </a:r>
            <a:endParaRPr lang="en-US" sz="600" baseline="0" dirty="0">
              <a:latin typeface="Arial"/>
            </a:endParaRPr>
          </a:p>
          <a:p>
            <a:pPr defTabSz="891759">
              <a:spcBef>
                <a:spcPct val="50000"/>
              </a:spcBef>
            </a:pPr>
            <a:r>
              <a:rPr lang="en-US" sz="600" baseline="30000" dirty="0">
                <a:latin typeface="Arial"/>
              </a:rPr>
              <a:t>1</a:t>
            </a:r>
            <a:r>
              <a:rPr lang="en-US" sz="600" dirty="0">
                <a:latin typeface="Arial"/>
              </a:rPr>
              <a:t> </a:t>
            </a:r>
            <a:r>
              <a:rPr lang="en-US" sz="600" baseline="0" dirty="0">
                <a:latin typeface="Arial"/>
              </a:rPr>
              <a:t>SCB Latin America trade finance loans included in North America due to booking </a:t>
            </a:r>
            <a:r>
              <a:rPr lang="en-US" sz="600" baseline="0" dirty="0" smtClean="0">
                <a:latin typeface="Arial"/>
              </a:rPr>
              <a:t>location</a:t>
            </a:r>
            <a:endParaRPr lang="en-US" sz="600" baseline="0" dirty="0">
              <a:latin typeface="Arial"/>
            </a:endParaRPr>
          </a:p>
          <a:p>
            <a:pPr defTabSz="891759">
              <a:spcBef>
                <a:spcPct val="50000"/>
              </a:spcBef>
            </a:pPr>
            <a:r>
              <a:rPr lang="en-US" sz="600" baseline="30000" dirty="0">
                <a:latin typeface="Arial"/>
              </a:rPr>
              <a:t>2</a:t>
            </a:r>
            <a:r>
              <a:rPr lang="en-US" sz="600" dirty="0">
                <a:latin typeface="Arial"/>
              </a:rPr>
              <a:t> </a:t>
            </a:r>
            <a:r>
              <a:rPr lang="en-US" sz="600" baseline="0" dirty="0">
                <a:latin typeface="Arial"/>
              </a:rPr>
              <a:t>Refers to </a:t>
            </a:r>
            <a:r>
              <a:rPr lang="en-US" sz="600" baseline="0" dirty="0" smtClean="0">
                <a:latin typeface="Arial"/>
              </a:rPr>
              <a:t>period average Total </a:t>
            </a:r>
            <a:r>
              <a:rPr lang="en-US" sz="600" baseline="0" dirty="0">
                <a:latin typeface="Arial"/>
              </a:rPr>
              <a:t>Assets within Transaction Banking division</a:t>
            </a:r>
          </a:p>
          <a:p>
            <a:pPr defTabSz="891759">
              <a:spcBef>
                <a:spcPct val="50000"/>
              </a:spcBef>
            </a:pPr>
            <a:r>
              <a:rPr lang="en-US" sz="600" baseline="30000" dirty="0" smtClean="0">
                <a:latin typeface="Arial"/>
              </a:rPr>
              <a:t>3</a:t>
            </a:r>
            <a:r>
              <a:rPr lang="en-US" sz="600" dirty="0" smtClean="0">
                <a:latin typeface="Arial"/>
              </a:rPr>
              <a:t>  </a:t>
            </a:r>
            <a:r>
              <a:rPr lang="en-US" sz="600" baseline="0" dirty="0" smtClean="0">
                <a:latin typeface="Arial"/>
              </a:rPr>
              <a:t>HSBC’s data relates to trade finance loans. Q1’11 and Q3’11 data points not disclosed</a:t>
            </a:r>
          </a:p>
          <a:p>
            <a:pPr defTabSz="891759">
              <a:spcBef>
                <a:spcPct val="50000"/>
              </a:spcBef>
            </a:pPr>
            <a:r>
              <a:rPr lang="en-US" sz="600" baseline="30000" dirty="0" smtClean="0">
                <a:latin typeface="Arial"/>
              </a:rPr>
              <a:t>4</a:t>
            </a:r>
            <a:r>
              <a:rPr lang="en-US" sz="600" dirty="0" smtClean="0">
                <a:latin typeface="Arial"/>
              </a:rPr>
              <a:t> </a:t>
            </a:r>
            <a:r>
              <a:rPr lang="en-US" sz="600" baseline="0" dirty="0" smtClean="0">
                <a:latin typeface="Arial"/>
              </a:rPr>
              <a:t>JPMC’s Q4’12 data point not disclosed in FY’12 results announcements</a:t>
            </a:r>
            <a:endParaRPr lang="en-US" sz="600" baseline="0" dirty="0">
              <a:latin typeface="Arial"/>
            </a:endParaRPr>
          </a:p>
        </p:txBody>
      </p:sp>
      <p:cxnSp>
        <p:nvCxnSpPr>
          <p:cNvPr id="17" name="Straight Connector 16"/>
          <p:cNvCxnSpPr>
            <a:endCxn id="21" idx="1"/>
          </p:cNvCxnSpPr>
          <p:nvPr/>
        </p:nvCxnSpPr>
        <p:spPr>
          <a:xfrm>
            <a:off x="3444601" y="4554270"/>
            <a:ext cx="213412" cy="222337"/>
          </a:xfrm>
          <a:prstGeom prst="line">
            <a:avLst/>
          </a:prstGeom>
          <a:ln w="3175">
            <a:solidFill>
              <a:srgbClr val="DA0000"/>
            </a:solidFill>
            <a:prstDash val="dash"/>
            <a:headEnd type="triangle"/>
            <a:tailEnd type="none"/>
          </a:ln>
        </p:spPr>
        <p:style>
          <a:lnRef idx="1">
            <a:schemeClr val="accent1"/>
          </a:lnRef>
          <a:fillRef idx="0">
            <a:schemeClr val="accent1"/>
          </a:fillRef>
          <a:effectRef idx="0">
            <a:schemeClr val="accent1"/>
          </a:effectRef>
          <a:fontRef idx="minor">
            <a:schemeClr val="tx1"/>
          </a:fontRef>
        </p:style>
      </p:cxnSp>
      <p:sp>
        <p:nvSpPr>
          <p:cNvPr id="21" name="Rectangle 3"/>
          <p:cNvSpPr>
            <a:spLocks noChangeArrowheads="1"/>
          </p:cNvSpPr>
          <p:nvPr/>
        </p:nvSpPr>
        <p:spPr bwMode="auto">
          <a:xfrm>
            <a:off x="3658013" y="4638107"/>
            <a:ext cx="777402" cy="276999"/>
          </a:xfrm>
          <a:prstGeom prst="rect">
            <a:avLst/>
          </a:prstGeom>
          <a:noFill/>
          <a:ln w="6350">
            <a:solidFill>
              <a:srgbClr val="DA0000"/>
            </a:solidFill>
            <a:miter lim="800000"/>
            <a:headEnd/>
            <a:tailEnd/>
          </a:ln>
        </p:spPr>
        <p:txBody>
          <a:bodyPr lIns="0" tIns="0" rIns="0" bIns="0" anchor="ctr" anchorCtr="0">
            <a:spAutoFit/>
          </a:bodyPr>
          <a:lstStyle/>
          <a:p>
            <a:pPr marL="7716" indent="-7716" defTabSz="1012530">
              <a:spcBef>
                <a:spcPct val="30000"/>
              </a:spcBef>
              <a:spcAft>
                <a:spcPct val="20000"/>
              </a:spcAft>
              <a:buClr>
                <a:srgbClr val="22AA47"/>
              </a:buClr>
              <a:buSzPct val="110000"/>
            </a:pPr>
            <a:r>
              <a:rPr lang="en-US" sz="600" baseline="0" dirty="0" smtClean="0">
                <a:solidFill>
                  <a:srgbClr val="005C87"/>
                </a:solidFill>
                <a:latin typeface="Arial"/>
              </a:rPr>
              <a:t>Driven </a:t>
            </a:r>
            <a:r>
              <a:rPr lang="en-US" sz="600" baseline="0" dirty="0">
                <a:solidFill>
                  <a:srgbClr val="005C87"/>
                </a:solidFill>
                <a:latin typeface="Arial"/>
              </a:rPr>
              <a:t>by maturing of </a:t>
            </a:r>
            <a:r>
              <a:rPr lang="en-US" sz="600" baseline="0" dirty="0" smtClean="0">
                <a:solidFill>
                  <a:srgbClr val="005C87"/>
                </a:solidFill>
                <a:latin typeface="Arial"/>
              </a:rPr>
              <a:t>Chinese </a:t>
            </a:r>
            <a:r>
              <a:rPr lang="en-US" sz="600" baseline="0" dirty="0">
                <a:solidFill>
                  <a:srgbClr val="005C87"/>
                </a:solidFill>
                <a:latin typeface="Arial"/>
              </a:rPr>
              <a:t>FI trade loans</a:t>
            </a:r>
          </a:p>
        </p:txBody>
      </p:sp>
      <p:sp>
        <p:nvSpPr>
          <p:cNvPr id="24" name="Oval 23"/>
          <p:cNvSpPr/>
          <p:nvPr/>
        </p:nvSpPr>
        <p:spPr bwMode="auto">
          <a:xfrm>
            <a:off x="3152684" y="4279978"/>
            <a:ext cx="597791" cy="255542"/>
          </a:xfrm>
          <a:prstGeom prst="ellipse">
            <a:avLst/>
          </a:prstGeom>
          <a:noFill/>
          <a:ln w="12700" cap="flat" cmpd="sng" algn="ctr">
            <a:solidFill>
              <a:srgbClr val="FF0000"/>
            </a:solidFill>
            <a:prstDash val="solid"/>
            <a:round/>
            <a:headEnd type="none" w="med" len="med"/>
            <a:tailEnd type="none" w="med" len="med"/>
          </a:ln>
          <a:effectLst/>
        </p:spPr>
        <p:txBody>
          <a:bodyPr vert="horz" wrap="square" lIns="88776" tIns="44388" rIns="88776" bIns="44388" numCol="1" rtlCol="0" anchor="t" anchorCtr="0" compatLnSpc="1">
            <a:prstTxWarp prst="textNoShape">
              <a:avLst/>
            </a:prstTxWarp>
          </a:bodyPr>
          <a:lstStyle/>
          <a:p>
            <a:pPr defTabSz="1012708">
              <a:spcBef>
                <a:spcPct val="40000"/>
              </a:spcBef>
              <a:spcAft>
                <a:spcPct val="40000"/>
              </a:spcAft>
            </a:pPr>
            <a:endParaRPr lang="en-GB" dirty="0">
              <a:latin typeface="Arial"/>
            </a:endParaRPr>
          </a:p>
        </p:txBody>
      </p:sp>
      <p:sp>
        <p:nvSpPr>
          <p:cNvPr id="43" name="TextBox 7"/>
          <p:cNvSpPr txBox="1"/>
          <p:nvPr/>
        </p:nvSpPr>
        <p:spPr>
          <a:xfrm>
            <a:off x="4499322" y="5059789"/>
            <a:ext cx="596646" cy="241243"/>
          </a:xfrm>
          <a:prstGeom prst="rect">
            <a:avLst/>
          </a:prstGeom>
          <a:noFill/>
        </p:spPr>
        <p:style>
          <a:lnRef idx="0">
            <a:scrgbClr r="0" g="0" b="0"/>
          </a:lnRef>
          <a:fillRef idx="0">
            <a:scrgbClr r="0" g="0" b="0"/>
          </a:fillRef>
          <a:effectRef idx="0">
            <a:scrgbClr r="0" g="0" b="0"/>
          </a:effectRef>
          <a:fontRef idx="minor">
            <a:schemeClr val="tx1"/>
          </a:fontRef>
        </p:style>
        <p:txBody>
          <a:bodyPr wrap="none" lIns="101763" tIns="50875" rIns="101763" bIns="50875"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defTabSz="1016884" fontAlgn="auto">
              <a:spcBef>
                <a:spcPts val="0"/>
              </a:spcBef>
              <a:spcAft>
                <a:spcPts val="0"/>
              </a:spcAft>
            </a:pPr>
            <a:r>
              <a:rPr lang="en-GB" sz="900" b="1" baseline="0" dirty="0">
                <a:solidFill>
                  <a:srgbClr val="005C87"/>
                </a:solidFill>
                <a:cs typeface="Arial" pitchFamily="34" charset="0"/>
              </a:rPr>
              <a:t>JPMC </a:t>
            </a:r>
            <a:r>
              <a:rPr lang="en-GB" sz="900" baseline="30000" dirty="0">
                <a:solidFill>
                  <a:srgbClr val="005C87"/>
                </a:solidFill>
                <a:cs typeface="Arial" pitchFamily="34" charset="0"/>
              </a:rPr>
              <a:t>4</a:t>
            </a:r>
          </a:p>
        </p:txBody>
      </p:sp>
      <p:sp>
        <p:nvSpPr>
          <p:cNvPr id="44" name="TextBox 3"/>
          <p:cNvSpPr txBox="1"/>
          <p:nvPr/>
        </p:nvSpPr>
        <p:spPr>
          <a:xfrm>
            <a:off x="4499322" y="3630981"/>
            <a:ext cx="724887" cy="518242"/>
          </a:xfrm>
          <a:prstGeom prst="rect">
            <a:avLst/>
          </a:prstGeom>
          <a:noFill/>
        </p:spPr>
        <p:style>
          <a:lnRef idx="0">
            <a:scrgbClr r="0" g="0" b="0"/>
          </a:lnRef>
          <a:fillRef idx="0">
            <a:scrgbClr r="0" g="0" b="0"/>
          </a:fillRef>
          <a:effectRef idx="0">
            <a:scrgbClr r="0" g="0" b="0"/>
          </a:effectRef>
          <a:fontRef idx="minor">
            <a:schemeClr val="tx1"/>
          </a:fontRef>
        </p:style>
        <p:txBody>
          <a:bodyPr wrap="none" lIns="101763" tIns="50875" rIns="101763" bIns="50875"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defTabSz="1016884" fontAlgn="auto">
              <a:spcBef>
                <a:spcPts val="0"/>
              </a:spcBef>
              <a:spcAft>
                <a:spcPts val="0"/>
              </a:spcAft>
            </a:pPr>
            <a:r>
              <a:rPr lang="en-GB" sz="900" b="1" baseline="0" dirty="0">
                <a:solidFill>
                  <a:srgbClr val="005C87"/>
                </a:solidFill>
                <a:cs typeface="Arial" pitchFamily="34" charset="0"/>
              </a:rPr>
              <a:t>DB </a:t>
            </a:r>
            <a:endParaRPr lang="en-GB" sz="900" baseline="30000" dirty="0">
              <a:solidFill>
                <a:srgbClr val="005C87"/>
              </a:solidFill>
              <a:cs typeface="Arial" pitchFamily="34" charset="0"/>
            </a:endParaRPr>
          </a:p>
          <a:p>
            <a:pPr defTabSz="1016884" fontAlgn="auto">
              <a:spcBef>
                <a:spcPts val="0"/>
              </a:spcBef>
              <a:spcAft>
                <a:spcPts val="0"/>
              </a:spcAft>
            </a:pPr>
            <a:r>
              <a:rPr lang="en-GB" sz="900" baseline="0" dirty="0" err="1">
                <a:solidFill>
                  <a:srgbClr val="005C87"/>
                </a:solidFill>
                <a:cs typeface="Arial" pitchFamily="34" charset="0"/>
              </a:rPr>
              <a:t>YoY</a:t>
            </a:r>
            <a:r>
              <a:rPr lang="en-GB" sz="900" baseline="0" dirty="0">
                <a:solidFill>
                  <a:srgbClr val="005C87"/>
                </a:solidFill>
                <a:cs typeface="Arial" pitchFamily="34" charset="0"/>
              </a:rPr>
              <a:t> -10%</a:t>
            </a:r>
          </a:p>
          <a:p>
            <a:pPr defTabSz="1016884" fontAlgn="auto">
              <a:spcBef>
                <a:spcPts val="0"/>
              </a:spcBef>
              <a:spcAft>
                <a:spcPts val="0"/>
              </a:spcAft>
            </a:pPr>
            <a:r>
              <a:rPr lang="en-GB" sz="900" baseline="0" dirty="0" err="1">
                <a:solidFill>
                  <a:srgbClr val="005C87"/>
                </a:solidFill>
                <a:cs typeface="Arial" pitchFamily="34" charset="0"/>
              </a:rPr>
              <a:t>QoQ</a:t>
            </a:r>
            <a:r>
              <a:rPr lang="en-GB" sz="900" baseline="0" dirty="0">
                <a:solidFill>
                  <a:srgbClr val="005C87"/>
                </a:solidFill>
                <a:cs typeface="Arial" pitchFamily="34" charset="0"/>
              </a:rPr>
              <a:t> -8%</a:t>
            </a:r>
          </a:p>
        </p:txBody>
      </p:sp>
      <p:sp>
        <p:nvSpPr>
          <p:cNvPr id="45" name="TextBox 4"/>
          <p:cNvSpPr txBox="1"/>
          <p:nvPr/>
        </p:nvSpPr>
        <p:spPr>
          <a:xfrm>
            <a:off x="4499232" y="2266668"/>
            <a:ext cx="991994" cy="585184"/>
          </a:xfrm>
          <a:prstGeom prst="rect">
            <a:avLst/>
          </a:prstGeom>
          <a:noFill/>
        </p:spPr>
        <p:style>
          <a:lnRef idx="0">
            <a:scrgbClr r="0" g="0" b="0"/>
          </a:lnRef>
          <a:fillRef idx="0">
            <a:scrgbClr r="0" g="0" b="0"/>
          </a:fillRef>
          <a:effectRef idx="0">
            <a:scrgbClr r="0" g="0" b="0"/>
          </a:effectRef>
          <a:fontRef idx="minor">
            <a:schemeClr val="tx1"/>
          </a:fontRef>
        </p:style>
        <p:txBody>
          <a:bodyPr wrap="square" lIns="101763" tIns="50875" rIns="101763" bIns="50875"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defTabSz="1016884" fontAlgn="auto">
              <a:spcBef>
                <a:spcPts val="0"/>
              </a:spcBef>
              <a:spcAft>
                <a:spcPts val="0"/>
              </a:spcAft>
            </a:pPr>
            <a:r>
              <a:rPr lang="en-GB" sz="900" b="1" baseline="0" dirty="0">
                <a:solidFill>
                  <a:srgbClr val="005C87"/>
                </a:solidFill>
                <a:cs typeface="Arial" pitchFamily="34" charset="0"/>
              </a:rPr>
              <a:t>HSBC </a:t>
            </a:r>
            <a:r>
              <a:rPr lang="en-GB" sz="900" baseline="30000" dirty="0" smtClean="0">
                <a:solidFill>
                  <a:srgbClr val="005C87"/>
                </a:solidFill>
                <a:cs typeface="Arial" pitchFamily="34" charset="0"/>
              </a:rPr>
              <a:t>3</a:t>
            </a:r>
            <a:endParaRPr lang="en-GB" sz="900" baseline="30000" dirty="0">
              <a:solidFill>
                <a:srgbClr val="005C87"/>
              </a:solidFill>
              <a:cs typeface="Arial" pitchFamily="34" charset="0"/>
            </a:endParaRPr>
          </a:p>
          <a:p>
            <a:pPr defTabSz="1017603" fontAlgn="auto">
              <a:spcBef>
                <a:spcPts val="0"/>
              </a:spcBef>
              <a:spcAft>
                <a:spcPts val="0"/>
              </a:spcAft>
              <a:defRPr/>
            </a:pPr>
            <a:r>
              <a:rPr lang="en-GB" sz="900" kern="0" baseline="0" dirty="0" err="1">
                <a:solidFill>
                  <a:srgbClr val="005C87"/>
                </a:solidFill>
                <a:cs typeface="Arial" pitchFamily="34" charset="0"/>
              </a:rPr>
              <a:t>YoY</a:t>
            </a:r>
            <a:r>
              <a:rPr lang="en-GB" sz="900" kern="0" baseline="0" dirty="0">
                <a:solidFill>
                  <a:srgbClr val="005C87"/>
                </a:solidFill>
                <a:cs typeface="Arial" pitchFamily="34" charset="0"/>
              </a:rPr>
              <a:t> +11%</a:t>
            </a:r>
          </a:p>
          <a:p>
            <a:pPr defTabSz="1016884" fontAlgn="auto">
              <a:spcBef>
                <a:spcPts val="0"/>
              </a:spcBef>
              <a:spcAft>
                <a:spcPts val="0"/>
              </a:spcAft>
            </a:pPr>
            <a:r>
              <a:rPr lang="en-GB" sz="900" baseline="0" dirty="0" err="1">
                <a:solidFill>
                  <a:srgbClr val="005C87"/>
                </a:solidFill>
                <a:cs typeface="Arial" pitchFamily="34" charset="0"/>
              </a:rPr>
              <a:t>QoQ</a:t>
            </a:r>
            <a:r>
              <a:rPr lang="en-GB" sz="900" baseline="0" dirty="0">
                <a:solidFill>
                  <a:srgbClr val="005C87"/>
                </a:solidFill>
                <a:cs typeface="Arial" pitchFamily="34" charset="0"/>
              </a:rPr>
              <a:t> +3%</a:t>
            </a:r>
          </a:p>
        </p:txBody>
      </p:sp>
      <p:sp>
        <p:nvSpPr>
          <p:cNvPr id="46" name="TextBox 5"/>
          <p:cNvSpPr txBox="1"/>
          <p:nvPr/>
        </p:nvSpPr>
        <p:spPr>
          <a:xfrm>
            <a:off x="4499232" y="2893072"/>
            <a:ext cx="939578" cy="630371"/>
          </a:xfrm>
          <a:prstGeom prst="rect">
            <a:avLst/>
          </a:prstGeom>
          <a:noFill/>
        </p:spPr>
        <p:style>
          <a:lnRef idx="0">
            <a:scrgbClr r="0" g="0" b="0"/>
          </a:lnRef>
          <a:fillRef idx="0">
            <a:scrgbClr r="0" g="0" b="0"/>
          </a:fillRef>
          <a:effectRef idx="0">
            <a:scrgbClr r="0" g="0" b="0"/>
          </a:effectRef>
          <a:fontRef idx="minor">
            <a:schemeClr val="tx1"/>
          </a:fontRef>
        </p:style>
        <p:txBody>
          <a:bodyPr wrap="square" lIns="101763" tIns="50875" rIns="101763" bIns="50875"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defTabSz="1016884" fontAlgn="auto">
              <a:spcBef>
                <a:spcPts val="0"/>
              </a:spcBef>
              <a:spcAft>
                <a:spcPts val="0"/>
              </a:spcAft>
            </a:pPr>
            <a:r>
              <a:rPr lang="en-GB" sz="900" b="1" baseline="0" dirty="0" err="1">
                <a:solidFill>
                  <a:srgbClr val="005C87"/>
                </a:solidFill>
                <a:cs typeface="Arial" pitchFamily="34" charset="0"/>
              </a:rPr>
              <a:t>Citi</a:t>
            </a:r>
            <a:r>
              <a:rPr lang="en-GB" sz="900" b="1" baseline="0" dirty="0">
                <a:solidFill>
                  <a:srgbClr val="005C87"/>
                </a:solidFill>
                <a:cs typeface="Arial" pitchFamily="34" charset="0"/>
              </a:rPr>
              <a:t> </a:t>
            </a:r>
            <a:r>
              <a:rPr lang="en-GB" sz="900" baseline="30000" dirty="0" smtClean="0">
                <a:solidFill>
                  <a:srgbClr val="005C87"/>
                </a:solidFill>
                <a:cs typeface="Arial" pitchFamily="34" charset="0"/>
              </a:rPr>
              <a:t>2</a:t>
            </a:r>
            <a:endParaRPr lang="en-GB" sz="900" baseline="30000" dirty="0">
              <a:solidFill>
                <a:srgbClr val="005C87"/>
              </a:solidFill>
              <a:cs typeface="Arial" pitchFamily="34" charset="0"/>
            </a:endParaRPr>
          </a:p>
          <a:p>
            <a:pPr defTabSz="1016884" fontAlgn="auto">
              <a:spcBef>
                <a:spcPts val="0"/>
              </a:spcBef>
              <a:spcAft>
                <a:spcPts val="0"/>
              </a:spcAft>
            </a:pPr>
            <a:r>
              <a:rPr lang="en-GB" sz="900" baseline="0" dirty="0" err="1">
                <a:solidFill>
                  <a:srgbClr val="005C87"/>
                </a:solidFill>
                <a:cs typeface="Arial" pitchFamily="34" charset="0"/>
              </a:rPr>
              <a:t>YoY</a:t>
            </a:r>
            <a:r>
              <a:rPr lang="en-GB" sz="900" baseline="0" dirty="0">
                <a:solidFill>
                  <a:srgbClr val="005C87"/>
                </a:solidFill>
                <a:cs typeface="Arial" pitchFamily="34" charset="0"/>
              </a:rPr>
              <a:t> +8%</a:t>
            </a:r>
          </a:p>
          <a:p>
            <a:pPr defTabSz="1016884" fontAlgn="auto">
              <a:spcBef>
                <a:spcPts val="0"/>
              </a:spcBef>
              <a:spcAft>
                <a:spcPts val="0"/>
              </a:spcAft>
            </a:pPr>
            <a:r>
              <a:rPr lang="en-GB" sz="900" baseline="0" dirty="0" err="1">
                <a:solidFill>
                  <a:srgbClr val="005C87"/>
                </a:solidFill>
                <a:cs typeface="Arial" pitchFamily="34" charset="0"/>
              </a:rPr>
              <a:t>QoQ</a:t>
            </a:r>
            <a:r>
              <a:rPr lang="en-GB" sz="900" baseline="0" dirty="0">
                <a:solidFill>
                  <a:srgbClr val="005C87"/>
                </a:solidFill>
                <a:cs typeface="Arial" pitchFamily="34" charset="0"/>
              </a:rPr>
              <a:t> +1</a:t>
            </a:r>
            <a:r>
              <a:rPr lang="en-GB" sz="900" baseline="0" dirty="0" smtClean="0">
                <a:solidFill>
                  <a:srgbClr val="005C87"/>
                </a:solidFill>
                <a:cs typeface="Arial" pitchFamily="34" charset="0"/>
              </a:rPr>
              <a:t>%</a:t>
            </a:r>
            <a:endParaRPr lang="en-GB" sz="900" baseline="0" dirty="0">
              <a:solidFill>
                <a:srgbClr val="005C87"/>
              </a:solidFill>
              <a:cs typeface="Arial" pitchFamily="34" charset="0"/>
            </a:endParaRPr>
          </a:p>
        </p:txBody>
      </p:sp>
      <p:sp>
        <p:nvSpPr>
          <p:cNvPr id="47" name="TextBox 6"/>
          <p:cNvSpPr txBox="1"/>
          <p:nvPr/>
        </p:nvSpPr>
        <p:spPr>
          <a:xfrm>
            <a:off x="4499318" y="4224775"/>
            <a:ext cx="753741" cy="518242"/>
          </a:xfrm>
          <a:prstGeom prst="rect">
            <a:avLst/>
          </a:prstGeom>
          <a:noFill/>
        </p:spPr>
        <p:style>
          <a:lnRef idx="0">
            <a:scrgbClr r="0" g="0" b="0"/>
          </a:lnRef>
          <a:fillRef idx="0">
            <a:scrgbClr r="0" g="0" b="0"/>
          </a:fillRef>
          <a:effectRef idx="0">
            <a:scrgbClr r="0" g="0" b="0"/>
          </a:effectRef>
          <a:fontRef idx="minor">
            <a:schemeClr val="tx1"/>
          </a:fontRef>
        </p:style>
        <p:txBody>
          <a:bodyPr wrap="none" lIns="101763" tIns="50875" rIns="101763" bIns="50875"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defTabSz="1016884" fontAlgn="auto">
              <a:spcBef>
                <a:spcPts val="0"/>
              </a:spcBef>
              <a:spcAft>
                <a:spcPts val="0"/>
              </a:spcAft>
            </a:pPr>
            <a:r>
              <a:rPr lang="en-GB" sz="900" b="1" baseline="0" dirty="0">
                <a:solidFill>
                  <a:srgbClr val="005C87"/>
                </a:solidFill>
                <a:cs typeface="Arial" pitchFamily="34" charset="0"/>
              </a:rPr>
              <a:t>SCB </a:t>
            </a:r>
            <a:r>
              <a:rPr lang="en-GB" sz="900" baseline="30000" dirty="0">
                <a:solidFill>
                  <a:srgbClr val="005C87"/>
                </a:solidFill>
                <a:cs typeface="Arial" pitchFamily="34" charset="0"/>
              </a:rPr>
              <a:t>1</a:t>
            </a:r>
          </a:p>
          <a:p>
            <a:pPr defTabSz="1016884" fontAlgn="auto">
              <a:spcBef>
                <a:spcPts val="0"/>
              </a:spcBef>
              <a:spcAft>
                <a:spcPts val="0"/>
              </a:spcAft>
            </a:pPr>
            <a:r>
              <a:rPr lang="en-GB" sz="900" baseline="0" dirty="0" err="1">
                <a:solidFill>
                  <a:srgbClr val="005C87"/>
                </a:solidFill>
                <a:cs typeface="Arial" pitchFamily="34" charset="0"/>
              </a:rPr>
              <a:t>YoY</a:t>
            </a:r>
            <a:r>
              <a:rPr lang="en-GB" sz="900" baseline="0" dirty="0">
                <a:solidFill>
                  <a:srgbClr val="005C87"/>
                </a:solidFill>
                <a:cs typeface="Arial" pitchFamily="34" charset="0"/>
              </a:rPr>
              <a:t> +12%</a:t>
            </a:r>
          </a:p>
          <a:p>
            <a:pPr defTabSz="1016884" fontAlgn="auto">
              <a:spcBef>
                <a:spcPts val="0"/>
              </a:spcBef>
              <a:spcAft>
                <a:spcPts val="0"/>
              </a:spcAft>
            </a:pPr>
            <a:r>
              <a:rPr lang="en-GB" sz="900" baseline="0" dirty="0" err="1">
                <a:solidFill>
                  <a:srgbClr val="005C87"/>
                </a:solidFill>
                <a:cs typeface="Arial" pitchFamily="34" charset="0"/>
              </a:rPr>
              <a:t>QoQ</a:t>
            </a:r>
            <a:r>
              <a:rPr lang="en-GB" sz="900" baseline="0" dirty="0">
                <a:solidFill>
                  <a:srgbClr val="005C87"/>
                </a:solidFill>
                <a:cs typeface="Arial" pitchFamily="34" charset="0"/>
              </a:rPr>
              <a:t> +4%</a:t>
            </a:r>
          </a:p>
        </p:txBody>
      </p:sp>
      <p:sp>
        <p:nvSpPr>
          <p:cNvPr id="22" name="Oval 21"/>
          <p:cNvSpPr/>
          <p:nvPr/>
        </p:nvSpPr>
        <p:spPr bwMode="auto">
          <a:xfrm>
            <a:off x="9635587" y="2958611"/>
            <a:ext cx="900425" cy="265906"/>
          </a:xfrm>
          <a:prstGeom prst="ellipse">
            <a:avLst/>
          </a:prstGeom>
          <a:noFill/>
          <a:ln w="28575" cap="flat" cmpd="sng" algn="ctr">
            <a:solidFill>
              <a:srgbClr val="FF0000"/>
            </a:solidFill>
            <a:prstDash val="solid"/>
            <a:round/>
            <a:headEnd type="none" w="med" len="med"/>
            <a:tailEnd type="none" w="med" len="med"/>
          </a:ln>
          <a:effectLst/>
        </p:spPr>
        <p:txBody>
          <a:bodyPr vert="horz" wrap="square" lIns="88712" tIns="44356" rIns="88712" bIns="44356" numCol="1" rtlCol="0" anchor="t" anchorCtr="0" compatLnSpc="1">
            <a:prstTxWarp prst="textNoShape">
              <a:avLst/>
            </a:prstTxWarp>
          </a:bodyPr>
          <a:lstStyle/>
          <a:p>
            <a:pPr defTabSz="1011996">
              <a:spcBef>
                <a:spcPct val="40000"/>
              </a:spcBef>
              <a:spcAft>
                <a:spcPct val="40000"/>
              </a:spcAft>
            </a:pPr>
            <a:endParaRPr lang="en-GB" dirty="0">
              <a:latin typeface="Arial"/>
            </a:endParaRPr>
          </a:p>
        </p:txBody>
      </p:sp>
      <p:sp>
        <p:nvSpPr>
          <p:cNvPr id="23" name="Oval 22"/>
          <p:cNvSpPr/>
          <p:nvPr/>
        </p:nvSpPr>
        <p:spPr bwMode="auto">
          <a:xfrm>
            <a:off x="9635587" y="3372275"/>
            <a:ext cx="900425" cy="265906"/>
          </a:xfrm>
          <a:prstGeom prst="ellipse">
            <a:avLst/>
          </a:prstGeom>
          <a:noFill/>
          <a:ln w="28575" cap="flat" cmpd="sng" algn="ctr">
            <a:solidFill>
              <a:srgbClr val="FF0000"/>
            </a:solidFill>
            <a:prstDash val="solid"/>
            <a:round/>
            <a:headEnd type="none" w="med" len="med"/>
            <a:tailEnd type="none" w="med" len="med"/>
          </a:ln>
          <a:effectLst/>
        </p:spPr>
        <p:txBody>
          <a:bodyPr vert="horz" wrap="square" lIns="88712" tIns="44356" rIns="88712" bIns="44356" numCol="1" rtlCol="0" anchor="t" anchorCtr="0" compatLnSpc="1">
            <a:prstTxWarp prst="textNoShape">
              <a:avLst/>
            </a:prstTxWarp>
          </a:bodyPr>
          <a:lstStyle/>
          <a:p>
            <a:pPr defTabSz="1011996">
              <a:spcBef>
                <a:spcPct val="40000"/>
              </a:spcBef>
              <a:spcAft>
                <a:spcPct val="40000"/>
              </a:spcAft>
            </a:pPr>
            <a:endParaRPr lang="en-GB" dirty="0">
              <a:latin typeface="Arial"/>
            </a:endParaRPr>
          </a:p>
        </p:txBody>
      </p:sp>
      <p:sp>
        <p:nvSpPr>
          <p:cNvPr id="25" name="Oval 24"/>
          <p:cNvSpPr/>
          <p:nvPr/>
        </p:nvSpPr>
        <p:spPr bwMode="auto">
          <a:xfrm>
            <a:off x="9635587" y="4624165"/>
            <a:ext cx="900425" cy="265906"/>
          </a:xfrm>
          <a:prstGeom prst="ellipse">
            <a:avLst/>
          </a:prstGeom>
          <a:noFill/>
          <a:ln w="28575" cap="flat" cmpd="sng" algn="ctr">
            <a:solidFill>
              <a:srgbClr val="FF0000"/>
            </a:solidFill>
            <a:prstDash val="solid"/>
            <a:round/>
            <a:headEnd type="none" w="med" len="med"/>
            <a:tailEnd type="none" w="med" len="med"/>
          </a:ln>
          <a:effectLst/>
        </p:spPr>
        <p:txBody>
          <a:bodyPr vert="horz" wrap="square" lIns="88712" tIns="44356" rIns="88712" bIns="44356" numCol="1" rtlCol="0" anchor="t" anchorCtr="0" compatLnSpc="1">
            <a:prstTxWarp prst="textNoShape">
              <a:avLst/>
            </a:prstTxWarp>
          </a:bodyPr>
          <a:lstStyle/>
          <a:p>
            <a:pPr defTabSz="1011996">
              <a:spcBef>
                <a:spcPct val="40000"/>
              </a:spcBef>
              <a:spcAft>
                <a:spcPct val="40000"/>
              </a:spcAft>
            </a:pPr>
            <a:endParaRPr lang="en-GB" dirty="0">
              <a:latin typeface="Arial"/>
            </a:endParaRPr>
          </a:p>
        </p:txBody>
      </p:sp>
      <p:sp>
        <p:nvSpPr>
          <p:cNvPr id="26" name="Oval 25"/>
          <p:cNvSpPr/>
          <p:nvPr/>
        </p:nvSpPr>
        <p:spPr bwMode="auto">
          <a:xfrm>
            <a:off x="9635587" y="5048715"/>
            <a:ext cx="900425" cy="265906"/>
          </a:xfrm>
          <a:prstGeom prst="ellipse">
            <a:avLst/>
          </a:prstGeom>
          <a:noFill/>
          <a:ln w="28575" cap="flat" cmpd="sng" algn="ctr">
            <a:solidFill>
              <a:srgbClr val="FF0000"/>
            </a:solidFill>
            <a:prstDash val="solid"/>
            <a:round/>
            <a:headEnd type="none" w="med" len="med"/>
            <a:tailEnd type="none" w="med" len="med"/>
          </a:ln>
          <a:effectLst/>
        </p:spPr>
        <p:txBody>
          <a:bodyPr vert="horz" wrap="square" lIns="88712" tIns="44356" rIns="88712" bIns="44356" numCol="1" rtlCol="0" anchor="t" anchorCtr="0" compatLnSpc="1">
            <a:prstTxWarp prst="textNoShape">
              <a:avLst/>
            </a:prstTxWarp>
          </a:bodyPr>
          <a:lstStyle/>
          <a:p>
            <a:pPr defTabSz="1011996">
              <a:spcBef>
                <a:spcPct val="40000"/>
              </a:spcBef>
              <a:spcAft>
                <a:spcPct val="40000"/>
              </a:spcAft>
            </a:pPr>
            <a:endParaRPr lang="en-GB" dirty="0">
              <a:latin typeface="Arial"/>
            </a:endParaRPr>
          </a:p>
        </p:txBody>
      </p:sp>
      <p:sp>
        <p:nvSpPr>
          <p:cNvPr id="28" name="Oval 27"/>
          <p:cNvSpPr/>
          <p:nvPr/>
        </p:nvSpPr>
        <p:spPr bwMode="auto">
          <a:xfrm>
            <a:off x="9635587" y="5484164"/>
            <a:ext cx="900425" cy="265906"/>
          </a:xfrm>
          <a:prstGeom prst="ellipse">
            <a:avLst/>
          </a:prstGeom>
          <a:noFill/>
          <a:ln w="28575" cap="flat" cmpd="sng" algn="ctr">
            <a:solidFill>
              <a:srgbClr val="FF0000"/>
            </a:solidFill>
            <a:prstDash val="solid"/>
            <a:round/>
            <a:headEnd type="none" w="med" len="med"/>
            <a:tailEnd type="none" w="med" len="med"/>
          </a:ln>
          <a:effectLst/>
        </p:spPr>
        <p:txBody>
          <a:bodyPr vert="horz" wrap="square" lIns="88712" tIns="44356" rIns="88712" bIns="44356" numCol="1" rtlCol="0" anchor="t" anchorCtr="0" compatLnSpc="1">
            <a:prstTxWarp prst="textNoShape">
              <a:avLst/>
            </a:prstTxWarp>
          </a:bodyPr>
          <a:lstStyle/>
          <a:p>
            <a:pPr defTabSz="1011996">
              <a:spcBef>
                <a:spcPct val="40000"/>
              </a:spcBef>
              <a:spcAft>
                <a:spcPct val="40000"/>
              </a:spcAft>
            </a:pPr>
            <a:endParaRPr lang="en-GB" dirty="0">
              <a:latin typeface="Aria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4195" name="Picture 3"/>
          <p:cNvPicPr>
            <a:picLocks noChangeAspect="1" noChangeArrowheads="1"/>
          </p:cNvPicPr>
          <p:nvPr/>
        </p:nvPicPr>
        <p:blipFill>
          <a:blip r:embed="rId3" cstate="print"/>
          <a:srcRect/>
          <a:stretch>
            <a:fillRect/>
          </a:stretch>
        </p:blipFill>
        <p:spPr bwMode="auto">
          <a:xfrm>
            <a:off x="4210050" y="2609850"/>
            <a:ext cx="7079400" cy="3674250"/>
          </a:xfrm>
          <a:prstGeom prst="rect">
            <a:avLst/>
          </a:prstGeom>
          <a:noFill/>
          <a:ln w="9525">
            <a:noFill/>
            <a:miter lim="800000"/>
            <a:headEnd/>
            <a:tailEnd/>
          </a:ln>
          <a:effectLst/>
        </p:spPr>
      </p:pic>
      <p:pic>
        <p:nvPicPr>
          <p:cNvPr id="264194" name="Picture 2"/>
          <p:cNvPicPr>
            <a:picLocks noChangeAspect="1" noChangeArrowheads="1"/>
          </p:cNvPicPr>
          <p:nvPr/>
        </p:nvPicPr>
        <p:blipFill>
          <a:blip r:embed="rId4" cstate="print"/>
          <a:srcRect/>
          <a:stretch>
            <a:fillRect/>
          </a:stretch>
        </p:blipFill>
        <p:spPr bwMode="auto">
          <a:xfrm>
            <a:off x="571577" y="2847618"/>
            <a:ext cx="4234050" cy="3701520"/>
          </a:xfrm>
          <a:prstGeom prst="rect">
            <a:avLst/>
          </a:prstGeom>
          <a:noFill/>
          <a:ln w="9525">
            <a:noFill/>
            <a:miter lim="800000"/>
            <a:headEnd/>
            <a:tailEnd/>
          </a:ln>
          <a:effectLst/>
        </p:spPr>
      </p:pic>
      <p:sp>
        <p:nvSpPr>
          <p:cNvPr id="33793" name="Rectangle 2"/>
          <p:cNvSpPr>
            <a:spLocks noGrp="1" noChangeArrowheads="1"/>
          </p:cNvSpPr>
          <p:nvPr>
            <p:ph type="title" idx="4294967295"/>
          </p:nvPr>
        </p:nvSpPr>
        <p:spPr/>
        <p:txBody>
          <a:bodyPr/>
          <a:lstStyle/>
          <a:p>
            <a:pPr defTabSz="1007188" eaLnBrk="1" hangingPunct="1"/>
            <a:r>
              <a:rPr lang="en-US" sz="2200" dirty="0" err="1" smtClean="0">
                <a:latin typeface="+mn-lt"/>
                <a:ea typeface="+mn-ea"/>
                <a:cs typeface="Arial" charset="0"/>
              </a:rPr>
              <a:t>Citi’s</a:t>
            </a:r>
            <a:r>
              <a:rPr lang="en-US" sz="2200" dirty="0" smtClean="0">
                <a:latin typeface="+mn-lt"/>
                <a:ea typeface="+mn-ea"/>
                <a:cs typeface="Arial" charset="0"/>
              </a:rPr>
              <a:t> TB division average liabilities grew +16% </a:t>
            </a:r>
            <a:r>
              <a:rPr lang="en-US" sz="2200" dirty="0" err="1" smtClean="0">
                <a:latin typeface="+mn-lt"/>
                <a:ea typeface="+mn-ea"/>
                <a:cs typeface="Arial" charset="0"/>
              </a:rPr>
              <a:t>YoY</a:t>
            </a:r>
            <a:r>
              <a:rPr lang="en-US" sz="2200" dirty="0" smtClean="0">
                <a:latin typeface="+mn-lt"/>
                <a:ea typeface="+mn-ea"/>
                <a:cs typeface="Arial" charset="0"/>
              </a:rPr>
              <a:t> to $428bn. SCB’s Asian TB division average liabilities of $86bn grew +13% </a:t>
            </a:r>
            <a:r>
              <a:rPr lang="en-US" sz="2200" dirty="0" err="1" smtClean="0">
                <a:latin typeface="+mn-lt"/>
                <a:ea typeface="+mn-ea"/>
                <a:cs typeface="Arial" charset="0"/>
              </a:rPr>
              <a:t>YoY</a:t>
            </a:r>
            <a:endParaRPr lang="en-US" sz="2200" dirty="0" smtClean="0">
              <a:latin typeface="+mn-lt"/>
              <a:ea typeface="+mn-ea"/>
              <a:cs typeface="Arial" charset="0"/>
            </a:endParaRPr>
          </a:p>
        </p:txBody>
      </p:sp>
      <p:sp>
        <p:nvSpPr>
          <p:cNvPr id="33794" name="Line 30"/>
          <p:cNvSpPr>
            <a:spLocks noChangeShapeType="1"/>
          </p:cNvSpPr>
          <p:nvPr/>
        </p:nvSpPr>
        <p:spPr bwMode="auto">
          <a:xfrm>
            <a:off x="329185" y="1984248"/>
            <a:ext cx="4456112" cy="0"/>
          </a:xfrm>
          <a:prstGeom prst="line">
            <a:avLst/>
          </a:prstGeom>
          <a:noFill/>
          <a:ln w="9525">
            <a:solidFill>
              <a:schemeClr val="accent1"/>
            </a:solidFill>
            <a:round/>
            <a:headEnd/>
            <a:tailEnd/>
          </a:ln>
        </p:spPr>
        <p:txBody>
          <a:bodyPr lIns="88600" tIns="44300" rIns="88600" bIns="44300"/>
          <a:lstStyle/>
          <a:p>
            <a:pPr defTabSz="888932"/>
            <a:endParaRPr lang="en-US" dirty="0">
              <a:latin typeface="Arial"/>
            </a:endParaRPr>
          </a:p>
        </p:txBody>
      </p:sp>
      <p:sp>
        <p:nvSpPr>
          <p:cNvPr id="33795" name="Rectangle 39"/>
          <p:cNvSpPr>
            <a:spLocks noChangeArrowheads="1"/>
          </p:cNvSpPr>
          <p:nvPr/>
        </p:nvSpPr>
        <p:spPr bwMode="auto">
          <a:xfrm>
            <a:off x="457408" y="1373603"/>
            <a:ext cx="4446587" cy="500062"/>
          </a:xfrm>
          <a:prstGeom prst="rect">
            <a:avLst/>
          </a:prstGeom>
          <a:noFill/>
          <a:ln w="9525">
            <a:noFill/>
            <a:miter lim="800000"/>
            <a:headEnd/>
            <a:tailEnd/>
          </a:ln>
        </p:spPr>
        <p:txBody>
          <a:bodyPr lIns="0" tIns="0" rIns="0" bIns="0"/>
          <a:lstStyle/>
          <a:p>
            <a:pPr defTabSz="1010749">
              <a:spcBef>
                <a:spcPct val="40000"/>
              </a:spcBef>
              <a:spcAft>
                <a:spcPct val="20000"/>
              </a:spcAft>
              <a:buClr>
                <a:srgbClr val="005C87"/>
              </a:buClr>
            </a:pPr>
            <a:r>
              <a:rPr lang="en-US" sz="1300" b="1" baseline="0" dirty="0" smtClean="0">
                <a:solidFill>
                  <a:srgbClr val="005C87"/>
                </a:solidFill>
                <a:latin typeface="Arial"/>
              </a:rPr>
              <a:t>Q4’12 </a:t>
            </a:r>
            <a:r>
              <a:rPr lang="en-US" sz="1300" b="1" baseline="0" dirty="0">
                <a:solidFill>
                  <a:srgbClr val="005C87"/>
                </a:solidFill>
                <a:latin typeface="Arial"/>
              </a:rPr>
              <a:t>Average Liability Balances by region </a:t>
            </a:r>
          </a:p>
          <a:p>
            <a:pPr defTabSz="1010749">
              <a:spcBef>
                <a:spcPct val="40000"/>
              </a:spcBef>
              <a:spcAft>
                <a:spcPct val="20000"/>
              </a:spcAft>
              <a:buClr>
                <a:srgbClr val="005C87"/>
              </a:buClr>
            </a:pPr>
            <a:r>
              <a:rPr lang="en-US" sz="1300" baseline="0" dirty="0">
                <a:solidFill>
                  <a:srgbClr val="005C87"/>
                </a:solidFill>
                <a:latin typeface="Arial"/>
              </a:rPr>
              <a:t>(%, $bn)</a:t>
            </a:r>
          </a:p>
        </p:txBody>
      </p:sp>
      <p:sp>
        <p:nvSpPr>
          <p:cNvPr id="33796" name="Rectangle 39"/>
          <p:cNvSpPr>
            <a:spLocks noChangeArrowheads="1"/>
          </p:cNvSpPr>
          <p:nvPr/>
        </p:nvSpPr>
        <p:spPr bwMode="auto">
          <a:xfrm>
            <a:off x="5723550" y="1395413"/>
            <a:ext cx="4548187" cy="500062"/>
          </a:xfrm>
          <a:prstGeom prst="rect">
            <a:avLst/>
          </a:prstGeom>
          <a:noFill/>
          <a:ln w="9525">
            <a:noFill/>
            <a:miter lim="800000"/>
            <a:headEnd/>
            <a:tailEnd/>
          </a:ln>
        </p:spPr>
        <p:txBody>
          <a:bodyPr lIns="0" tIns="0" rIns="0" bIns="0"/>
          <a:lstStyle/>
          <a:p>
            <a:pPr defTabSz="1010749">
              <a:spcBef>
                <a:spcPct val="40000"/>
              </a:spcBef>
              <a:spcAft>
                <a:spcPct val="20000"/>
              </a:spcAft>
              <a:buClr>
                <a:srgbClr val="005C87"/>
              </a:buClr>
            </a:pPr>
            <a:r>
              <a:rPr lang="en-US" sz="1300" b="1" baseline="0" dirty="0">
                <a:solidFill>
                  <a:srgbClr val="005C87"/>
                </a:solidFill>
                <a:latin typeface="Arial"/>
              </a:rPr>
              <a:t>Average Liability </a:t>
            </a:r>
            <a:r>
              <a:rPr lang="en-US" sz="1300" b="1" baseline="0" dirty="0" smtClean="0">
                <a:solidFill>
                  <a:srgbClr val="005C87"/>
                </a:solidFill>
                <a:latin typeface="Arial"/>
              </a:rPr>
              <a:t>Balances in </a:t>
            </a:r>
            <a:r>
              <a:rPr lang="en-US" sz="1300" b="1" baseline="0" dirty="0">
                <a:solidFill>
                  <a:srgbClr val="005C87"/>
                </a:solidFill>
                <a:latin typeface="Arial"/>
              </a:rPr>
              <a:t>Asia </a:t>
            </a:r>
          </a:p>
          <a:p>
            <a:pPr defTabSz="1010749">
              <a:spcBef>
                <a:spcPct val="40000"/>
              </a:spcBef>
              <a:spcAft>
                <a:spcPct val="20000"/>
              </a:spcAft>
              <a:buClr>
                <a:srgbClr val="005C87"/>
              </a:buClr>
            </a:pPr>
            <a:r>
              <a:rPr lang="en-US" sz="1300" baseline="0" dirty="0">
                <a:solidFill>
                  <a:srgbClr val="005C87"/>
                </a:solidFill>
                <a:latin typeface="Arial"/>
              </a:rPr>
              <a:t>(%, $bn)</a:t>
            </a:r>
            <a:endParaRPr lang="en-AU" sz="1300" baseline="0" dirty="0">
              <a:solidFill>
                <a:srgbClr val="005C87"/>
              </a:solidFill>
              <a:latin typeface="Arial"/>
            </a:endParaRPr>
          </a:p>
        </p:txBody>
      </p:sp>
      <p:sp>
        <p:nvSpPr>
          <p:cNvPr id="33797" name="Line 30"/>
          <p:cNvSpPr>
            <a:spLocks noChangeShapeType="1"/>
          </p:cNvSpPr>
          <p:nvPr/>
        </p:nvSpPr>
        <p:spPr bwMode="auto">
          <a:xfrm>
            <a:off x="5663677" y="1984248"/>
            <a:ext cx="4456112" cy="0"/>
          </a:xfrm>
          <a:prstGeom prst="line">
            <a:avLst/>
          </a:prstGeom>
          <a:noFill/>
          <a:ln w="9525">
            <a:solidFill>
              <a:schemeClr val="accent1"/>
            </a:solidFill>
            <a:round/>
            <a:headEnd/>
            <a:tailEnd/>
          </a:ln>
        </p:spPr>
        <p:txBody>
          <a:bodyPr lIns="88600" tIns="44300" rIns="88600" bIns="44300"/>
          <a:lstStyle/>
          <a:p>
            <a:pPr defTabSz="888932"/>
            <a:endParaRPr lang="en-US" dirty="0">
              <a:latin typeface="Arial"/>
            </a:endParaRPr>
          </a:p>
        </p:txBody>
      </p:sp>
      <p:sp>
        <p:nvSpPr>
          <p:cNvPr id="33798" name="Line 30"/>
          <p:cNvSpPr>
            <a:spLocks noChangeShapeType="1"/>
          </p:cNvSpPr>
          <p:nvPr/>
        </p:nvSpPr>
        <p:spPr bwMode="auto">
          <a:xfrm rot="5400000">
            <a:off x="3565495" y="4004481"/>
            <a:ext cx="3338513" cy="0"/>
          </a:xfrm>
          <a:prstGeom prst="line">
            <a:avLst/>
          </a:prstGeom>
          <a:noFill/>
          <a:ln w="9525">
            <a:solidFill>
              <a:schemeClr val="accent1"/>
            </a:solidFill>
            <a:round/>
            <a:headEnd/>
            <a:tailEnd/>
          </a:ln>
        </p:spPr>
        <p:txBody>
          <a:bodyPr lIns="88600" tIns="44300" rIns="88600" bIns="44300"/>
          <a:lstStyle/>
          <a:p>
            <a:pPr defTabSz="888932"/>
            <a:endParaRPr lang="en-US" dirty="0">
              <a:latin typeface="Arial"/>
            </a:endParaRPr>
          </a:p>
        </p:txBody>
      </p:sp>
      <p:sp>
        <p:nvSpPr>
          <p:cNvPr id="13" name="TextBox 12"/>
          <p:cNvSpPr txBox="1"/>
          <p:nvPr/>
        </p:nvSpPr>
        <p:spPr>
          <a:xfrm>
            <a:off x="919322" y="2204961"/>
            <a:ext cx="755656" cy="735534"/>
          </a:xfrm>
          <a:prstGeom prst="ellipse">
            <a:avLst/>
          </a:prstGeom>
          <a:solidFill>
            <a:srgbClr val="005C87"/>
          </a:solidFill>
        </p:spPr>
        <p:txBody>
          <a:bodyPr wrap="square" lIns="0" tIns="0" rIns="0" bIns="0" rtlCol="0" anchor="ctr">
            <a:noAutofit/>
          </a:bodyPr>
          <a:lstStyle/>
          <a:p>
            <a:pPr algn="ctr" defTabSz="888932"/>
            <a:r>
              <a:rPr lang="en-US" sz="1500" b="1" dirty="0">
                <a:solidFill>
                  <a:srgbClr val="FFFFFF"/>
                </a:solidFill>
                <a:latin typeface="Arial"/>
              </a:rPr>
              <a:t>$</a:t>
            </a:r>
            <a:r>
              <a:rPr lang="en-US" sz="1500" b="1" dirty="0" smtClean="0">
                <a:solidFill>
                  <a:srgbClr val="FFFFFF"/>
                </a:solidFill>
                <a:latin typeface="Arial"/>
              </a:rPr>
              <a:t>120bn</a:t>
            </a:r>
            <a:endParaRPr lang="en-US" sz="1500" b="1" dirty="0">
              <a:solidFill>
                <a:srgbClr val="FFFFFF"/>
              </a:solidFill>
              <a:latin typeface="Arial"/>
            </a:endParaRPr>
          </a:p>
          <a:p>
            <a:pPr algn="ctr" defTabSz="888932"/>
            <a:r>
              <a:rPr lang="en-US" sz="1300" b="1" dirty="0" err="1">
                <a:solidFill>
                  <a:srgbClr val="FFFFFF"/>
                </a:solidFill>
                <a:latin typeface="Arial"/>
              </a:rPr>
              <a:t>YoY</a:t>
            </a:r>
            <a:r>
              <a:rPr lang="en-US" sz="1300" b="1" dirty="0">
                <a:solidFill>
                  <a:srgbClr val="FFFFFF"/>
                </a:solidFill>
                <a:latin typeface="Arial"/>
              </a:rPr>
              <a:t> </a:t>
            </a:r>
            <a:r>
              <a:rPr lang="en-US" sz="1300" b="1" dirty="0" smtClean="0">
                <a:solidFill>
                  <a:srgbClr val="FFFFFF"/>
                </a:solidFill>
                <a:latin typeface="Arial"/>
              </a:rPr>
              <a:t>+11%</a:t>
            </a:r>
            <a:endParaRPr lang="en-US" sz="1300" b="1" dirty="0">
              <a:solidFill>
                <a:srgbClr val="FFFFFF"/>
              </a:solidFill>
              <a:latin typeface="Arial"/>
            </a:endParaRPr>
          </a:p>
          <a:p>
            <a:pPr algn="ctr" defTabSz="888932"/>
            <a:r>
              <a:rPr lang="en-US" sz="1300" b="1" dirty="0" err="1">
                <a:solidFill>
                  <a:srgbClr val="FFFFFF"/>
                </a:solidFill>
                <a:latin typeface="Arial"/>
              </a:rPr>
              <a:t>QoQ</a:t>
            </a:r>
            <a:r>
              <a:rPr lang="en-US" sz="1300" b="1" dirty="0">
                <a:solidFill>
                  <a:srgbClr val="FFFFFF"/>
                </a:solidFill>
                <a:latin typeface="Arial"/>
              </a:rPr>
              <a:t> </a:t>
            </a:r>
            <a:r>
              <a:rPr lang="en-US" sz="1300" b="1" dirty="0" smtClean="0">
                <a:solidFill>
                  <a:srgbClr val="FFFFFF"/>
                </a:solidFill>
                <a:latin typeface="Arial"/>
              </a:rPr>
              <a:t>+7%</a:t>
            </a:r>
            <a:endParaRPr lang="en-GB" sz="1500" b="1" dirty="0">
              <a:solidFill>
                <a:srgbClr val="FFFFFF"/>
              </a:solidFill>
              <a:latin typeface="Arial"/>
            </a:endParaRPr>
          </a:p>
        </p:txBody>
      </p:sp>
      <p:sp>
        <p:nvSpPr>
          <p:cNvPr id="20" name="TextBox 19"/>
          <p:cNvSpPr txBox="1"/>
          <p:nvPr/>
        </p:nvSpPr>
        <p:spPr>
          <a:xfrm>
            <a:off x="3011665" y="4085656"/>
            <a:ext cx="798518" cy="356205"/>
          </a:xfrm>
          <a:prstGeom prst="rect">
            <a:avLst/>
          </a:prstGeom>
          <a:noFill/>
        </p:spPr>
        <p:txBody>
          <a:bodyPr wrap="square" lIns="88600" tIns="44300" rIns="88600" bIns="44300" rtlCol="0">
            <a:spAutoFit/>
          </a:bodyPr>
          <a:lstStyle/>
          <a:p>
            <a:pPr defTabSz="888932"/>
            <a:r>
              <a:rPr lang="en-US" sz="1300" dirty="0">
                <a:latin typeface="Arial"/>
              </a:rPr>
              <a:t>YoY: +</a:t>
            </a:r>
            <a:r>
              <a:rPr lang="en-US" sz="1300" dirty="0" smtClean="0">
                <a:latin typeface="Arial"/>
              </a:rPr>
              <a:t>13%</a:t>
            </a:r>
            <a:endParaRPr lang="en-US" sz="1300" dirty="0">
              <a:latin typeface="Arial"/>
            </a:endParaRPr>
          </a:p>
          <a:p>
            <a:pPr defTabSz="888932"/>
            <a:r>
              <a:rPr lang="en-US" sz="1300" dirty="0">
                <a:latin typeface="Arial"/>
              </a:rPr>
              <a:t>QoQ: </a:t>
            </a:r>
            <a:r>
              <a:rPr lang="en-US" sz="1300" dirty="0" smtClean="0">
                <a:latin typeface="Arial"/>
              </a:rPr>
              <a:t>-1%</a:t>
            </a:r>
            <a:endParaRPr lang="en-GB" sz="1300" dirty="0">
              <a:latin typeface="Arial"/>
            </a:endParaRPr>
          </a:p>
        </p:txBody>
      </p:sp>
      <p:sp>
        <p:nvSpPr>
          <p:cNvPr id="22" name="TextBox 21"/>
          <p:cNvSpPr txBox="1"/>
          <p:nvPr/>
        </p:nvSpPr>
        <p:spPr>
          <a:xfrm>
            <a:off x="1562869" y="5085196"/>
            <a:ext cx="798518" cy="356205"/>
          </a:xfrm>
          <a:prstGeom prst="rect">
            <a:avLst/>
          </a:prstGeom>
          <a:noFill/>
        </p:spPr>
        <p:txBody>
          <a:bodyPr wrap="square" lIns="88600" tIns="44300" rIns="88600" bIns="44300" rtlCol="0">
            <a:spAutoFit/>
          </a:bodyPr>
          <a:lstStyle/>
          <a:p>
            <a:pPr defTabSz="888932"/>
            <a:r>
              <a:rPr lang="en-US" sz="1300" dirty="0">
                <a:latin typeface="Arial"/>
              </a:rPr>
              <a:t>YoY: </a:t>
            </a:r>
            <a:r>
              <a:rPr lang="en-US" sz="1300" dirty="0" smtClean="0">
                <a:latin typeface="Arial"/>
              </a:rPr>
              <a:t>+29%</a:t>
            </a:r>
            <a:endParaRPr lang="en-US" sz="1300" dirty="0">
              <a:latin typeface="Arial"/>
            </a:endParaRPr>
          </a:p>
          <a:p>
            <a:pPr defTabSz="888932"/>
            <a:r>
              <a:rPr lang="en-US" sz="1300" dirty="0">
                <a:latin typeface="Arial"/>
              </a:rPr>
              <a:t>QoQ: </a:t>
            </a:r>
            <a:r>
              <a:rPr lang="en-US" sz="1300" dirty="0" smtClean="0">
                <a:latin typeface="Arial"/>
              </a:rPr>
              <a:t>-6%</a:t>
            </a:r>
            <a:endParaRPr lang="en-GB" sz="1300" dirty="0">
              <a:latin typeface="Arial"/>
            </a:endParaRPr>
          </a:p>
        </p:txBody>
      </p:sp>
      <p:sp>
        <p:nvSpPr>
          <p:cNvPr id="23" name="TextBox 22"/>
          <p:cNvSpPr txBox="1"/>
          <p:nvPr/>
        </p:nvSpPr>
        <p:spPr>
          <a:xfrm>
            <a:off x="1562869" y="5553528"/>
            <a:ext cx="798518" cy="356205"/>
          </a:xfrm>
          <a:prstGeom prst="rect">
            <a:avLst/>
          </a:prstGeom>
          <a:noFill/>
        </p:spPr>
        <p:txBody>
          <a:bodyPr wrap="square" lIns="88600" tIns="44300" rIns="88600" bIns="44300" rtlCol="0">
            <a:spAutoFit/>
          </a:bodyPr>
          <a:lstStyle/>
          <a:p>
            <a:pPr defTabSz="888932"/>
            <a:r>
              <a:rPr lang="en-US" sz="1300" dirty="0">
                <a:latin typeface="Arial"/>
              </a:rPr>
              <a:t>YoY: </a:t>
            </a:r>
            <a:r>
              <a:rPr lang="en-US" sz="1300" dirty="0" smtClean="0">
                <a:latin typeface="Arial"/>
              </a:rPr>
              <a:t>-8%</a:t>
            </a:r>
            <a:endParaRPr lang="en-US" sz="1300" dirty="0">
              <a:latin typeface="Arial"/>
            </a:endParaRPr>
          </a:p>
          <a:p>
            <a:pPr defTabSz="888932"/>
            <a:r>
              <a:rPr lang="en-US" sz="1300" dirty="0">
                <a:latin typeface="Arial"/>
              </a:rPr>
              <a:t>QoQ: </a:t>
            </a:r>
            <a:r>
              <a:rPr lang="en-US" sz="1300" dirty="0" smtClean="0">
                <a:latin typeface="Arial"/>
              </a:rPr>
              <a:t>+4%</a:t>
            </a:r>
            <a:endParaRPr lang="en-GB" sz="1300" dirty="0">
              <a:latin typeface="Arial"/>
            </a:endParaRPr>
          </a:p>
        </p:txBody>
      </p:sp>
      <p:sp>
        <p:nvSpPr>
          <p:cNvPr id="27" name="TextBox 26"/>
          <p:cNvSpPr txBox="1"/>
          <p:nvPr/>
        </p:nvSpPr>
        <p:spPr>
          <a:xfrm>
            <a:off x="3011665" y="3317919"/>
            <a:ext cx="798518" cy="356205"/>
          </a:xfrm>
          <a:prstGeom prst="rect">
            <a:avLst/>
          </a:prstGeom>
          <a:noFill/>
        </p:spPr>
        <p:txBody>
          <a:bodyPr wrap="square" lIns="88600" tIns="44300" rIns="88600" bIns="44300" rtlCol="0">
            <a:spAutoFit/>
          </a:bodyPr>
          <a:lstStyle/>
          <a:p>
            <a:pPr defTabSz="888932"/>
            <a:r>
              <a:rPr lang="en-US" sz="1300" dirty="0">
                <a:latin typeface="Arial"/>
              </a:rPr>
              <a:t>YoY: +12%</a:t>
            </a:r>
          </a:p>
          <a:p>
            <a:pPr defTabSz="888932"/>
            <a:r>
              <a:rPr lang="en-US" sz="1300" dirty="0">
                <a:latin typeface="Arial"/>
              </a:rPr>
              <a:t>QoQ: </a:t>
            </a:r>
            <a:r>
              <a:rPr lang="en-US" sz="1300" dirty="0" smtClean="0">
                <a:latin typeface="Arial"/>
              </a:rPr>
              <a:t>-2</a:t>
            </a:r>
            <a:r>
              <a:rPr lang="en-US" sz="1300" dirty="0">
                <a:latin typeface="Arial"/>
              </a:rPr>
              <a:t>%</a:t>
            </a:r>
            <a:endParaRPr lang="en-GB" sz="1300" dirty="0">
              <a:latin typeface="Arial"/>
            </a:endParaRPr>
          </a:p>
        </p:txBody>
      </p:sp>
      <p:sp>
        <p:nvSpPr>
          <p:cNvPr id="28" name="TextBox 27"/>
          <p:cNvSpPr txBox="1"/>
          <p:nvPr/>
        </p:nvSpPr>
        <p:spPr>
          <a:xfrm>
            <a:off x="3011665" y="4943241"/>
            <a:ext cx="798518" cy="356205"/>
          </a:xfrm>
          <a:prstGeom prst="rect">
            <a:avLst/>
          </a:prstGeom>
          <a:noFill/>
        </p:spPr>
        <p:txBody>
          <a:bodyPr wrap="square" lIns="88600" tIns="44300" rIns="88600" bIns="44300" rtlCol="0">
            <a:spAutoFit/>
          </a:bodyPr>
          <a:lstStyle/>
          <a:p>
            <a:pPr defTabSz="888932"/>
            <a:r>
              <a:rPr lang="en-US" sz="1300" dirty="0">
                <a:latin typeface="Arial"/>
              </a:rPr>
              <a:t>YoY: </a:t>
            </a:r>
            <a:r>
              <a:rPr lang="en-US" sz="1300" dirty="0" smtClean="0">
                <a:latin typeface="Arial"/>
              </a:rPr>
              <a:t>+20%</a:t>
            </a:r>
            <a:endParaRPr lang="en-US" sz="1300" dirty="0">
              <a:latin typeface="Arial"/>
            </a:endParaRPr>
          </a:p>
          <a:p>
            <a:pPr defTabSz="888932"/>
            <a:r>
              <a:rPr lang="en-US" sz="1300" dirty="0">
                <a:latin typeface="Arial"/>
              </a:rPr>
              <a:t>QoQ: </a:t>
            </a:r>
            <a:r>
              <a:rPr lang="en-US" sz="1300" dirty="0" smtClean="0">
                <a:latin typeface="Arial"/>
              </a:rPr>
              <a:t>+8%</a:t>
            </a:r>
            <a:endParaRPr lang="en-GB" sz="1300" dirty="0">
              <a:latin typeface="Arial"/>
            </a:endParaRPr>
          </a:p>
        </p:txBody>
      </p:sp>
      <p:sp>
        <p:nvSpPr>
          <p:cNvPr id="30" name="TextBox 29"/>
          <p:cNvSpPr txBox="1"/>
          <p:nvPr/>
        </p:nvSpPr>
        <p:spPr>
          <a:xfrm>
            <a:off x="3011665" y="5571852"/>
            <a:ext cx="798518" cy="356205"/>
          </a:xfrm>
          <a:prstGeom prst="rect">
            <a:avLst/>
          </a:prstGeom>
          <a:noFill/>
        </p:spPr>
        <p:txBody>
          <a:bodyPr wrap="square" lIns="88600" tIns="44300" rIns="88600" bIns="44300" rtlCol="0">
            <a:spAutoFit/>
          </a:bodyPr>
          <a:lstStyle/>
          <a:p>
            <a:pPr defTabSz="888932"/>
            <a:r>
              <a:rPr lang="en-US" sz="1300" dirty="0">
                <a:latin typeface="Arial"/>
              </a:rPr>
              <a:t>YoY: </a:t>
            </a:r>
            <a:r>
              <a:rPr lang="en-US" sz="1300" dirty="0" smtClean="0">
                <a:latin typeface="Arial"/>
              </a:rPr>
              <a:t>+25%</a:t>
            </a:r>
            <a:endParaRPr lang="en-US" sz="1300" dirty="0">
              <a:latin typeface="Arial"/>
            </a:endParaRPr>
          </a:p>
          <a:p>
            <a:pPr defTabSz="888932"/>
            <a:r>
              <a:rPr lang="en-US" sz="1300" dirty="0">
                <a:latin typeface="Arial"/>
              </a:rPr>
              <a:t>QoQ: </a:t>
            </a:r>
            <a:r>
              <a:rPr lang="en-US" sz="1300" dirty="0" smtClean="0">
                <a:latin typeface="Arial"/>
              </a:rPr>
              <a:t>+18%</a:t>
            </a:r>
            <a:endParaRPr lang="en-GB" sz="1300" dirty="0">
              <a:latin typeface="Arial"/>
            </a:endParaRPr>
          </a:p>
        </p:txBody>
      </p:sp>
      <p:sp>
        <p:nvSpPr>
          <p:cNvPr id="32" name="TextBox 31"/>
          <p:cNvSpPr txBox="1"/>
          <p:nvPr/>
        </p:nvSpPr>
        <p:spPr>
          <a:xfrm>
            <a:off x="1562869" y="3875962"/>
            <a:ext cx="798518" cy="356205"/>
          </a:xfrm>
          <a:prstGeom prst="rect">
            <a:avLst/>
          </a:prstGeom>
          <a:noFill/>
        </p:spPr>
        <p:txBody>
          <a:bodyPr wrap="square" lIns="88600" tIns="44300" rIns="88600" bIns="44300" rtlCol="0">
            <a:spAutoFit/>
          </a:bodyPr>
          <a:lstStyle/>
          <a:p>
            <a:pPr defTabSz="888932"/>
            <a:r>
              <a:rPr lang="en-US" sz="1300" dirty="0">
                <a:latin typeface="Arial"/>
              </a:rPr>
              <a:t>YoY: </a:t>
            </a:r>
            <a:r>
              <a:rPr lang="en-US" sz="1300" dirty="0" smtClean="0">
                <a:latin typeface="Arial"/>
              </a:rPr>
              <a:t>+13%</a:t>
            </a:r>
            <a:endParaRPr lang="en-US" sz="1300" dirty="0">
              <a:latin typeface="Arial"/>
            </a:endParaRPr>
          </a:p>
          <a:p>
            <a:pPr defTabSz="888932"/>
            <a:r>
              <a:rPr lang="en-US" sz="1300" dirty="0">
                <a:latin typeface="Arial"/>
              </a:rPr>
              <a:t>QoQ: </a:t>
            </a:r>
            <a:r>
              <a:rPr lang="en-US" sz="1300" dirty="0" smtClean="0">
                <a:latin typeface="Arial"/>
              </a:rPr>
              <a:t>+10%</a:t>
            </a:r>
            <a:endParaRPr lang="en-GB" sz="1300" dirty="0">
              <a:latin typeface="Arial"/>
            </a:endParaRPr>
          </a:p>
        </p:txBody>
      </p:sp>
      <p:sp>
        <p:nvSpPr>
          <p:cNvPr id="39" name="TextBox 38"/>
          <p:cNvSpPr txBox="1"/>
          <p:nvPr/>
        </p:nvSpPr>
        <p:spPr>
          <a:xfrm>
            <a:off x="1387856" y="5793589"/>
            <a:ext cx="296863" cy="146837"/>
          </a:xfrm>
          <a:prstGeom prst="rect">
            <a:avLst/>
          </a:prstGeom>
          <a:noFill/>
        </p:spPr>
        <p:txBody>
          <a:bodyPr wrap="square" lIns="88600" tIns="44300" rIns="88600" bIns="44300" rtlCol="0">
            <a:noAutofit/>
          </a:bodyPr>
          <a:lstStyle/>
          <a:p>
            <a:pPr defTabSz="888932"/>
            <a:r>
              <a:rPr lang="en-US" sz="800" b="1" baseline="30000" dirty="0">
                <a:solidFill>
                  <a:srgbClr val="005C87"/>
                </a:solidFill>
                <a:latin typeface="Arial"/>
              </a:rPr>
              <a:t>2</a:t>
            </a:r>
            <a:endParaRPr lang="en-GB" sz="800" b="1" baseline="30000" dirty="0">
              <a:solidFill>
                <a:srgbClr val="005C87"/>
              </a:solidFill>
              <a:latin typeface="Arial"/>
            </a:endParaRPr>
          </a:p>
        </p:txBody>
      </p:sp>
      <p:sp>
        <p:nvSpPr>
          <p:cNvPr id="41" name="TextBox 40"/>
          <p:cNvSpPr txBox="1"/>
          <p:nvPr/>
        </p:nvSpPr>
        <p:spPr>
          <a:xfrm>
            <a:off x="2937564" y="1367253"/>
            <a:ext cx="296863" cy="146837"/>
          </a:xfrm>
          <a:prstGeom prst="rect">
            <a:avLst/>
          </a:prstGeom>
          <a:noFill/>
        </p:spPr>
        <p:txBody>
          <a:bodyPr wrap="square" lIns="88600" tIns="44300" rIns="88600" bIns="44300" rtlCol="0">
            <a:noAutofit/>
          </a:bodyPr>
          <a:lstStyle/>
          <a:p>
            <a:pPr defTabSz="888932"/>
            <a:r>
              <a:rPr lang="en-US" sz="800" b="1" baseline="30000" dirty="0">
                <a:solidFill>
                  <a:srgbClr val="005C87"/>
                </a:solidFill>
                <a:latin typeface="Arial"/>
              </a:rPr>
              <a:t>1</a:t>
            </a:r>
            <a:endParaRPr lang="en-GB" sz="800" b="1" baseline="30000" dirty="0">
              <a:solidFill>
                <a:srgbClr val="005C87"/>
              </a:solidFill>
              <a:latin typeface="Arial"/>
            </a:endParaRPr>
          </a:p>
        </p:txBody>
      </p:sp>
      <p:sp>
        <p:nvSpPr>
          <p:cNvPr id="36" name="TextBox 35"/>
          <p:cNvSpPr txBox="1"/>
          <p:nvPr/>
        </p:nvSpPr>
        <p:spPr>
          <a:xfrm>
            <a:off x="2314295" y="2180437"/>
            <a:ext cx="755656" cy="735534"/>
          </a:xfrm>
          <a:prstGeom prst="ellipse">
            <a:avLst/>
          </a:prstGeom>
          <a:solidFill>
            <a:srgbClr val="005C87"/>
          </a:solidFill>
        </p:spPr>
        <p:txBody>
          <a:bodyPr wrap="square" lIns="0" tIns="0" rIns="0" bIns="0" rtlCol="0" anchor="ctr">
            <a:noAutofit/>
          </a:bodyPr>
          <a:lstStyle/>
          <a:p>
            <a:pPr algn="ctr" defTabSz="888932"/>
            <a:r>
              <a:rPr lang="en-US" sz="1500" b="1" dirty="0">
                <a:solidFill>
                  <a:srgbClr val="FFFFFF"/>
                </a:solidFill>
                <a:latin typeface="Arial"/>
              </a:rPr>
              <a:t>$</a:t>
            </a:r>
            <a:r>
              <a:rPr lang="en-US" sz="1500" b="1" dirty="0" smtClean="0">
                <a:solidFill>
                  <a:srgbClr val="FFFFFF"/>
                </a:solidFill>
                <a:latin typeface="Arial"/>
              </a:rPr>
              <a:t>428bn</a:t>
            </a:r>
            <a:endParaRPr lang="en-US" sz="1500" b="1" dirty="0">
              <a:solidFill>
                <a:srgbClr val="FFFFFF"/>
              </a:solidFill>
              <a:latin typeface="Arial"/>
            </a:endParaRPr>
          </a:p>
          <a:p>
            <a:pPr algn="ctr" defTabSz="888932"/>
            <a:r>
              <a:rPr lang="en-US" sz="1300" b="1" dirty="0" err="1">
                <a:solidFill>
                  <a:srgbClr val="FFFFFF"/>
                </a:solidFill>
                <a:latin typeface="Arial"/>
              </a:rPr>
              <a:t>YoY</a:t>
            </a:r>
            <a:r>
              <a:rPr lang="en-US" sz="1300" b="1" dirty="0">
                <a:solidFill>
                  <a:srgbClr val="FFFFFF"/>
                </a:solidFill>
                <a:latin typeface="Arial"/>
              </a:rPr>
              <a:t> +</a:t>
            </a:r>
            <a:r>
              <a:rPr lang="en-US" sz="1300" b="1" dirty="0" smtClean="0">
                <a:solidFill>
                  <a:srgbClr val="FFFFFF"/>
                </a:solidFill>
                <a:latin typeface="Arial"/>
              </a:rPr>
              <a:t>16%</a:t>
            </a:r>
            <a:endParaRPr lang="en-US" sz="1300" b="1" dirty="0">
              <a:solidFill>
                <a:srgbClr val="FFFFFF"/>
              </a:solidFill>
              <a:latin typeface="Arial"/>
            </a:endParaRPr>
          </a:p>
          <a:p>
            <a:pPr algn="ctr" defTabSz="888932"/>
            <a:r>
              <a:rPr lang="en-US" sz="1300" b="1" dirty="0" err="1">
                <a:solidFill>
                  <a:srgbClr val="FFFFFF"/>
                </a:solidFill>
                <a:latin typeface="Arial"/>
              </a:rPr>
              <a:t>QoQ</a:t>
            </a:r>
            <a:r>
              <a:rPr lang="en-US" sz="1300" b="1" dirty="0">
                <a:solidFill>
                  <a:srgbClr val="FFFFFF"/>
                </a:solidFill>
                <a:latin typeface="Arial"/>
              </a:rPr>
              <a:t> </a:t>
            </a:r>
            <a:r>
              <a:rPr lang="en-US" sz="1300" b="1" dirty="0" smtClean="0">
                <a:solidFill>
                  <a:srgbClr val="FFFFFF"/>
                </a:solidFill>
                <a:latin typeface="Arial"/>
              </a:rPr>
              <a:t>+3%</a:t>
            </a:r>
            <a:endParaRPr lang="en-GB" sz="1500" b="1" dirty="0">
              <a:solidFill>
                <a:srgbClr val="FFFFFF"/>
              </a:solidFill>
              <a:latin typeface="Arial"/>
            </a:endParaRPr>
          </a:p>
        </p:txBody>
      </p:sp>
      <p:sp>
        <p:nvSpPr>
          <p:cNvPr id="37" name="TextBox 36"/>
          <p:cNvSpPr txBox="1"/>
          <p:nvPr/>
        </p:nvSpPr>
        <p:spPr>
          <a:xfrm>
            <a:off x="3712252" y="2180437"/>
            <a:ext cx="755656" cy="735534"/>
          </a:xfrm>
          <a:prstGeom prst="ellipse">
            <a:avLst/>
          </a:prstGeom>
          <a:solidFill>
            <a:srgbClr val="005C87"/>
          </a:solidFill>
        </p:spPr>
        <p:txBody>
          <a:bodyPr wrap="square" lIns="0" tIns="0" rIns="0" bIns="0" rtlCol="0" anchor="ctr">
            <a:noAutofit/>
          </a:bodyPr>
          <a:lstStyle/>
          <a:p>
            <a:pPr algn="ctr" defTabSz="888932"/>
            <a:r>
              <a:rPr lang="en-US" sz="1500" b="1" dirty="0" smtClean="0">
                <a:solidFill>
                  <a:srgbClr val="FFFFFF"/>
                </a:solidFill>
                <a:latin typeface="Arial"/>
              </a:rPr>
              <a:t>$268bn</a:t>
            </a:r>
            <a:endParaRPr lang="en-US" sz="1500" b="1" dirty="0">
              <a:solidFill>
                <a:srgbClr val="FFFFFF"/>
              </a:solidFill>
              <a:latin typeface="Arial"/>
            </a:endParaRPr>
          </a:p>
          <a:p>
            <a:pPr algn="ctr" defTabSz="888932"/>
            <a:r>
              <a:rPr lang="en-US" sz="1300" b="1" dirty="0" err="1">
                <a:solidFill>
                  <a:srgbClr val="FFFFFF"/>
                </a:solidFill>
                <a:latin typeface="Arial"/>
              </a:rPr>
              <a:t>YoY</a:t>
            </a:r>
            <a:r>
              <a:rPr lang="en-US" sz="1300" b="1" dirty="0">
                <a:solidFill>
                  <a:srgbClr val="FFFFFF"/>
                </a:solidFill>
                <a:latin typeface="Arial"/>
              </a:rPr>
              <a:t> +</a:t>
            </a:r>
            <a:r>
              <a:rPr lang="en-US" sz="1300" b="1" dirty="0" smtClean="0">
                <a:solidFill>
                  <a:srgbClr val="FFFFFF"/>
                </a:solidFill>
                <a:latin typeface="Arial"/>
              </a:rPr>
              <a:t>11%</a:t>
            </a:r>
            <a:endParaRPr lang="en-US" sz="1300" b="1" dirty="0">
              <a:solidFill>
                <a:srgbClr val="FFFFFF"/>
              </a:solidFill>
              <a:latin typeface="Arial"/>
            </a:endParaRPr>
          </a:p>
          <a:p>
            <a:pPr algn="ctr" defTabSz="888932"/>
            <a:r>
              <a:rPr lang="en-US" sz="1300" b="1" dirty="0" err="1">
                <a:solidFill>
                  <a:srgbClr val="FFFFFF"/>
                </a:solidFill>
                <a:latin typeface="Arial"/>
              </a:rPr>
              <a:t>QoQ</a:t>
            </a:r>
            <a:r>
              <a:rPr lang="en-US" sz="1300" b="1" dirty="0">
                <a:solidFill>
                  <a:srgbClr val="FFFFFF"/>
                </a:solidFill>
                <a:latin typeface="Arial"/>
              </a:rPr>
              <a:t> </a:t>
            </a:r>
            <a:r>
              <a:rPr lang="en-US" sz="1300" b="1" dirty="0" smtClean="0">
                <a:solidFill>
                  <a:srgbClr val="FFFFFF"/>
                </a:solidFill>
                <a:latin typeface="Arial"/>
              </a:rPr>
              <a:t>+6%</a:t>
            </a:r>
            <a:endParaRPr lang="en-GB" sz="1500" b="1" dirty="0">
              <a:solidFill>
                <a:srgbClr val="FFFFFF"/>
              </a:solidFill>
              <a:latin typeface="Arial"/>
            </a:endParaRPr>
          </a:p>
        </p:txBody>
      </p:sp>
      <p:sp>
        <p:nvSpPr>
          <p:cNvPr id="40" name="Text Box 144"/>
          <p:cNvSpPr txBox="1">
            <a:spLocks noChangeArrowheads="1"/>
          </p:cNvSpPr>
          <p:nvPr/>
        </p:nvSpPr>
        <p:spPr bwMode="auto">
          <a:xfrm>
            <a:off x="1452770" y="6841003"/>
            <a:ext cx="5189537" cy="597313"/>
          </a:xfrm>
          <a:prstGeom prst="rect">
            <a:avLst/>
          </a:prstGeom>
          <a:noFill/>
          <a:ln w="9525">
            <a:noFill/>
            <a:miter lim="800000"/>
            <a:headEnd/>
            <a:tailEnd/>
          </a:ln>
        </p:spPr>
        <p:txBody>
          <a:bodyPr wrap="square" lIns="88616" tIns="44308" rIns="88616" bIns="44308" anchor="b">
            <a:spAutoFit/>
          </a:bodyPr>
          <a:lstStyle/>
          <a:p>
            <a:pPr defTabSz="889088">
              <a:spcBef>
                <a:spcPct val="50000"/>
              </a:spcBef>
            </a:pPr>
            <a:r>
              <a:rPr lang="en-GB" sz="600" baseline="0" dirty="0">
                <a:latin typeface="Arial"/>
              </a:rPr>
              <a:t>Sources: Company reports, WB </a:t>
            </a:r>
            <a:r>
              <a:rPr lang="en-GB" sz="600" baseline="0" dirty="0" smtClean="0">
                <a:latin typeface="Arial"/>
              </a:rPr>
              <a:t>Performance Management Analysis. </a:t>
            </a:r>
            <a:r>
              <a:rPr lang="en-GB" sz="600" baseline="0" dirty="0">
                <a:latin typeface="Arial"/>
              </a:rPr>
              <a:t>SCB figures on management basis. </a:t>
            </a:r>
          </a:p>
          <a:p>
            <a:pPr defTabSz="889088">
              <a:spcBef>
                <a:spcPct val="50000"/>
              </a:spcBef>
            </a:pPr>
            <a:r>
              <a:rPr lang="en-US" sz="600" baseline="30000" dirty="0">
                <a:latin typeface="Arial"/>
              </a:rPr>
              <a:t>1</a:t>
            </a:r>
            <a:r>
              <a:rPr lang="en-US" sz="600" dirty="0">
                <a:latin typeface="Arial"/>
              </a:rPr>
              <a:t> </a:t>
            </a:r>
            <a:r>
              <a:rPr lang="en-US" sz="600" baseline="0" dirty="0">
                <a:latin typeface="Arial"/>
              </a:rPr>
              <a:t>Average liability balances of Transaction Banking division and where regional split is available</a:t>
            </a:r>
          </a:p>
          <a:p>
            <a:pPr defTabSz="889088">
              <a:spcBef>
                <a:spcPct val="50000"/>
              </a:spcBef>
            </a:pPr>
            <a:r>
              <a:rPr lang="en-US" sz="600" baseline="30000" dirty="0">
                <a:latin typeface="Arial"/>
              </a:rPr>
              <a:t>2</a:t>
            </a:r>
            <a:r>
              <a:rPr lang="en-US" sz="600" baseline="0" dirty="0">
                <a:latin typeface="Arial"/>
              </a:rPr>
              <a:t> Latin America balances are included in North </a:t>
            </a:r>
            <a:r>
              <a:rPr lang="en-US" sz="600" baseline="0" dirty="0" smtClean="0">
                <a:latin typeface="Arial"/>
              </a:rPr>
              <a:t>America</a:t>
            </a:r>
          </a:p>
          <a:p>
            <a:pPr defTabSz="889088">
              <a:spcBef>
                <a:spcPct val="50000"/>
              </a:spcBef>
            </a:pPr>
            <a:r>
              <a:rPr lang="en-US" sz="600" baseline="30000" dirty="0" smtClean="0">
                <a:latin typeface="Arial"/>
              </a:rPr>
              <a:t>3</a:t>
            </a:r>
            <a:r>
              <a:rPr lang="en-US" sz="600" dirty="0" smtClean="0">
                <a:latin typeface="Arial"/>
              </a:rPr>
              <a:t> </a:t>
            </a:r>
            <a:r>
              <a:rPr lang="en-US" sz="600" baseline="0" dirty="0" smtClean="0">
                <a:latin typeface="Arial"/>
              </a:rPr>
              <a:t>Q4’12 data point not disclosed in FY’12 results announcement</a:t>
            </a:r>
            <a:endParaRPr lang="en-GB" sz="600" baseline="0" dirty="0">
              <a:latin typeface="Arial"/>
            </a:endParaRPr>
          </a:p>
        </p:txBody>
      </p:sp>
      <p:sp>
        <p:nvSpPr>
          <p:cNvPr id="42" name="TextBox 5"/>
          <p:cNvSpPr txBox="1"/>
          <p:nvPr/>
        </p:nvSpPr>
        <p:spPr>
          <a:xfrm>
            <a:off x="9798723" y="2981298"/>
            <a:ext cx="991994" cy="585184"/>
          </a:xfrm>
          <a:prstGeom prst="rect">
            <a:avLst/>
          </a:prstGeom>
          <a:noFill/>
        </p:spPr>
        <p:style>
          <a:lnRef idx="0">
            <a:scrgbClr r="0" g="0" b="0"/>
          </a:lnRef>
          <a:fillRef idx="0">
            <a:scrgbClr r="0" g="0" b="0"/>
          </a:fillRef>
          <a:effectRef idx="0">
            <a:scrgbClr r="0" g="0" b="0"/>
          </a:effectRef>
          <a:fontRef idx="minor">
            <a:schemeClr val="tx1"/>
          </a:fontRef>
        </p:style>
        <p:txBody>
          <a:bodyPr wrap="square" lIns="101763" tIns="50875" rIns="101763" bIns="50875"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defTabSz="1016884" fontAlgn="auto">
              <a:spcBef>
                <a:spcPts val="0"/>
              </a:spcBef>
              <a:spcAft>
                <a:spcPts val="0"/>
              </a:spcAft>
            </a:pPr>
            <a:r>
              <a:rPr lang="en-GB" sz="1000" b="1" baseline="0" dirty="0" err="1">
                <a:solidFill>
                  <a:srgbClr val="005C87"/>
                </a:solidFill>
                <a:cs typeface="Arial" pitchFamily="34" charset="0"/>
              </a:rPr>
              <a:t>Citi</a:t>
            </a:r>
            <a:endParaRPr lang="en-GB" sz="1000" b="1" baseline="0" dirty="0">
              <a:solidFill>
                <a:srgbClr val="005C87"/>
              </a:solidFill>
              <a:cs typeface="Arial" pitchFamily="34" charset="0"/>
            </a:endParaRPr>
          </a:p>
          <a:p>
            <a:pPr defTabSz="1016884" fontAlgn="auto">
              <a:spcBef>
                <a:spcPts val="0"/>
              </a:spcBef>
              <a:spcAft>
                <a:spcPts val="0"/>
              </a:spcAft>
            </a:pPr>
            <a:r>
              <a:rPr lang="en-GB" sz="1000" baseline="0" dirty="0" err="1">
                <a:solidFill>
                  <a:srgbClr val="005C87"/>
                </a:solidFill>
                <a:cs typeface="Arial" pitchFamily="34" charset="0"/>
              </a:rPr>
              <a:t>YoY</a:t>
            </a:r>
            <a:r>
              <a:rPr lang="en-GB" sz="1000" baseline="0" dirty="0">
                <a:solidFill>
                  <a:srgbClr val="005C87"/>
                </a:solidFill>
                <a:cs typeface="Arial" pitchFamily="34" charset="0"/>
              </a:rPr>
              <a:t> +12% </a:t>
            </a:r>
          </a:p>
          <a:p>
            <a:pPr defTabSz="1016884" fontAlgn="auto">
              <a:spcBef>
                <a:spcPts val="0"/>
              </a:spcBef>
              <a:spcAft>
                <a:spcPts val="0"/>
              </a:spcAft>
            </a:pPr>
            <a:r>
              <a:rPr lang="en-GB" sz="1000" baseline="0" dirty="0" err="1">
                <a:solidFill>
                  <a:srgbClr val="005C87"/>
                </a:solidFill>
                <a:cs typeface="Arial" pitchFamily="34" charset="0"/>
              </a:rPr>
              <a:t>QoQ</a:t>
            </a:r>
            <a:r>
              <a:rPr lang="en-GB" sz="1000" baseline="0" dirty="0">
                <a:solidFill>
                  <a:srgbClr val="005C87"/>
                </a:solidFill>
                <a:cs typeface="Arial" pitchFamily="34" charset="0"/>
              </a:rPr>
              <a:t> -2%</a:t>
            </a:r>
          </a:p>
        </p:txBody>
      </p:sp>
      <p:sp>
        <p:nvSpPr>
          <p:cNvPr id="43" name="TextBox 6"/>
          <p:cNvSpPr txBox="1"/>
          <p:nvPr/>
        </p:nvSpPr>
        <p:spPr>
          <a:xfrm>
            <a:off x="9798723" y="4022041"/>
            <a:ext cx="991994" cy="585184"/>
          </a:xfrm>
          <a:prstGeom prst="rect">
            <a:avLst/>
          </a:prstGeom>
          <a:noFill/>
        </p:spPr>
        <p:style>
          <a:lnRef idx="0">
            <a:scrgbClr r="0" g="0" b="0"/>
          </a:lnRef>
          <a:fillRef idx="0">
            <a:scrgbClr r="0" g="0" b="0"/>
          </a:fillRef>
          <a:effectRef idx="0">
            <a:scrgbClr r="0" g="0" b="0"/>
          </a:effectRef>
          <a:fontRef idx="minor">
            <a:schemeClr val="tx1"/>
          </a:fontRef>
        </p:style>
        <p:txBody>
          <a:bodyPr wrap="square" lIns="101763" tIns="50875" rIns="101763" bIns="50875"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defTabSz="1016884" fontAlgn="auto">
              <a:spcBef>
                <a:spcPts val="0"/>
              </a:spcBef>
              <a:spcAft>
                <a:spcPts val="0"/>
              </a:spcAft>
            </a:pPr>
            <a:r>
              <a:rPr lang="en-GB" sz="1000" b="1" baseline="0" dirty="0">
                <a:solidFill>
                  <a:srgbClr val="005C87"/>
                </a:solidFill>
                <a:cs typeface="Arial" pitchFamily="34" charset="0"/>
              </a:rPr>
              <a:t>SCB</a:t>
            </a:r>
          </a:p>
          <a:p>
            <a:pPr defTabSz="1016884" fontAlgn="auto">
              <a:spcBef>
                <a:spcPts val="0"/>
              </a:spcBef>
              <a:spcAft>
                <a:spcPts val="0"/>
              </a:spcAft>
            </a:pPr>
            <a:r>
              <a:rPr lang="en-GB" sz="1000" baseline="0" dirty="0" err="1">
                <a:solidFill>
                  <a:srgbClr val="005C87"/>
                </a:solidFill>
                <a:cs typeface="Arial" pitchFamily="34" charset="0"/>
              </a:rPr>
              <a:t>YoY</a:t>
            </a:r>
            <a:r>
              <a:rPr lang="en-GB" sz="1000" baseline="0" dirty="0">
                <a:solidFill>
                  <a:srgbClr val="005C87"/>
                </a:solidFill>
                <a:cs typeface="Arial" pitchFamily="34" charset="0"/>
              </a:rPr>
              <a:t> 13% </a:t>
            </a:r>
          </a:p>
          <a:p>
            <a:pPr defTabSz="1016884" fontAlgn="auto">
              <a:spcBef>
                <a:spcPts val="0"/>
              </a:spcBef>
              <a:spcAft>
                <a:spcPts val="0"/>
              </a:spcAft>
            </a:pPr>
            <a:r>
              <a:rPr lang="en-GB" sz="1000" baseline="0" dirty="0" err="1">
                <a:solidFill>
                  <a:srgbClr val="005C87"/>
                </a:solidFill>
                <a:cs typeface="Arial" pitchFamily="34" charset="0"/>
              </a:rPr>
              <a:t>QoQ</a:t>
            </a:r>
            <a:r>
              <a:rPr lang="en-GB" sz="1000" baseline="0" dirty="0">
                <a:solidFill>
                  <a:srgbClr val="005C87"/>
                </a:solidFill>
                <a:cs typeface="Arial" pitchFamily="34" charset="0"/>
              </a:rPr>
              <a:t> </a:t>
            </a:r>
            <a:r>
              <a:rPr lang="en-GB" sz="1000" baseline="0" dirty="0" smtClean="0">
                <a:solidFill>
                  <a:srgbClr val="005C87"/>
                </a:solidFill>
                <a:cs typeface="Arial" pitchFamily="34" charset="0"/>
              </a:rPr>
              <a:t>10%</a:t>
            </a:r>
            <a:endParaRPr lang="en-GB" sz="1000" baseline="0" dirty="0">
              <a:solidFill>
                <a:srgbClr val="005C87"/>
              </a:solidFill>
              <a:cs typeface="Arial" pitchFamily="34" charset="0"/>
            </a:endParaRPr>
          </a:p>
        </p:txBody>
      </p:sp>
      <p:sp>
        <p:nvSpPr>
          <p:cNvPr id="44" name="TextBox 7"/>
          <p:cNvSpPr txBox="1"/>
          <p:nvPr/>
        </p:nvSpPr>
        <p:spPr>
          <a:xfrm>
            <a:off x="9798723" y="4722791"/>
            <a:ext cx="991994" cy="585184"/>
          </a:xfrm>
          <a:prstGeom prst="rect">
            <a:avLst/>
          </a:prstGeom>
          <a:noFill/>
        </p:spPr>
        <p:style>
          <a:lnRef idx="0">
            <a:scrgbClr r="0" g="0" b="0"/>
          </a:lnRef>
          <a:fillRef idx="0">
            <a:scrgbClr r="0" g="0" b="0"/>
          </a:fillRef>
          <a:effectRef idx="0">
            <a:scrgbClr r="0" g="0" b="0"/>
          </a:effectRef>
          <a:fontRef idx="minor">
            <a:schemeClr val="tx1"/>
          </a:fontRef>
        </p:style>
        <p:txBody>
          <a:bodyPr wrap="square" lIns="101763" tIns="50875" rIns="101763" bIns="50875"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defTabSz="1016884" fontAlgn="auto">
              <a:spcBef>
                <a:spcPts val="0"/>
              </a:spcBef>
              <a:spcAft>
                <a:spcPts val="0"/>
              </a:spcAft>
            </a:pPr>
            <a:r>
              <a:rPr lang="en-GB" sz="1000" b="1" baseline="0" dirty="0" smtClean="0">
                <a:solidFill>
                  <a:srgbClr val="005C87"/>
                </a:solidFill>
                <a:cs typeface="Arial" pitchFamily="34" charset="0"/>
              </a:rPr>
              <a:t>JPMC </a:t>
            </a:r>
            <a:r>
              <a:rPr lang="en-GB" sz="1000" b="1" baseline="30000" dirty="0" smtClean="0">
                <a:solidFill>
                  <a:srgbClr val="005C87"/>
                </a:solidFill>
                <a:cs typeface="Arial" pitchFamily="34" charset="0"/>
              </a:rPr>
              <a:t>3</a:t>
            </a:r>
            <a:endParaRPr lang="en-GB" sz="1000" baseline="30000" dirty="0">
              <a:solidFill>
                <a:srgbClr val="005C87"/>
              </a:solidFill>
              <a:cs typeface="Arial"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5458" name="Picture 2"/>
          <p:cNvPicPr>
            <a:picLocks noChangeAspect="1" noChangeArrowheads="1"/>
          </p:cNvPicPr>
          <p:nvPr/>
        </p:nvPicPr>
        <p:blipFill>
          <a:blip r:embed="rId3" cstate="print"/>
          <a:srcRect/>
          <a:stretch>
            <a:fillRect/>
          </a:stretch>
        </p:blipFill>
        <p:spPr bwMode="auto">
          <a:xfrm>
            <a:off x="249423" y="1509249"/>
            <a:ext cx="6667500" cy="2228850"/>
          </a:xfrm>
          <a:prstGeom prst="rect">
            <a:avLst/>
          </a:prstGeom>
          <a:noFill/>
          <a:ln w="9525">
            <a:noFill/>
            <a:miter lim="800000"/>
            <a:headEnd/>
            <a:tailEnd/>
          </a:ln>
          <a:effectLst/>
        </p:spPr>
      </p:pic>
      <p:pic>
        <p:nvPicPr>
          <p:cNvPr id="2050" name="Picture 2"/>
          <p:cNvPicPr>
            <a:picLocks noChangeAspect="1" noChangeArrowheads="1"/>
          </p:cNvPicPr>
          <p:nvPr/>
        </p:nvPicPr>
        <p:blipFill>
          <a:blip r:embed="rId4" cstate="print"/>
          <a:srcRect/>
          <a:stretch>
            <a:fillRect/>
          </a:stretch>
        </p:blipFill>
        <p:spPr bwMode="auto">
          <a:xfrm>
            <a:off x="249419" y="4789148"/>
            <a:ext cx="6627960" cy="2004119"/>
          </a:xfrm>
          <a:prstGeom prst="rect">
            <a:avLst/>
          </a:prstGeom>
          <a:noFill/>
          <a:ln w="9525">
            <a:noFill/>
            <a:miter lim="800000"/>
            <a:headEnd/>
            <a:tailEnd/>
          </a:ln>
          <a:effectLst/>
        </p:spPr>
      </p:pic>
      <p:sp>
        <p:nvSpPr>
          <p:cNvPr id="14337" name="Rectangle 2"/>
          <p:cNvSpPr>
            <a:spLocks noGrp="1" noChangeArrowheads="1"/>
          </p:cNvSpPr>
          <p:nvPr>
            <p:ph type="title" idx="4294967295"/>
          </p:nvPr>
        </p:nvSpPr>
        <p:spPr>
          <a:xfrm>
            <a:off x="354551" y="367562"/>
            <a:ext cx="9869117" cy="588098"/>
          </a:xfrm>
        </p:spPr>
        <p:txBody>
          <a:bodyPr tIns="51916" rIns="103831" bIns="51916"/>
          <a:lstStyle/>
          <a:p>
            <a:pPr defTabSz="1035651" eaLnBrk="1" hangingPunct="1">
              <a:defRPr/>
            </a:pPr>
            <a:r>
              <a:rPr lang="en-US" sz="2200" dirty="0" smtClean="0">
                <a:latin typeface="Arial"/>
                <a:ea typeface="+mn-ea"/>
                <a:cs typeface="Arial" charset="0"/>
              </a:rPr>
              <a:t>JPMC +11% </a:t>
            </a:r>
            <a:r>
              <a:rPr lang="en-US" sz="2200" dirty="0" err="1" smtClean="0">
                <a:latin typeface="Arial"/>
                <a:ea typeface="+mn-ea"/>
                <a:cs typeface="Arial" charset="0"/>
              </a:rPr>
              <a:t>YoY</a:t>
            </a:r>
            <a:r>
              <a:rPr lang="en-US" sz="2200" dirty="0" smtClean="0">
                <a:latin typeface="Arial"/>
                <a:ea typeface="+mn-ea"/>
                <a:cs typeface="Arial" charset="0"/>
              </a:rPr>
              <a:t> increase in FY’12 income reflects 10 consecutive quarters of increased loan balances</a:t>
            </a:r>
          </a:p>
        </p:txBody>
      </p:sp>
      <p:sp>
        <p:nvSpPr>
          <p:cNvPr id="13" name="Line 30"/>
          <p:cNvSpPr>
            <a:spLocks noChangeShapeType="1"/>
          </p:cNvSpPr>
          <p:nvPr/>
        </p:nvSpPr>
        <p:spPr bwMode="auto">
          <a:xfrm>
            <a:off x="449426" y="4354794"/>
            <a:ext cx="6126845" cy="0"/>
          </a:xfrm>
          <a:prstGeom prst="line">
            <a:avLst/>
          </a:prstGeom>
          <a:noFill/>
          <a:ln w="9525">
            <a:solidFill>
              <a:schemeClr val="accent1"/>
            </a:solidFill>
            <a:round/>
            <a:headEnd/>
            <a:tailEnd/>
          </a:ln>
        </p:spPr>
        <p:txBody>
          <a:bodyPr lIns="103868" tIns="51934" rIns="103868" bIns="51934"/>
          <a:lstStyle/>
          <a:p>
            <a:endParaRPr lang="en-US" sz="2100" baseline="0" dirty="0">
              <a:solidFill>
                <a:srgbClr val="005C87"/>
              </a:solidFill>
            </a:endParaRPr>
          </a:p>
        </p:txBody>
      </p:sp>
      <p:sp>
        <p:nvSpPr>
          <p:cNvPr id="26" name="TextBox 25"/>
          <p:cNvSpPr txBox="1"/>
          <p:nvPr/>
        </p:nvSpPr>
        <p:spPr>
          <a:xfrm>
            <a:off x="5894861" y="3561329"/>
            <a:ext cx="881741" cy="292018"/>
          </a:xfrm>
          <a:prstGeom prst="rect">
            <a:avLst/>
          </a:prstGeom>
          <a:solidFill>
            <a:schemeClr val="bg1"/>
          </a:solidFill>
          <a:ln>
            <a:solidFill>
              <a:schemeClr val="bg1"/>
            </a:solidFill>
          </a:ln>
        </p:spPr>
        <p:txBody>
          <a:bodyPr wrap="square" lIns="91072" tIns="45537" rIns="91072" bIns="45537" rtlCol="0">
            <a:spAutoFit/>
          </a:bodyPr>
          <a:lstStyle/>
          <a:p>
            <a:pPr algn="ctr"/>
            <a:r>
              <a:rPr lang="en-US" sz="1300" b="1" baseline="0" dirty="0" smtClean="0">
                <a:latin typeface="Arial"/>
              </a:rPr>
              <a:t>SCB </a:t>
            </a:r>
            <a:r>
              <a:rPr lang="en-US" sz="1300" b="1" baseline="30000" dirty="0" smtClean="0">
                <a:latin typeface="Arial"/>
              </a:rPr>
              <a:t>1</a:t>
            </a:r>
            <a:endParaRPr lang="en-GB" sz="1300" b="1" baseline="30000" dirty="0">
              <a:latin typeface="Arial"/>
            </a:endParaRPr>
          </a:p>
        </p:txBody>
      </p:sp>
      <p:sp>
        <p:nvSpPr>
          <p:cNvPr id="27" name="TextBox 26"/>
          <p:cNvSpPr txBox="1"/>
          <p:nvPr/>
        </p:nvSpPr>
        <p:spPr>
          <a:xfrm>
            <a:off x="3143540" y="3561329"/>
            <a:ext cx="843643" cy="292018"/>
          </a:xfrm>
          <a:prstGeom prst="rect">
            <a:avLst/>
          </a:prstGeom>
          <a:noFill/>
        </p:spPr>
        <p:txBody>
          <a:bodyPr wrap="square" lIns="91072" tIns="45537" rIns="91072" bIns="45537" rtlCol="0">
            <a:spAutoFit/>
          </a:bodyPr>
          <a:lstStyle/>
          <a:p>
            <a:pPr algn="ctr"/>
            <a:r>
              <a:rPr lang="en-US" sz="1300" b="1" baseline="0" dirty="0" smtClean="0"/>
              <a:t>JPMC</a:t>
            </a:r>
            <a:endParaRPr lang="en-GB" sz="1300" b="1" baseline="0" dirty="0"/>
          </a:p>
        </p:txBody>
      </p:sp>
      <p:sp>
        <p:nvSpPr>
          <p:cNvPr id="28" name="TextBox 27"/>
          <p:cNvSpPr txBox="1"/>
          <p:nvPr/>
        </p:nvSpPr>
        <p:spPr>
          <a:xfrm>
            <a:off x="5025968" y="3561329"/>
            <a:ext cx="761999" cy="292018"/>
          </a:xfrm>
          <a:prstGeom prst="rect">
            <a:avLst/>
          </a:prstGeom>
          <a:noFill/>
        </p:spPr>
        <p:txBody>
          <a:bodyPr wrap="square" lIns="91072" tIns="45537" rIns="91072" bIns="45537" rtlCol="0">
            <a:spAutoFit/>
          </a:bodyPr>
          <a:lstStyle/>
          <a:p>
            <a:pPr algn="ctr"/>
            <a:r>
              <a:rPr lang="en-US" sz="1300" b="1" baseline="0" dirty="0" smtClean="0">
                <a:latin typeface="Arial"/>
              </a:rPr>
              <a:t>CITI</a:t>
            </a:r>
            <a:endParaRPr lang="en-GB" sz="1300" b="1" baseline="0" dirty="0">
              <a:latin typeface="Arial"/>
            </a:endParaRPr>
          </a:p>
        </p:txBody>
      </p:sp>
      <p:sp>
        <p:nvSpPr>
          <p:cNvPr id="33" name="TextBox 32"/>
          <p:cNvSpPr txBox="1"/>
          <p:nvPr/>
        </p:nvSpPr>
        <p:spPr>
          <a:xfrm>
            <a:off x="418936" y="3561329"/>
            <a:ext cx="761999" cy="292018"/>
          </a:xfrm>
          <a:prstGeom prst="rect">
            <a:avLst/>
          </a:prstGeom>
          <a:noFill/>
        </p:spPr>
        <p:txBody>
          <a:bodyPr wrap="square" lIns="91072" tIns="45537" rIns="91072" bIns="45537" rtlCol="0">
            <a:spAutoFit/>
          </a:bodyPr>
          <a:lstStyle/>
          <a:p>
            <a:pPr algn="ctr"/>
            <a:r>
              <a:rPr lang="en-US" sz="1300" b="1" baseline="0" dirty="0" smtClean="0"/>
              <a:t>BOA</a:t>
            </a:r>
            <a:endParaRPr lang="en-GB" sz="1300" b="1" baseline="0" dirty="0"/>
          </a:p>
        </p:txBody>
      </p:sp>
      <p:sp>
        <p:nvSpPr>
          <p:cNvPr id="35" name="TextBox 34"/>
          <p:cNvSpPr txBox="1"/>
          <p:nvPr/>
        </p:nvSpPr>
        <p:spPr>
          <a:xfrm>
            <a:off x="2257205" y="3561329"/>
            <a:ext cx="761999" cy="292018"/>
          </a:xfrm>
          <a:prstGeom prst="rect">
            <a:avLst/>
          </a:prstGeom>
          <a:noFill/>
        </p:spPr>
        <p:txBody>
          <a:bodyPr wrap="square" lIns="91072" tIns="45537" rIns="91072" bIns="45537" rtlCol="0">
            <a:spAutoFit/>
          </a:bodyPr>
          <a:lstStyle/>
          <a:p>
            <a:pPr algn="ctr"/>
            <a:r>
              <a:rPr lang="en-US" sz="1300" b="1" baseline="0" dirty="0" smtClean="0"/>
              <a:t>HSBC</a:t>
            </a:r>
            <a:endParaRPr lang="en-GB" sz="1300" b="1" baseline="0" dirty="0"/>
          </a:p>
        </p:txBody>
      </p:sp>
      <p:sp>
        <p:nvSpPr>
          <p:cNvPr id="36" name="TextBox 35"/>
          <p:cNvSpPr txBox="1"/>
          <p:nvPr/>
        </p:nvSpPr>
        <p:spPr>
          <a:xfrm>
            <a:off x="3962815" y="3561329"/>
            <a:ext cx="1066800" cy="292018"/>
          </a:xfrm>
          <a:prstGeom prst="rect">
            <a:avLst/>
          </a:prstGeom>
          <a:noFill/>
        </p:spPr>
        <p:txBody>
          <a:bodyPr wrap="square" lIns="91072" tIns="45537" rIns="91072" bIns="45537" rtlCol="0">
            <a:spAutoFit/>
          </a:bodyPr>
          <a:lstStyle/>
          <a:p>
            <a:pPr algn="ctr"/>
            <a:r>
              <a:rPr lang="en-US" sz="1300" b="1" baseline="0" dirty="0" smtClean="0"/>
              <a:t>Barclays</a:t>
            </a:r>
            <a:endParaRPr lang="en-GB" sz="1300" b="1" baseline="0" dirty="0"/>
          </a:p>
        </p:txBody>
      </p:sp>
      <p:sp>
        <p:nvSpPr>
          <p:cNvPr id="37" name="TextBox 36"/>
          <p:cNvSpPr txBox="1"/>
          <p:nvPr/>
        </p:nvSpPr>
        <p:spPr>
          <a:xfrm>
            <a:off x="1426582" y="3561329"/>
            <a:ext cx="669467" cy="292018"/>
          </a:xfrm>
          <a:prstGeom prst="rect">
            <a:avLst/>
          </a:prstGeom>
          <a:noFill/>
        </p:spPr>
        <p:txBody>
          <a:bodyPr wrap="square" lIns="91072" tIns="45537" rIns="91072" bIns="45537" rtlCol="0">
            <a:spAutoFit/>
          </a:bodyPr>
          <a:lstStyle/>
          <a:p>
            <a:pPr algn="ctr"/>
            <a:r>
              <a:rPr lang="en-US" sz="1300" b="1" baseline="0" dirty="0" smtClean="0"/>
              <a:t>RBS</a:t>
            </a:r>
            <a:endParaRPr lang="en-GB" sz="1300" b="1" baseline="0" dirty="0"/>
          </a:p>
        </p:txBody>
      </p:sp>
      <p:grpSp>
        <p:nvGrpSpPr>
          <p:cNvPr id="2" name="Group 93"/>
          <p:cNvGrpSpPr/>
          <p:nvPr/>
        </p:nvGrpSpPr>
        <p:grpSpPr>
          <a:xfrm>
            <a:off x="3443537" y="1661536"/>
            <a:ext cx="1202873" cy="409389"/>
            <a:chOff x="4952999" y="449094"/>
            <a:chExt cx="1202873" cy="409389"/>
          </a:xfrm>
        </p:grpSpPr>
        <p:sp>
          <p:nvSpPr>
            <p:cNvPr id="42" name="TextBox 41"/>
            <p:cNvSpPr txBox="1"/>
            <p:nvPr/>
          </p:nvSpPr>
          <p:spPr>
            <a:xfrm>
              <a:off x="4952999" y="575702"/>
              <a:ext cx="609600" cy="282781"/>
            </a:xfrm>
            <a:prstGeom prst="rect">
              <a:avLst/>
            </a:prstGeom>
            <a:noFill/>
          </p:spPr>
          <p:txBody>
            <a:bodyPr wrap="square" rtlCol="0">
              <a:spAutoFit/>
            </a:bodyPr>
            <a:lstStyle/>
            <a:p>
              <a:r>
                <a:rPr lang="en-US" sz="1800" b="1" dirty="0" smtClean="0"/>
                <a:t>‘10</a:t>
              </a:r>
              <a:endParaRPr lang="en-GB" sz="1800" b="1" dirty="0"/>
            </a:p>
          </p:txBody>
        </p:sp>
        <p:sp>
          <p:nvSpPr>
            <p:cNvPr id="40" name="TextBox 39"/>
            <p:cNvSpPr txBox="1"/>
            <p:nvPr/>
          </p:nvSpPr>
          <p:spPr>
            <a:xfrm>
              <a:off x="5303158" y="575702"/>
              <a:ext cx="531585" cy="282781"/>
            </a:xfrm>
            <a:prstGeom prst="rect">
              <a:avLst/>
            </a:prstGeom>
            <a:noFill/>
          </p:spPr>
          <p:txBody>
            <a:bodyPr wrap="square" rtlCol="0">
              <a:spAutoFit/>
            </a:bodyPr>
            <a:lstStyle/>
            <a:p>
              <a:r>
                <a:rPr lang="en-US" sz="1800" b="1" dirty="0" smtClean="0"/>
                <a:t>‘11</a:t>
              </a:r>
              <a:endParaRPr lang="en-GB" sz="1800" b="1" dirty="0"/>
            </a:p>
          </p:txBody>
        </p:sp>
        <p:sp>
          <p:nvSpPr>
            <p:cNvPr id="41" name="TextBox 40"/>
            <p:cNvSpPr txBox="1"/>
            <p:nvPr/>
          </p:nvSpPr>
          <p:spPr>
            <a:xfrm>
              <a:off x="5631543" y="575702"/>
              <a:ext cx="524329" cy="282781"/>
            </a:xfrm>
            <a:prstGeom prst="rect">
              <a:avLst/>
            </a:prstGeom>
            <a:noFill/>
          </p:spPr>
          <p:txBody>
            <a:bodyPr wrap="square" rtlCol="0">
              <a:spAutoFit/>
            </a:bodyPr>
            <a:lstStyle/>
            <a:p>
              <a:r>
                <a:rPr lang="en-US" sz="1800" b="1" dirty="0" smtClean="0"/>
                <a:t>‘12</a:t>
              </a:r>
              <a:endParaRPr lang="en-GB" sz="1800" b="1" dirty="0"/>
            </a:p>
          </p:txBody>
        </p:sp>
        <p:sp>
          <p:nvSpPr>
            <p:cNvPr id="49" name="TextBox 48"/>
            <p:cNvSpPr txBox="1"/>
            <p:nvPr/>
          </p:nvSpPr>
          <p:spPr>
            <a:xfrm>
              <a:off x="5045528" y="449094"/>
              <a:ext cx="248557" cy="184666"/>
            </a:xfrm>
            <a:prstGeom prst="rect">
              <a:avLst/>
            </a:prstGeom>
            <a:solidFill>
              <a:srgbClr val="22AA47"/>
            </a:solidFill>
            <a:ln>
              <a:noFill/>
            </a:ln>
          </p:spPr>
          <p:txBody>
            <a:bodyPr wrap="square" rtlCol="0">
              <a:spAutoFit/>
            </a:bodyPr>
            <a:lstStyle/>
            <a:p>
              <a:endParaRPr lang="en-GB" dirty="0">
                <a:solidFill>
                  <a:srgbClr val="005C87"/>
                </a:solidFill>
              </a:endParaRPr>
            </a:p>
          </p:txBody>
        </p:sp>
        <p:sp>
          <p:nvSpPr>
            <p:cNvPr id="50" name="TextBox 49"/>
            <p:cNvSpPr txBox="1"/>
            <p:nvPr/>
          </p:nvSpPr>
          <p:spPr>
            <a:xfrm>
              <a:off x="5392058" y="449094"/>
              <a:ext cx="248557" cy="184666"/>
            </a:xfrm>
            <a:prstGeom prst="rect">
              <a:avLst/>
            </a:prstGeom>
            <a:solidFill>
              <a:srgbClr val="009BD9"/>
            </a:solidFill>
            <a:ln>
              <a:noFill/>
            </a:ln>
          </p:spPr>
          <p:txBody>
            <a:bodyPr wrap="square" rtlCol="0">
              <a:spAutoFit/>
            </a:bodyPr>
            <a:lstStyle/>
            <a:p>
              <a:endParaRPr lang="en-GB" dirty="0">
                <a:solidFill>
                  <a:srgbClr val="005C87"/>
                </a:solidFill>
              </a:endParaRPr>
            </a:p>
          </p:txBody>
        </p:sp>
        <p:sp>
          <p:nvSpPr>
            <p:cNvPr id="51" name="TextBox 50"/>
            <p:cNvSpPr txBox="1"/>
            <p:nvPr/>
          </p:nvSpPr>
          <p:spPr>
            <a:xfrm>
              <a:off x="5712277" y="449094"/>
              <a:ext cx="248557" cy="184666"/>
            </a:xfrm>
            <a:prstGeom prst="rect">
              <a:avLst/>
            </a:prstGeom>
            <a:solidFill>
              <a:schemeClr val="tx1"/>
            </a:solidFill>
            <a:ln>
              <a:noFill/>
            </a:ln>
          </p:spPr>
          <p:txBody>
            <a:bodyPr wrap="square" rtlCol="0">
              <a:spAutoFit/>
            </a:bodyPr>
            <a:lstStyle/>
            <a:p>
              <a:endParaRPr lang="en-GB" dirty="0">
                <a:solidFill>
                  <a:srgbClr val="005C87"/>
                </a:solidFill>
              </a:endParaRPr>
            </a:p>
          </p:txBody>
        </p:sp>
      </p:grpSp>
      <p:sp>
        <p:nvSpPr>
          <p:cNvPr id="88" name="TextBox 87"/>
          <p:cNvSpPr txBox="1"/>
          <p:nvPr/>
        </p:nvSpPr>
        <p:spPr>
          <a:xfrm>
            <a:off x="413657" y="2214105"/>
            <a:ext cx="381000" cy="184665"/>
          </a:xfrm>
          <a:prstGeom prst="rect">
            <a:avLst/>
          </a:prstGeom>
          <a:noFill/>
        </p:spPr>
        <p:txBody>
          <a:bodyPr wrap="square" lIns="91072" tIns="45537" rIns="91072" bIns="45537" rtlCol="0">
            <a:spAutoFit/>
          </a:bodyPr>
          <a:lstStyle/>
          <a:p>
            <a:endParaRPr lang="en-GB" dirty="0"/>
          </a:p>
        </p:txBody>
      </p:sp>
      <p:sp>
        <p:nvSpPr>
          <p:cNvPr id="89" name="TextBox 88"/>
          <p:cNvSpPr txBox="1"/>
          <p:nvPr/>
        </p:nvSpPr>
        <p:spPr>
          <a:xfrm>
            <a:off x="-24495" y="3140879"/>
            <a:ext cx="457200" cy="276999"/>
          </a:xfrm>
          <a:prstGeom prst="rect">
            <a:avLst/>
          </a:prstGeom>
          <a:noFill/>
        </p:spPr>
        <p:txBody>
          <a:bodyPr wrap="square" lIns="91072" tIns="45537" rIns="91072" bIns="45537" rtlCol="0">
            <a:spAutoFit/>
          </a:bodyPr>
          <a:lstStyle/>
          <a:p>
            <a:pPr algn="r"/>
            <a:r>
              <a:rPr lang="en-US" sz="1800" dirty="0" smtClean="0"/>
              <a:t>1</a:t>
            </a:r>
            <a:endParaRPr lang="en-GB" sz="1800" dirty="0"/>
          </a:p>
        </p:txBody>
      </p:sp>
      <p:sp>
        <p:nvSpPr>
          <p:cNvPr id="90" name="TextBox 89"/>
          <p:cNvSpPr txBox="1"/>
          <p:nvPr/>
        </p:nvSpPr>
        <p:spPr>
          <a:xfrm>
            <a:off x="-24495" y="2371618"/>
            <a:ext cx="457200" cy="276999"/>
          </a:xfrm>
          <a:prstGeom prst="rect">
            <a:avLst/>
          </a:prstGeom>
          <a:noFill/>
        </p:spPr>
        <p:txBody>
          <a:bodyPr wrap="square" lIns="91072" tIns="45537" rIns="91072" bIns="45537" rtlCol="0">
            <a:spAutoFit/>
          </a:bodyPr>
          <a:lstStyle/>
          <a:p>
            <a:pPr algn="r"/>
            <a:r>
              <a:rPr lang="en-US" sz="1800" dirty="0" smtClean="0"/>
              <a:t>5</a:t>
            </a:r>
            <a:endParaRPr lang="en-GB" sz="1800" dirty="0"/>
          </a:p>
        </p:txBody>
      </p:sp>
      <p:sp>
        <p:nvSpPr>
          <p:cNvPr id="91" name="TextBox 90"/>
          <p:cNvSpPr txBox="1"/>
          <p:nvPr/>
        </p:nvSpPr>
        <p:spPr>
          <a:xfrm>
            <a:off x="-24495" y="1606517"/>
            <a:ext cx="457200" cy="276999"/>
          </a:xfrm>
          <a:prstGeom prst="rect">
            <a:avLst/>
          </a:prstGeom>
          <a:noFill/>
        </p:spPr>
        <p:txBody>
          <a:bodyPr wrap="square" lIns="91072" tIns="45537" rIns="91072" bIns="45537" rtlCol="0">
            <a:spAutoFit/>
          </a:bodyPr>
          <a:lstStyle/>
          <a:p>
            <a:pPr algn="r"/>
            <a:r>
              <a:rPr lang="en-US" sz="1800" dirty="0" smtClean="0"/>
              <a:t>9</a:t>
            </a:r>
            <a:endParaRPr lang="en-GB" sz="1800" dirty="0"/>
          </a:p>
        </p:txBody>
      </p:sp>
      <p:sp>
        <p:nvSpPr>
          <p:cNvPr id="92" name="TextBox 91"/>
          <p:cNvSpPr txBox="1"/>
          <p:nvPr/>
        </p:nvSpPr>
        <p:spPr>
          <a:xfrm>
            <a:off x="41186" y="5940823"/>
            <a:ext cx="457200" cy="276999"/>
          </a:xfrm>
          <a:prstGeom prst="rect">
            <a:avLst/>
          </a:prstGeom>
          <a:noFill/>
        </p:spPr>
        <p:txBody>
          <a:bodyPr wrap="square" lIns="91072" tIns="45537" rIns="91072" bIns="45537" rtlCol="0">
            <a:spAutoFit/>
          </a:bodyPr>
          <a:lstStyle/>
          <a:p>
            <a:pPr algn="r"/>
            <a:r>
              <a:rPr lang="en-US" sz="1800" dirty="0" smtClean="0"/>
              <a:t>200</a:t>
            </a:r>
            <a:endParaRPr lang="en-GB" sz="1800" dirty="0"/>
          </a:p>
        </p:txBody>
      </p:sp>
      <p:sp>
        <p:nvSpPr>
          <p:cNvPr id="93" name="TextBox 92"/>
          <p:cNvSpPr txBox="1"/>
          <p:nvPr/>
        </p:nvSpPr>
        <p:spPr>
          <a:xfrm>
            <a:off x="41186" y="4675672"/>
            <a:ext cx="457200" cy="276999"/>
          </a:xfrm>
          <a:prstGeom prst="rect">
            <a:avLst/>
          </a:prstGeom>
          <a:noFill/>
        </p:spPr>
        <p:txBody>
          <a:bodyPr wrap="square" lIns="91072" tIns="45537" rIns="91072" bIns="45537" rtlCol="0">
            <a:spAutoFit/>
          </a:bodyPr>
          <a:lstStyle/>
          <a:p>
            <a:pPr algn="r"/>
            <a:r>
              <a:rPr lang="en-US" sz="1800" dirty="0" smtClean="0"/>
              <a:t>800</a:t>
            </a:r>
            <a:endParaRPr lang="en-GB" sz="1800" dirty="0"/>
          </a:p>
        </p:txBody>
      </p:sp>
      <p:grpSp>
        <p:nvGrpSpPr>
          <p:cNvPr id="3" name="Group 94"/>
          <p:cNvGrpSpPr/>
          <p:nvPr/>
        </p:nvGrpSpPr>
        <p:grpSpPr>
          <a:xfrm>
            <a:off x="3443537" y="4453719"/>
            <a:ext cx="1202873" cy="409389"/>
            <a:chOff x="4952999" y="449094"/>
            <a:chExt cx="1202873" cy="409389"/>
          </a:xfrm>
        </p:grpSpPr>
        <p:sp>
          <p:nvSpPr>
            <p:cNvPr id="96" name="TextBox 95"/>
            <p:cNvSpPr txBox="1"/>
            <p:nvPr/>
          </p:nvSpPr>
          <p:spPr>
            <a:xfrm>
              <a:off x="4952999" y="575702"/>
              <a:ext cx="609600" cy="282781"/>
            </a:xfrm>
            <a:prstGeom prst="rect">
              <a:avLst/>
            </a:prstGeom>
            <a:noFill/>
          </p:spPr>
          <p:txBody>
            <a:bodyPr wrap="square" rtlCol="0">
              <a:spAutoFit/>
            </a:bodyPr>
            <a:lstStyle/>
            <a:p>
              <a:r>
                <a:rPr lang="en-US" sz="1800" b="1" dirty="0" smtClean="0"/>
                <a:t>‘10</a:t>
              </a:r>
              <a:endParaRPr lang="en-GB" sz="1800" b="1" dirty="0"/>
            </a:p>
          </p:txBody>
        </p:sp>
        <p:sp>
          <p:nvSpPr>
            <p:cNvPr id="98" name="TextBox 97"/>
            <p:cNvSpPr txBox="1"/>
            <p:nvPr/>
          </p:nvSpPr>
          <p:spPr>
            <a:xfrm>
              <a:off x="5303158" y="575702"/>
              <a:ext cx="531585" cy="282781"/>
            </a:xfrm>
            <a:prstGeom prst="rect">
              <a:avLst/>
            </a:prstGeom>
            <a:noFill/>
          </p:spPr>
          <p:txBody>
            <a:bodyPr wrap="square" rtlCol="0">
              <a:spAutoFit/>
            </a:bodyPr>
            <a:lstStyle/>
            <a:p>
              <a:r>
                <a:rPr lang="en-US" sz="1800" b="1" dirty="0" smtClean="0"/>
                <a:t>‘11</a:t>
              </a:r>
              <a:endParaRPr lang="en-GB" sz="1800" b="1" dirty="0"/>
            </a:p>
          </p:txBody>
        </p:sp>
        <p:sp>
          <p:nvSpPr>
            <p:cNvPr id="99" name="TextBox 98"/>
            <p:cNvSpPr txBox="1"/>
            <p:nvPr/>
          </p:nvSpPr>
          <p:spPr>
            <a:xfrm>
              <a:off x="5631543" y="575702"/>
              <a:ext cx="524329" cy="282781"/>
            </a:xfrm>
            <a:prstGeom prst="rect">
              <a:avLst/>
            </a:prstGeom>
            <a:noFill/>
          </p:spPr>
          <p:txBody>
            <a:bodyPr wrap="square" rtlCol="0">
              <a:spAutoFit/>
            </a:bodyPr>
            <a:lstStyle/>
            <a:p>
              <a:r>
                <a:rPr lang="en-US" sz="1800" b="1" dirty="0" smtClean="0"/>
                <a:t>‘12</a:t>
              </a:r>
              <a:endParaRPr lang="en-GB" sz="1800" b="1" dirty="0"/>
            </a:p>
          </p:txBody>
        </p:sp>
        <p:sp>
          <p:nvSpPr>
            <p:cNvPr id="101" name="TextBox 100"/>
            <p:cNvSpPr txBox="1"/>
            <p:nvPr/>
          </p:nvSpPr>
          <p:spPr>
            <a:xfrm>
              <a:off x="5045528" y="449094"/>
              <a:ext cx="248557" cy="184666"/>
            </a:xfrm>
            <a:prstGeom prst="rect">
              <a:avLst/>
            </a:prstGeom>
            <a:solidFill>
              <a:srgbClr val="22AA47"/>
            </a:solidFill>
            <a:ln>
              <a:noFill/>
            </a:ln>
          </p:spPr>
          <p:txBody>
            <a:bodyPr wrap="square" rtlCol="0">
              <a:spAutoFit/>
            </a:bodyPr>
            <a:lstStyle/>
            <a:p>
              <a:endParaRPr lang="en-GB" dirty="0">
                <a:solidFill>
                  <a:srgbClr val="005C87"/>
                </a:solidFill>
              </a:endParaRPr>
            </a:p>
          </p:txBody>
        </p:sp>
        <p:sp>
          <p:nvSpPr>
            <p:cNvPr id="102" name="TextBox 101"/>
            <p:cNvSpPr txBox="1"/>
            <p:nvPr/>
          </p:nvSpPr>
          <p:spPr>
            <a:xfrm>
              <a:off x="5392058" y="449094"/>
              <a:ext cx="248557" cy="184666"/>
            </a:xfrm>
            <a:prstGeom prst="rect">
              <a:avLst/>
            </a:prstGeom>
            <a:solidFill>
              <a:srgbClr val="009BD9"/>
            </a:solidFill>
            <a:ln>
              <a:noFill/>
            </a:ln>
          </p:spPr>
          <p:txBody>
            <a:bodyPr wrap="square" rtlCol="0">
              <a:spAutoFit/>
            </a:bodyPr>
            <a:lstStyle/>
            <a:p>
              <a:endParaRPr lang="en-GB" dirty="0">
                <a:solidFill>
                  <a:srgbClr val="005C87"/>
                </a:solidFill>
              </a:endParaRPr>
            </a:p>
          </p:txBody>
        </p:sp>
        <p:sp>
          <p:nvSpPr>
            <p:cNvPr id="103" name="TextBox 102"/>
            <p:cNvSpPr txBox="1"/>
            <p:nvPr/>
          </p:nvSpPr>
          <p:spPr>
            <a:xfrm>
              <a:off x="5712277" y="449094"/>
              <a:ext cx="248557" cy="184666"/>
            </a:xfrm>
            <a:prstGeom prst="rect">
              <a:avLst/>
            </a:prstGeom>
            <a:solidFill>
              <a:schemeClr val="tx1"/>
            </a:solidFill>
            <a:ln>
              <a:noFill/>
            </a:ln>
          </p:spPr>
          <p:txBody>
            <a:bodyPr wrap="square" rtlCol="0">
              <a:spAutoFit/>
            </a:bodyPr>
            <a:lstStyle/>
            <a:p>
              <a:endParaRPr lang="en-GB" dirty="0">
                <a:solidFill>
                  <a:srgbClr val="005C87"/>
                </a:solidFill>
              </a:endParaRPr>
            </a:p>
          </p:txBody>
        </p:sp>
      </p:grpSp>
      <p:sp>
        <p:nvSpPr>
          <p:cNvPr id="111" name="Rectangle 3"/>
          <p:cNvSpPr>
            <a:spLocks noChangeArrowheads="1"/>
          </p:cNvSpPr>
          <p:nvPr/>
        </p:nvSpPr>
        <p:spPr bwMode="auto">
          <a:xfrm>
            <a:off x="6902246" y="1619003"/>
            <a:ext cx="3496423" cy="5356792"/>
          </a:xfrm>
          <a:prstGeom prst="rect">
            <a:avLst/>
          </a:prstGeom>
          <a:noFill/>
          <a:ln w="9525">
            <a:noFill/>
            <a:miter lim="800000"/>
            <a:headEnd/>
            <a:tailEnd/>
          </a:ln>
        </p:spPr>
        <p:txBody>
          <a:bodyPr lIns="0" tIns="0" rIns="0" bIns="0"/>
          <a:lstStyle/>
          <a:p>
            <a:pPr marL="173917" lvl="1" indent="-172337" defTabSz="1035468">
              <a:spcBef>
                <a:spcPct val="30000"/>
              </a:spcBef>
              <a:spcAft>
                <a:spcPct val="20000"/>
              </a:spcAft>
              <a:buClr>
                <a:srgbClr val="22AA47"/>
              </a:buClr>
              <a:buSzPct val="110000"/>
              <a:buFont typeface="Wingdings" pitchFamily="2" charset="2"/>
              <a:buChar char="§"/>
            </a:pPr>
            <a:r>
              <a:rPr lang="en-US" sz="1400" baseline="0" dirty="0" smtClean="0">
                <a:solidFill>
                  <a:srgbClr val="005C87"/>
                </a:solidFill>
              </a:rPr>
              <a:t>SCB FY’12 WB-Equivalent Lending income of US$0.8bn declined -4% </a:t>
            </a:r>
            <a:r>
              <a:rPr lang="en-US" sz="1400" baseline="0" dirty="0" err="1" smtClean="0">
                <a:solidFill>
                  <a:srgbClr val="005C87"/>
                </a:solidFill>
              </a:rPr>
              <a:t>YoY</a:t>
            </a:r>
            <a:r>
              <a:rPr lang="en-US" sz="1400" baseline="0" dirty="0" smtClean="0">
                <a:solidFill>
                  <a:srgbClr val="005C87"/>
                </a:solidFill>
              </a:rPr>
              <a:t> as H1’12 NIMs were squeezed from higher liquidity cost. NIMs recovered in H2 with liquidity easing. Lending assets were strategically held flat.</a:t>
            </a:r>
          </a:p>
          <a:p>
            <a:pPr marL="173917" lvl="1" indent="-172337" defTabSz="1035468">
              <a:spcBef>
                <a:spcPct val="30000"/>
              </a:spcBef>
              <a:spcAft>
                <a:spcPct val="20000"/>
              </a:spcAft>
              <a:buClr>
                <a:srgbClr val="22AA47"/>
              </a:buClr>
              <a:buSzPct val="110000"/>
              <a:buFont typeface="Wingdings" pitchFamily="2" charset="2"/>
              <a:buChar char="§"/>
            </a:pPr>
            <a:r>
              <a:rPr lang="en-GB" sz="1400" baseline="0" dirty="0" err="1" smtClean="0">
                <a:solidFill>
                  <a:srgbClr val="005C87"/>
                </a:solidFill>
              </a:rPr>
              <a:t>BoA</a:t>
            </a:r>
            <a:r>
              <a:rPr lang="en-GB" sz="1400" baseline="0" dirty="0" smtClean="0">
                <a:solidFill>
                  <a:srgbClr val="005C87"/>
                </a:solidFill>
              </a:rPr>
              <a:t> FY’12 Income of US$7.8bn was down -5% </a:t>
            </a:r>
            <a:r>
              <a:rPr lang="en-GB" sz="1400" baseline="0" dirty="0" err="1" smtClean="0">
                <a:solidFill>
                  <a:srgbClr val="005C87"/>
                </a:solidFill>
              </a:rPr>
              <a:t>YoY</a:t>
            </a:r>
            <a:r>
              <a:rPr lang="en-GB" sz="1400" baseline="0" dirty="0" smtClean="0">
                <a:solidFill>
                  <a:srgbClr val="005C87"/>
                </a:solidFill>
              </a:rPr>
              <a:t> driven by spread compression, despite lending assets increasing +12%.</a:t>
            </a:r>
          </a:p>
          <a:p>
            <a:pPr marL="173917" lvl="1" indent="-172337" defTabSz="1035468">
              <a:spcBef>
                <a:spcPct val="30000"/>
              </a:spcBef>
              <a:spcAft>
                <a:spcPct val="20000"/>
              </a:spcAft>
              <a:buClr>
                <a:srgbClr val="22AA47"/>
              </a:buClr>
              <a:buSzPct val="110000"/>
              <a:buFont typeface="Wingdings" pitchFamily="2" charset="2"/>
              <a:buChar char="§"/>
            </a:pPr>
            <a:r>
              <a:rPr lang="en-US" sz="1400" baseline="0" dirty="0" smtClean="0">
                <a:solidFill>
                  <a:srgbClr val="005C87"/>
                </a:solidFill>
              </a:rPr>
              <a:t>JPMC FY’12 Income of US$5bn increased +11% </a:t>
            </a:r>
            <a:r>
              <a:rPr lang="en-US" sz="1400" baseline="0" dirty="0" err="1" smtClean="0">
                <a:solidFill>
                  <a:srgbClr val="005C87"/>
                </a:solidFill>
              </a:rPr>
              <a:t>YoY</a:t>
            </a:r>
            <a:r>
              <a:rPr lang="en-US" sz="1400" baseline="0" dirty="0" smtClean="0">
                <a:solidFill>
                  <a:srgbClr val="005C87"/>
                </a:solidFill>
              </a:rPr>
              <a:t> reflecting the 10</a:t>
            </a:r>
            <a:r>
              <a:rPr lang="en-US" sz="1400" baseline="30000" dirty="0" smtClean="0">
                <a:solidFill>
                  <a:srgbClr val="005C87"/>
                </a:solidFill>
              </a:rPr>
              <a:t>th</a:t>
            </a:r>
            <a:r>
              <a:rPr lang="en-US" sz="1400" baseline="0" dirty="0" smtClean="0">
                <a:solidFill>
                  <a:srgbClr val="005C87"/>
                </a:solidFill>
              </a:rPr>
              <a:t> consecutive quarter of increased loan balances driven by stable spreads and strong performance in credit. Lending to commodities companies grew in FY’12 despite a decline in global financing. </a:t>
            </a:r>
          </a:p>
          <a:p>
            <a:pPr marL="173917" lvl="1" indent="-172337" defTabSz="1035468">
              <a:spcBef>
                <a:spcPct val="30000"/>
              </a:spcBef>
              <a:spcAft>
                <a:spcPct val="20000"/>
              </a:spcAft>
              <a:buClr>
                <a:srgbClr val="22AA47"/>
              </a:buClr>
              <a:buSzPct val="110000"/>
              <a:buFont typeface="Wingdings" pitchFamily="2" charset="2"/>
              <a:buChar char="§"/>
            </a:pPr>
            <a:r>
              <a:rPr lang="en-US" sz="1400" baseline="0" dirty="0" err="1" smtClean="0">
                <a:solidFill>
                  <a:srgbClr val="005C87"/>
                </a:solidFill>
              </a:rPr>
              <a:t>Citi</a:t>
            </a:r>
            <a:r>
              <a:rPr lang="en-US" sz="1400" baseline="0" dirty="0" smtClean="0">
                <a:solidFill>
                  <a:srgbClr val="005C87"/>
                </a:solidFill>
              </a:rPr>
              <a:t> FY’11 Income of US$1.8bn increased +86% due to large gains on hedges as credit spreads widened during the year. FY’12 income of US$1bn was broadly flat against FY’10 reflecting the tightening of credit spreads in 2012 despite consistent growth in assets.</a:t>
            </a:r>
          </a:p>
        </p:txBody>
      </p:sp>
      <p:sp>
        <p:nvSpPr>
          <p:cNvPr id="112" name="Line 30"/>
          <p:cNvSpPr>
            <a:spLocks noChangeShapeType="1"/>
          </p:cNvSpPr>
          <p:nvPr/>
        </p:nvSpPr>
        <p:spPr bwMode="auto">
          <a:xfrm>
            <a:off x="6902220" y="1564562"/>
            <a:ext cx="3649668" cy="0"/>
          </a:xfrm>
          <a:prstGeom prst="line">
            <a:avLst/>
          </a:prstGeom>
          <a:noFill/>
          <a:ln w="9525">
            <a:solidFill>
              <a:schemeClr val="accent1"/>
            </a:solidFill>
            <a:round/>
            <a:headEnd/>
            <a:tailEnd/>
          </a:ln>
        </p:spPr>
        <p:txBody>
          <a:bodyPr lIns="90784" tIns="45393" rIns="90784" bIns="45393"/>
          <a:lstStyle/>
          <a:p>
            <a:endParaRPr lang="en-US" dirty="0"/>
          </a:p>
        </p:txBody>
      </p:sp>
      <p:sp>
        <p:nvSpPr>
          <p:cNvPr id="113" name="Rectangle 39"/>
          <p:cNvSpPr>
            <a:spLocks noChangeArrowheads="1"/>
          </p:cNvSpPr>
          <p:nvPr/>
        </p:nvSpPr>
        <p:spPr bwMode="auto">
          <a:xfrm>
            <a:off x="6957795" y="1280309"/>
            <a:ext cx="2707995" cy="468312"/>
          </a:xfrm>
          <a:prstGeom prst="rect">
            <a:avLst/>
          </a:prstGeom>
          <a:noFill/>
          <a:ln w="9525">
            <a:noFill/>
            <a:miter lim="800000"/>
            <a:headEnd/>
            <a:tailEnd/>
          </a:ln>
        </p:spPr>
        <p:txBody>
          <a:bodyPr lIns="0" tIns="0" rIns="0" bIns="0"/>
          <a:lstStyle/>
          <a:p>
            <a:pPr defTabSz="1035468">
              <a:spcBef>
                <a:spcPct val="40000"/>
              </a:spcBef>
              <a:spcAft>
                <a:spcPct val="20000"/>
              </a:spcAft>
              <a:buClr>
                <a:srgbClr val="005C87"/>
              </a:buClr>
            </a:pPr>
            <a:r>
              <a:rPr lang="en-AU" sz="1300" b="1" baseline="0" dirty="0" smtClean="0">
                <a:solidFill>
                  <a:srgbClr val="005C87"/>
                </a:solidFill>
              </a:rPr>
              <a:t>Highlights</a:t>
            </a:r>
            <a:endParaRPr lang="en-AU" sz="1300" baseline="0" dirty="0">
              <a:solidFill>
                <a:srgbClr val="005C87"/>
              </a:solidFill>
            </a:endParaRPr>
          </a:p>
        </p:txBody>
      </p:sp>
      <p:sp>
        <p:nvSpPr>
          <p:cNvPr id="114" name="Rectangle 39"/>
          <p:cNvSpPr>
            <a:spLocks noChangeArrowheads="1"/>
          </p:cNvSpPr>
          <p:nvPr/>
        </p:nvSpPr>
        <p:spPr bwMode="auto">
          <a:xfrm>
            <a:off x="454870" y="1280309"/>
            <a:ext cx="3886743" cy="326208"/>
          </a:xfrm>
          <a:prstGeom prst="rect">
            <a:avLst/>
          </a:prstGeom>
          <a:noFill/>
          <a:ln w="9525">
            <a:noFill/>
            <a:miter lim="800000"/>
            <a:headEnd/>
            <a:tailEnd/>
          </a:ln>
        </p:spPr>
        <p:txBody>
          <a:bodyPr lIns="0" tIns="0" rIns="0" bIns="0"/>
          <a:lstStyle/>
          <a:p>
            <a:pPr defTabSz="1035468">
              <a:spcBef>
                <a:spcPct val="40000"/>
              </a:spcBef>
              <a:spcAft>
                <a:spcPct val="20000"/>
              </a:spcAft>
              <a:buClr>
                <a:srgbClr val="005C87"/>
              </a:buClr>
            </a:pPr>
            <a:r>
              <a:rPr lang="en-AU" sz="1300" b="1" baseline="0" dirty="0" smtClean="0">
                <a:solidFill>
                  <a:srgbClr val="005C87"/>
                </a:solidFill>
              </a:rPr>
              <a:t> </a:t>
            </a:r>
            <a:r>
              <a:rPr lang="en-US" sz="1300" b="1" baseline="0" dirty="0" smtClean="0">
                <a:solidFill>
                  <a:srgbClr val="005C87"/>
                </a:solidFill>
              </a:rPr>
              <a:t>WB Equivalent Lending Income </a:t>
            </a:r>
            <a:r>
              <a:rPr lang="en-US" sz="1300" baseline="0" dirty="0" smtClean="0">
                <a:solidFill>
                  <a:srgbClr val="005C87"/>
                </a:solidFill>
              </a:rPr>
              <a:t>($</a:t>
            </a:r>
            <a:r>
              <a:rPr lang="en-US" sz="1300" baseline="0" dirty="0" err="1" smtClean="0">
                <a:solidFill>
                  <a:srgbClr val="005C87"/>
                </a:solidFill>
              </a:rPr>
              <a:t>bn</a:t>
            </a:r>
            <a:r>
              <a:rPr lang="en-US" sz="1300" baseline="0" dirty="0" smtClean="0">
                <a:solidFill>
                  <a:srgbClr val="005C87"/>
                </a:solidFill>
              </a:rPr>
              <a:t>)</a:t>
            </a:r>
            <a:endParaRPr lang="en-AU" sz="1300" baseline="0" dirty="0">
              <a:solidFill>
                <a:srgbClr val="005C87"/>
              </a:solidFill>
            </a:endParaRPr>
          </a:p>
        </p:txBody>
      </p:sp>
      <p:sp>
        <p:nvSpPr>
          <p:cNvPr id="115" name="Rectangle 39"/>
          <p:cNvSpPr>
            <a:spLocks noChangeArrowheads="1"/>
          </p:cNvSpPr>
          <p:nvPr/>
        </p:nvSpPr>
        <p:spPr bwMode="auto">
          <a:xfrm>
            <a:off x="449403" y="4050334"/>
            <a:ext cx="4815656" cy="326208"/>
          </a:xfrm>
          <a:prstGeom prst="rect">
            <a:avLst/>
          </a:prstGeom>
          <a:noFill/>
          <a:ln w="9525">
            <a:noFill/>
            <a:miter lim="800000"/>
            <a:headEnd/>
            <a:tailEnd/>
          </a:ln>
        </p:spPr>
        <p:txBody>
          <a:bodyPr lIns="0" tIns="0" rIns="0" bIns="0"/>
          <a:lstStyle/>
          <a:p>
            <a:pPr defTabSz="1035468">
              <a:spcBef>
                <a:spcPct val="40000"/>
              </a:spcBef>
              <a:spcAft>
                <a:spcPct val="20000"/>
              </a:spcAft>
              <a:buClr>
                <a:srgbClr val="005C87"/>
              </a:buClr>
            </a:pPr>
            <a:r>
              <a:rPr lang="en-AU" sz="1300" b="1" baseline="0" dirty="0" smtClean="0">
                <a:solidFill>
                  <a:srgbClr val="005C87"/>
                </a:solidFill>
              </a:rPr>
              <a:t> </a:t>
            </a:r>
            <a:r>
              <a:rPr lang="en-US" sz="1300" b="1" baseline="0" dirty="0" smtClean="0">
                <a:solidFill>
                  <a:srgbClr val="005C87"/>
                </a:solidFill>
              </a:rPr>
              <a:t>WB Equivalent Balance Sheet Lending assets </a:t>
            </a:r>
            <a:r>
              <a:rPr lang="en-US" sz="1300" baseline="0" dirty="0" smtClean="0">
                <a:solidFill>
                  <a:srgbClr val="005C87"/>
                </a:solidFill>
              </a:rPr>
              <a:t>($</a:t>
            </a:r>
            <a:r>
              <a:rPr lang="en-US" sz="1300" baseline="0" dirty="0" err="1" smtClean="0">
                <a:solidFill>
                  <a:srgbClr val="005C87"/>
                </a:solidFill>
              </a:rPr>
              <a:t>bn</a:t>
            </a:r>
            <a:r>
              <a:rPr lang="en-US" sz="1300" baseline="0" dirty="0" smtClean="0">
                <a:solidFill>
                  <a:srgbClr val="005C87"/>
                </a:solidFill>
              </a:rPr>
              <a:t>)</a:t>
            </a:r>
            <a:endParaRPr lang="en-AU" sz="1300" baseline="0" dirty="0">
              <a:solidFill>
                <a:srgbClr val="005C87"/>
              </a:solidFill>
            </a:endParaRPr>
          </a:p>
        </p:txBody>
      </p:sp>
      <p:sp>
        <p:nvSpPr>
          <p:cNvPr id="117" name="Line 30"/>
          <p:cNvSpPr>
            <a:spLocks noChangeShapeType="1"/>
          </p:cNvSpPr>
          <p:nvPr/>
        </p:nvSpPr>
        <p:spPr bwMode="auto">
          <a:xfrm>
            <a:off x="454869" y="1561387"/>
            <a:ext cx="6126845" cy="3176"/>
          </a:xfrm>
          <a:prstGeom prst="line">
            <a:avLst/>
          </a:prstGeom>
          <a:noFill/>
          <a:ln w="9525">
            <a:solidFill>
              <a:schemeClr val="accent1"/>
            </a:solidFill>
            <a:round/>
            <a:headEnd/>
            <a:tailEnd/>
          </a:ln>
        </p:spPr>
        <p:txBody>
          <a:bodyPr lIns="90784" tIns="45393" rIns="90784" bIns="45393"/>
          <a:lstStyle/>
          <a:p>
            <a:endParaRPr lang="en-US" dirty="0"/>
          </a:p>
        </p:txBody>
      </p:sp>
      <p:sp>
        <p:nvSpPr>
          <p:cNvPr id="121" name="TextBox 120"/>
          <p:cNvSpPr txBox="1"/>
          <p:nvPr/>
        </p:nvSpPr>
        <p:spPr>
          <a:xfrm>
            <a:off x="5862962" y="6589414"/>
            <a:ext cx="881741" cy="292018"/>
          </a:xfrm>
          <a:prstGeom prst="rect">
            <a:avLst/>
          </a:prstGeom>
          <a:solidFill>
            <a:schemeClr val="bg1"/>
          </a:solidFill>
          <a:ln>
            <a:solidFill>
              <a:schemeClr val="bg1"/>
            </a:solidFill>
          </a:ln>
        </p:spPr>
        <p:txBody>
          <a:bodyPr wrap="square" lIns="91072" tIns="45537" rIns="91072" bIns="45537" rtlCol="0">
            <a:spAutoFit/>
          </a:bodyPr>
          <a:lstStyle/>
          <a:p>
            <a:pPr algn="ctr"/>
            <a:r>
              <a:rPr lang="en-US" sz="1300" b="1" baseline="0" dirty="0" smtClean="0">
                <a:latin typeface="Arial"/>
              </a:rPr>
              <a:t>SCB </a:t>
            </a:r>
            <a:r>
              <a:rPr lang="en-US" sz="1300" b="1" baseline="30000" dirty="0" smtClean="0">
                <a:latin typeface="Arial"/>
              </a:rPr>
              <a:t>1</a:t>
            </a:r>
            <a:endParaRPr lang="en-GB" sz="1300" b="1" baseline="30000" dirty="0">
              <a:latin typeface="Arial"/>
            </a:endParaRPr>
          </a:p>
        </p:txBody>
      </p:sp>
      <p:sp>
        <p:nvSpPr>
          <p:cNvPr id="122" name="TextBox 121"/>
          <p:cNvSpPr txBox="1"/>
          <p:nvPr/>
        </p:nvSpPr>
        <p:spPr>
          <a:xfrm>
            <a:off x="3132907" y="6589414"/>
            <a:ext cx="843643" cy="292018"/>
          </a:xfrm>
          <a:prstGeom prst="rect">
            <a:avLst/>
          </a:prstGeom>
          <a:noFill/>
        </p:spPr>
        <p:txBody>
          <a:bodyPr wrap="square" lIns="91072" tIns="45537" rIns="91072" bIns="45537" rtlCol="0">
            <a:spAutoFit/>
          </a:bodyPr>
          <a:lstStyle/>
          <a:p>
            <a:pPr algn="ctr"/>
            <a:r>
              <a:rPr lang="en-US" sz="1300" b="1" baseline="0" dirty="0" smtClean="0"/>
              <a:t>JPMC</a:t>
            </a:r>
            <a:endParaRPr lang="en-GB" sz="1300" b="1" baseline="0" dirty="0"/>
          </a:p>
        </p:txBody>
      </p:sp>
      <p:sp>
        <p:nvSpPr>
          <p:cNvPr id="123" name="TextBox 122"/>
          <p:cNvSpPr txBox="1"/>
          <p:nvPr/>
        </p:nvSpPr>
        <p:spPr>
          <a:xfrm>
            <a:off x="5004701" y="6589414"/>
            <a:ext cx="761999" cy="292018"/>
          </a:xfrm>
          <a:prstGeom prst="rect">
            <a:avLst/>
          </a:prstGeom>
          <a:noFill/>
        </p:spPr>
        <p:txBody>
          <a:bodyPr wrap="square" lIns="91072" tIns="45537" rIns="91072" bIns="45537" rtlCol="0">
            <a:spAutoFit/>
          </a:bodyPr>
          <a:lstStyle/>
          <a:p>
            <a:pPr algn="ctr"/>
            <a:r>
              <a:rPr lang="en-US" sz="1300" b="1" baseline="0" dirty="0" smtClean="0">
                <a:latin typeface="Arial"/>
              </a:rPr>
              <a:t>CITI</a:t>
            </a:r>
            <a:endParaRPr lang="en-GB" sz="1300" b="1" baseline="0" dirty="0">
              <a:latin typeface="Arial"/>
            </a:endParaRPr>
          </a:p>
        </p:txBody>
      </p:sp>
      <p:sp>
        <p:nvSpPr>
          <p:cNvPr id="124" name="TextBox 123"/>
          <p:cNvSpPr txBox="1"/>
          <p:nvPr/>
        </p:nvSpPr>
        <p:spPr>
          <a:xfrm>
            <a:off x="418936" y="6589414"/>
            <a:ext cx="761999" cy="292018"/>
          </a:xfrm>
          <a:prstGeom prst="rect">
            <a:avLst/>
          </a:prstGeom>
          <a:noFill/>
        </p:spPr>
        <p:txBody>
          <a:bodyPr wrap="square" lIns="91072" tIns="45537" rIns="91072" bIns="45537" rtlCol="0">
            <a:spAutoFit/>
          </a:bodyPr>
          <a:lstStyle/>
          <a:p>
            <a:pPr algn="ctr"/>
            <a:r>
              <a:rPr lang="en-US" sz="1300" b="1" baseline="0" dirty="0" smtClean="0"/>
              <a:t>BOA</a:t>
            </a:r>
            <a:endParaRPr lang="en-GB" sz="1300" b="1" baseline="0" dirty="0"/>
          </a:p>
        </p:txBody>
      </p:sp>
      <p:sp>
        <p:nvSpPr>
          <p:cNvPr id="126" name="TextBox 125"/>
          <p:cNvSpPr txBox="1"/>
          <p:nvPr/>
        </p:nvSpPr>
        <p:spPr>
          <a:xfrm>
            <a:off x="2267838" y="6589414"/>
            <a:ext cx="761999" cy="292018"/>
          </a:xfrm>
          <a:prstGeom prst="rect">
            <a:avLst/>
          </a:prstGeom>
          <a:noFill/>
        </p:spPr>
        <p:txBody>
          <a:bodyPr wrap="square" lIns="91072" tIns="45537" rIns="91072" bIns="45537" rtlCol="0">
            <a:spAutoFit/>
          </a:bodyPr>
          <a:lstStyle/>
          <a:p>
            <a:pPr algn="ctr"/>
            <a:r>
              <a:rPr lang="en-US" sz="1300" b="1" baseline="0" dirty="0" smtClean="0"/>
              <a:t>HSBC</a:t>
            </a:r>
            <a:endParaRPr lang="en-GB" sz="1300" b="1" baseline="0" dirty="0"/>
          </a:p>
        </p:txBody>
      </p:sp>
      <p:sp>
        <p:nvSpPr>
          <p:cNvPr id="127" name="TextBox 126"/>
          <p:cNvSpPr txBox="1"/>
          <p:nvPr/>
        </p:nvSpPr>
        <p:spPr>
          <a:xfrm>
            <a:off x="3941549" y="6589414"/>
            <a:ext cx="1066800" cy="292018"/>
          </a:xfrm>
          <a:prstGeom prst="rect">
            <a:avLst/>
          </a:prstGeom>
          <a:noFill/>
        </p:spPr>
        <p:txBody>
          <a:bodyPr wrap="square" lIns="91072" tIns="45537" rIns="91072" bIns="45537" rtlCol="0">
            <a:spAutoFit/>
          </a:bodyPr>
          <a:lstStyle/>
          <a:p>
            <a:pPr algn="ctr"/>
            <a:r>
              <a:rPr lang="en-US" sz="1300" b="1" baseline="0" dirty="0" smtClean="0"/>
              <a:t>Barclays</a:t>
            </a:r>
            <a:endParaRPr lang="en-GB" sz="1300" b="1" baseline="0" dirty="0"/>
          </a:p>
        </p:txBody>
      </p:sp>
      <p:sp>
        <p:nvSpPr>
          <p:cNvPr id="128" name="TextBox 127"/>
          <p:cNvSpPr txBox="1"/>
          <p:nvPr/>
        </p:nvSpPr>
        <p:spPr>
          <a:xfrm>
            <a:off x="1394683" y="6589414"/>
            <a:ext cx="669467" cy="292018"/>
          </a:xfrm>
          <a:prstGeom prst="rect">
            <a:avLst/>
          </a:prstGeom>
          <a:noFill/>
        </p:spPr>
        <p:txBody>
          <a:bodyPr wrap="square" lIns="91072" tIns="45537" rIns="91072" bIns="45537" rtlCol="0">
            <a:spAutoFit/>
          </a:bodyPr>
          <a:lstStyle/>
          <a:p>
            <a:pPr algn="ctr"/>
            <a:r>
              <a:rPr lang="en-US" sz="1300" b="1" baseline="0" dirty="0" smtClean="0"/>
              <a:t>RBS</a:t>
            </a:r>
            <a:endParaRPr lang="en-GB" sz="1300" b="1" baseline="0" dirty="0"/>
          </a:p>
        </p:txBody>
      </p:sp>
      <p:sp>
        <p:nvSpPr>
          <p:cNvPr id="56" name="TextBox 55"/>
          <p:cNvSpPr txBox="1"/>
          <p:nvPr/>
        </p:nvSpPr>
        <p:spPr>
          <a:xfrm>
            <a:off x="310440" y="6299993"/>
            <a:ext cx="506186" cy="255481"/>
          </a:xfrm>
          <a:prstGeom prst="rect">
            <a:avLst/>
          </a:prstGeom>
          <a:noFill/>
        </p:spPr>
        <p:txBody>
          <a:bodyPr wrap="square" lIns="90001" tIns="45002" rIns="90001" bIns="45002" rtlCol="0">
            <a:spAutoFit/>
          </a:bodyPr>
          <a:lstStyle/>
          <a:p>
            <a:r>
              <a:rPr lang="en-US" sz="1600" dirty="0" smtClean="0"/>
              <a:t>N/A</a:t>
            </a:r>
            <a:endParaRPr lang="en-GB" sz="1600" dirty="0"/>
          </a:p>
        </p:txBody>
      </p:sp>
      <p:sp>
        <p:nvSpPr>
          <p:cNvPr id="47" name="TextBox 46"/>
          <p:cNvSpPr txBox="1"/>
          <p:nvPr/>
        </p:nvSpPr>
        <p:spPr>
          <a:xfrm>
            <a:off x="41186" y="5519109"/>
            <a:ext cx="457200" cy="276999"/>
          </a:xfrm>
          <a:prstGeom prst="rect">
            <a:avLst/>
          </a:prstGeom>
          <a:noFill/>
        </p:spPr>
        <p:txBody>
          <a:bodyPr wrap="square" lIns="91072" tIns="45537" rIns="91072" bIns="45537" rtlCol="0">
            <a:spAutoFit/>
          </a:bodyPr>
          <a:lstStyle/>
          <a:p>
            <a:pPr algn="r"/>
            <a:r>
              <a:rPr lang="en-US" sz="1800" dirty="0" smtClean="0"/>
              <a:t>400</a:t>
            </a:r>
            <a:endParaRPr lang="en-GB" sz="1800" dirty="0"/>
          </a:p>
        </p:txBody>
      </p:sp>
      <p:sp>
        <p:nvSpPr>
          <p:cNvPr id="48" name="TextBox 47"/>
          <p:cNvSpPr txBox="1"/>
          <p:nvPr/>
        </p:nvSpPr>
        <p:spPr>
          <a:xfrm>
            <a:off x="41186" y="5097387"/>
            <a:ext cx="457200" cy="276999"/>
          </a:xfrm>
          <a:prstGeom prst="rect">
            <a:avLst/>
          </a:prstGeom>
          <a:noFill/>
        </p:spPr>
        <p:txBody>
          <a:bodyPr wrap="square" lIns="91072" tIns="45537" rIns="91072" bIns="45537" rtlCol="0">
            <a:spAutoFit/>
          </a:bodyPr>
          <a:lstStyle/>
          <a:p>
            <a:pPr algn="r"/>
            <a:r>
              <a:rPr lang="en-US" sz="1800" dirty="0" smtClean="0"/>
              <a:t>600</a:t>
            </a:r>
            <a:endParaRPr lang="en-GB" sz="1800" dirty="0"/>
          </a:p>
        </p:txBody>
      </p:sp>
      <p:sp>
        <p:nvSpPr>
          <p:cNvPr id="52" name="Rectangle 14"/>
          <p:cNvSpPr>
            <a:spLocks noChangeArrowheads="1"/>
          </p:cNvSpPr>
          <p:nvPr/>
        </p:nvSpPr>
        <p:spPr bwMode="auto">
          <a:xfrm>
            <a:off x="1475567" y="7084992"/>
            <a:ext cx="5403702" cy="230624"/>
          </a:xfrm>
          <a:prstGeom prst="rect">
            <a:avLst/>
          </a:prstGeom>
          <a:noFill/>
          <a:ln w="9525">
            <a:noFill/>
            <a:miter lim="800000"/>
            <a:headEnd/>
            <a:tailEnd/>
          </a:ln>
        </p:spPr>
        <p:txBody>
          <a:bodyPr wrap="square" lIns="90975" tIns="45489" rIns="90975" bIns="45489">
            <a:spAutoFit/>
          </a:bodyPr>
          <a:lstStyle/>
          <a:p>
            <a:pPr marL="227672" lvl="1" indent="-227672"/>
            <a:r>
              <a:rPr lang="en-US" baseline="30000" dirty="0" smtClean="0">
                <a:solidFill>
                  <a:srgbClr val="005C87"/>
                </a:solidFill>
                <a:latin typeface="Arial" pitchFamily="34" charset="0"/>
                <a:cs typeface="Arial" pitchFamily="34" charset="0"/>
              </a:rPr>
              <a:t>1</a:t>
            </a:r>
            <a:r>
              <a:rPr lang="en-US" baseline="0" dirty="0" smtClean="0">
                <a:solidFill>
                  <a:srgbClr val="005C87"/>
                </a:solidFill>
                <a:latin typeface="Arial" pitchFamily="34" charset="0"/>
                <a:cs typeface="Arial" pitchFamily="34" charset="0"/>
              </a:rPr>
              <a:t> SCB data on Management view</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5218" name="Picture 2"/>
          <p:cNvPicPr>
            <a:picLocks noChangeAspect="1" noChangeArrowheads="1"/>
          </p:cNvPicPr>
          <p:nvPr/>
        </p:nvPicPr>
        <p:blipFill>
          <a:blip r:embed="rId3" cstate="print"/>
          <a:srcRect/>
          <a:stretch>
            <a:fillRect/>
          </a:stretch>
        </p:blipFill>
        <p:spPr bwMode="auto">
          <a:xfrm>
            <a:off x="839616" y="2038903"/>
            <a:ext cx="2218408" cy="1391336"/>
          </a:xfrm>
          <a:prstGeom prst="rect">
            <a:avLst/>
          </a:prstGeom>
          <a:noFill/>
          <a:ln w="9525">
            <a:noFill/>
            <a:miter lim="800000"/>
            <a:headEnd/>
            <a:tailEnd/>
          </a:ln>
          <a:effectLst/>
        </p:spPr>
      </p:pic>
      <p:grpSp>
        <p:nvGrpSpPr>
          <p:cNvPr id="2" name="Group 36"/>
          <p:cNvGrpSpPr/>
          <p:nvPr/>
        </p:nvGrpSpPr>
        <p:grpSpPr>
          <a:xfrm>
            <a:off x="3900851" y="1533446"/>
            <a:ext cx="3578971" cy="2338606"/>
            <a:chOff x="5724279" y="3951209"/>
            <a:chExt cx="3642669" cy="2380228"/>
          </a:xfrm>
        </p:grpSpPr>
        <p:pic>
          <p:nvPicPr>
            <p:cNvPr id="1026" name="Picture 2"/>
            <p:cNvPicPr>
              <a:picLocks noChangeAspect="1" noChangeArrowheads="1"/>
            </p:cNvPicPr>
            <p:nvPr/>
          </p:nvPicPr>
          <p:blipFill>
            <a:blip r:embed="rId4" cstate="print"/>
            <a:srcRect/>
            <a:stretch>
              <a:fillRect/>
            </a:stretch>
          </p:blipFill>
          <p:spPr bwMode="auto">
            <a:xfrm>
              <a:off x="5724279" y="3951209"/>
              <a:ext cx="3642669" cy="2380228"/>
            </a:xfrm>
            <a:prstGeom prst="rect">
              <a:avLst/>
            </a:prstGeom>
            <a:noFill/>
            <a:ln w="9525">
              <a:noFill/>
              <a:miter lim="800000"/>
              <a:headEnd/>
              <a:tailEnd/>
            </a:ln>
            <a:effectLst/>
          </p:spPr>
        </p:pic>
        <p:sp>
          <p:nvSpPr>
            <p:cNvPr id="33" name="TextBox 32"/>
            <p:cNvSpPr txBox="1"/>
            <p:nvPr/>
          </p:nvSpPr>
          <p:spPr>
            <a:xfrm>
              <a:off x="7652203" y="4470224"/>
              <a:ext cx="488043" cy="276302"/>
            </a:xfrm>
            <a:prstGeom prst="rect">
              <a:avLst/>
            </a:prstGeom>
            <a:noFill/>
          </p:spPr>
          <p:txBody>
            <a:bodyPr wrap="square" rtlCol="0">
              <a:spAutoFit/>
            </a:bodyPr>
            <a:lstStyle/>
            <a:p>
              <a:r>
                <a:rPr lang="en-US" sz="1100" baseline="0" dirty="0" smtClean="0">
                  <a:solidFill>
                    <a:schemeClr val="bg1"/>
                  </a:solidFill>
                </a:rPr>
                <a:t>92</a:t>
              </a:r>
              <a:endParaRPr lang="en-GB" sz="1100" baseline="0" dirty="0">
                <a:solidFill>
                  <a:schemeClr val="bg1"/>
                </a:solidFill>
              </a:endParaRPr>
            </a:p>
          </p:txBody>
        </p:sp>
        <p:sp>
          <p:nvSpPr>
            <p:cNvPr id="34" name="TextBox 33"/>
            <p:cNvSpPr txBox="1"/>
            <p:nvPr/>
          </p:nvSpPr>
          <p:spPr>
            <a:xfrm>
              <a:off x="6864157" y="4733343"/>
              <a:ext cx="488043" cy="276302"/>
            </a:xfrm>
            <a:prstGeom prst="rect">
              <a:avLst/>
            </a:prstGeom>
            <a:noFill/>
          </p:spPr>
          <p:txBody>
            <a:bodyPr wrap="square" rtlCol="0">
              <a:spAutoFit/>
            </a:bodyPr>
            <a:lstStyle/>
            <a:p>
              <a:r>
                <a:rPr lang="en-US" sz="1100" baseline="0" dirty="0" smtClean="0">
                  <a:solidFill>
                    <a:schemeClr val="bg1"/>
                  </a:solidFill>
                </a:rPr>
                <a:t>187</a:t>
              </a:r>
              <a:endParaRPr lang="en-GB" sz="1100" baseline="0" dirty="0">
                <a:solidFill>
                  <a:schemeClr val="bg1"/>
                </a:solidFill>
              </a:endParaRPr>
            </a:p>
          </p:txBody>
        </p:sp>
        <p:sp>
          <p:nvSpPr>
            <p:cNvPr id="36" name="TextBox 35"/>
            <p:cNvSpPr txBox="1"/>
            <p:nvPr/>
          </p:nvSpPr>
          <p:spPr>
            <a:xfrm>
              <a:off x="7482750" y="5382593"/>
              <a:ext cx="488043" cy="276302"/>
            </a:xfrm>
            <a:prstGeom prst="rect">
              <a:avLst/>
            </a:prstGeom>
            <a:noFill/>
          </p:spPr>
          <p:txBody>
            <a:bodyPr wrap="square" rtlCol="0">
              <a:spAutoFit/>
            </a:bodyPr>
            <a:lstStyle/>
            <a:p>
              <a:pPr algn="ctr"/>
              <a:r>
                <a:rPr lang="en-US" sz="1100" baseline="0" dirty="0" smtClean="0">
                  <a:solidFill>
                    <a:schemeClr val="bg1"/>
                  </a:solidFill>
                </a:rPr>
                <a:t>279</a:t>
              </a:r>
              <a:endParaRPr lang="en-GB" sz="1100" baseline="0" dirty="0">
                <a:solidFill>
                  <a:schemeClr val="bg1"/>
                </a:solidFill>
              </a:endParaRPr>
            </a:p>
          </p:txBody>
        </p:sp>
      </p:grpSp>
      <p:pic>
        <p:nvPicPr>
          <p:cNvPr id="3074" name="Picture 2"/>
          <p:cNvPicPr>
            <a:picLocks noChangeAspect="1" noChangeArrowheads="1"/>
          </p:cNvPicPr>
          <p:nvPr/>
        </p:nvPicPr>
        <p:blipFill>
          <a:blip r:embed="rId5" cstate="print"/>
          <a:srcRect/>
          <a:stretch>
            <a:fillRect/>
          </a:stretch>
        </p:blipFill>
        <p:spPr bwMode="auto">
          <a:xfrm>
            <a:off x="2241803" y="1838767"/>
            <a:ext cx="2773566" cy="1808846"/>
          </a:xfrm>
          <a:prstGeom prst="rect">
            <a:avLst/>
          </a:prstGeom>
          <a:noFill/>
          <a:ln w="9525">
            <a:noFill/>
            <a:miter lim="800000"/>
            <a:headEnd/>
            <a:tailEnd/>
          </a:ln>
          <a:effectLst/>
        </p:spPr>
      </p:pic>
      <p:sp>
        <p:nvSpPr>
          <p:cNvPr id="14337" name="Rectangle 2"/>
          <p:cNvSpPr>
            <a:spLocks noGrp="1" noChangeArrowheads="1"/>
          </p:cNvSpPr>
          <p:nvPr>
            <p:ph type="title" idx="4294967295"/>
          </p:nvPr>
        </p:nvSpPr>
        <p:spPr>
          <a:xfrm>
            <a:off x="354551" y="367562"/>
            <a:ext cx="9869117" cy="588098"/>
          </a:xfrm>
        </p:spPr>
        <p:txBody>
          <a:bodyPr tIns="51916" rIns="103831" bIns="51916"/>
          <a:lstStyle/>
          <a:p>
            <a:pPr defTabSz="1035651" eaLnBrk="1" hangingPunct="1">
              <a:defRPr/>
            </a:pPr>
            <a:r>
              <a:rPr lang="en-US" sz="2200" dirty="0" smtClean="0">
                <a:cs typeface="Arial" charset="0"/>
              </a:rPr>
              <a:t>Strong growth in </a:t>
            </a:r>
            <a:r>
              <a:rPr lang="en-US" sz="2200" dirty="0" err="1" smtClean="0">
                <a:cs typeface="Arial" charset="0"/>
              </a:rPr>
              <a:t>Citi’s</a:t>
            </a:r>
            <a:r>
              <a:rPr lang="en-US" sz="2200" dirty="0" smtClean="0">
                <a:cs typeface="Arial" charset="0"/>
              </a:rPr>
              <a:t> WB Equivalent Lending Balance Sheet in Asia</a:t>
            </a:r>
            <a:endParaRPr lang="en-US" sz="2200" dirty="0" smtClean="0">
              <a:latin typeface="Arial"/>
              <a:ea typeface="+mn-ea"/>
              <a:cs typeface="Arial" charset="0"/>
            </a:endParaRPr>
          </a:p>
        </p:txBody>
      </p:sp>
      <p:sp>
        <p:nvSpPr>
          <p:cNvPr id="13" name="Line 30"/>
          <p:cNvSpPr>
            <a:spLocks noChangeShapeType="1"/>
          </p:cNvSpPr>
          <p:nvPr/>
        </p:nvSpPr>
        <p:spPr bwMode="auto">
          <a:xfrm>
            <a:off x="449426" y="4301629"/>
            <a:ext cx="6126845" cy="0"/>
          </a:xfrm>
          <a:prstGeom prst="line">
            <a:avLst/>
          </a:prstGeom>
          <a:noFill/>
          <a:ln w="9525">
            <a:solidFill>
              <a:schemeClr val="accent1"/>
            </a:solidFill>
            <a:round/>
            <a:headEnd/>
            <a:tailEnd/>
          </a:ln>
        </p:spPr>
        <p:txBody>
          <a:bodyPr lIns="103868" tIns="51934" rIns="103868" bIns="51934"/>
          <a:lstStyle/>
          <a:p>
            <a:endParaRPr lang="en-US" sz="2100" baseline="0" dirty="0">
              <a:solidFill>
                <a:srgbClr val="005C87"/>
              </a:solidFill>
            </a:endParaRPr>
          </a:p>
        </p:txBody>
      </p:sp>
      <p:sp>
        <p:nvSpPr>
          <p:cNvPr id="26" name="TextBox 25"/>
          <p:cNvSpPr txBox="1"/>
          <p:nvPr/>
        </p:nvSpPr>
        <p:spPr>
          <a:xfrm>
            <a:off x="1517230" y="3355349"/>
            <a:ext cx="881741" cy="292018"/>
          </a:xfrm>
          <a:prstGeom prst="rect">
            <a:avLst/>
          </a:prstGeom>
          <a:solidFill>
            <a:schemeClr val="bg1"/>
          </a:solidFill>
          <a:ln>
            <a:solidFill>
              <a:schemeClr val="bg1"/>
            </a:solidFill>
          </a:ln>
        </p:spPr>
        <p:txBody>
          <a:bodyPr wrap="square" lIns="91072" tIns="45537" rIns="91072" bIns="45537" rtlCol="0">
            <a:spAutoFit/>
          </a:bodyPr>
          <a:lstStyle/>
          <a:p>
            <a:pPr algn="ctr"/>
            <a:r>
              <a:rPr lang="en-US" sz="1300" b="1" baseline="0" dirty="0" smtClean="0">
                <a:latin typeface="+mn-lt"/>
              </a:rPr>
              <a:t>SCB </a:t>
            </a:r>
            <a:r>
              <a:rPr lang="en-US" sz="1300" b="1" baseline="30000" dirty="0" smtClean="0">
                <a:latin typeface="+mn-lt"/>
              </a:rPr>
              <a:t>5</a:t>
            </a:r>
            <a:endParaRPr lang="en-GB" sz="1300" b="1" baseline="30000" dirty="0">
              <a:latin typeface="+mn-lt"/>
            </a:endParaRPr>
          </a:p>
        </p:txBody>
      </p:sp>
      <p:sp>
        <p:nvSpPr>
          <p:cNvPr id="28" name="TextBox 27"/>
          <p:cNvSpPr txBox="1"/>
          <p:nvPr/>
        </p:nvSpPr>
        <p:spPr>
          <a:xfrm>
            <a:off x="3242148" y="3548417"/>
            <a:ext cx="761999" cy="292018"/>
          </a:xfrm>
          <a:prstGeom prst="rect">
            <a:avLst/>
          </a:prstGeom>
          <a:noFill/>
        </p:spPr>
        <p:txBody>
          <a:bodyPr wrap="square" lIns="91072" tIns="45537" rIns="91072" bIns="45537" rtlCol="0">
            <a:spAutoFit/>
          </a:bodyPr>
          <a:lstStyle/>
          <a:p>
            <a:pPr algn="ctr"/>
            <a:r>
              <a:rPr lang="en-US" sz="1300" b="1" baseline="0" dirty="0" smtClean="0">
                <a:latin typeface="+mn-lt"/>
              </a:rPr>
              <a:t>CITI </a:t>
            </a:r>
            <a:r>
              <a:rPr lang="en-US" sz="1300" b="1" baseline="30000" dirty="0" smtClean="0">
                <a:latin typeface="+mn-lt"/>
              </a:rPr>
              <a:t>1</a:t>
            </a:r>
            <a:endParaRPr lang="en-GB" sz="1300" b="1" baseline="30000" dirty="0">
              <a:latin typeface="+mn-lt"/>
            </a:endParaRPr>
          </a:p>
        </p:txBody>
      </p:sp>
      <p:sp>
        <p:nvSpPr>
          <p:cNvPr id="35" name="TextBox 34"/>
          <p:cNvSpPr txBox="1"/>
          <p:nvPr/>
        </p:nvSpPr>
        <p:spPr>
          <a:xfrm>
            <a:off x="5409320" y="3685048"/>
            <a:ext cx="761999" cy="292018"/>
          </a:xfrm>
          <a:prstGeom prst="rect">
            <a:avLst/>
          </a:prstGeom>
          <a:noFill/>
        </p:spPr>
        <p:txBody>
          <a:bodyPr wrap="square" lIns="91072" tIns="45537" rIns="91072" bIns="45537" rtlCol="0">
            <a:spAutoFit/>
          </a:bodyPr>
          <a:lstStyle/>
          <a:p>
            <a:r>
              <a:rPr lang="en-US" sz="1300" b="1" baseline="0" dirty="0" smtClean="0"/>
              <a:t>HSBC</a:t>
            </a:r>
            <a:endParaRPr lang="en-GB" sz="1300" b="1" baseline="0" dirty="0"/>
          </a:p>
        </p:txBody>
      </p:sp>
      <p:sp>
        <p:nvSpPr>
          <p:cNvPr id="88" name="TextBox 87"/>
          <p:cNvSpPr txBox="1"/>
          <p:nvPr/>
        </p:nvSpPr>
        <p:spPr>
          <a:xfrm>
            <a:off x="703937" y="2256637"/>
            <a:ext cx="381000" cy="184665"/>
          </a:xfrm>
          <a:prstGeom prst="rect">
            <a:avLst/>
          </a:prstGeom>
          <a:noFill/>
        </p:spPr>
        <p:txBody>
          <a:bodyPr wrap="square" lIns="91072" tIns="45537" rIns="91072" bIns="45537" rtlCol="0">
            <a:spAutoFit/>
          </a:bodyPr>
          <a:lstStyle/>
          <a:p>
            <a:endParaRPr lang="en-GB" dirty="0"/>
          </a:p>
        </p:txBody>
      </p:sp>
      <p:sp>
        <p:nvSpPr>
          <p:cNvPr id="111" name="Rectangle 3"/>
          <p:cNvSpPr>
            <a:spLocks noChangeArrowheads="1"/>
          </p:cNvSpPr>
          <p:nvPr/>
        </p:nvSpPr>
        <p:spPr bwMode="auto">
          <a:xfrm>
            <a:off x="6825343" y="1691151"/>
            <a:ext cx="3606803" cy="5369708"/>
          </a:xfrm>
          <a:prstGeom prst="rect">
            <a:avLst/>
          </a:prstGeom>
          <a:noFill/>
          <a:ln w="9525">
            <a:noFill/>
            <a:miter lim="800000"/>
            <a:headEnd/>
            <a:tailEnd/>
          </a:ln>
        </p:spPr>
        <p:txBody>
          <a:bodyPr lIns="0" tIns="0" rIns="0" bIns="0"/>
          <a:lstStyle/>
          <a:p>
            <a:pPr marL="302603" lvl="1" indent="-301027" defTabSz="1035468">
              <a:spcBef>
                <a:spcPct val="30000"/>
              </a:spcBef>
              <a:spcAft>
                <a:spcPct val="20000"/>
              </a:spcAft>
              <a:buClr>
                <a:srgbClr val="22AA47"/>
              </a:buClr>
              <a:buSzPct val="110000"/>
              <a:buFont typeface="Wingdings" pitchFamily="2" charset="2"/>
              <a:buChar char="§"/>
            </a:pPr>
            <a:r>
              <a:rPr lang="en-US" sz="1400" baseline="0" dirty="0" err="1" smtClean="0">
                <a:solidFill>
                  <a:srgbClr val="005C87"/>
                </a:solidFill>
              </a:rPr>
              <a:t>Citi</a:t>
            </a:r>
            <a:r>
              <a:rPr lang="en-US" sz="1400" baseline="0" dirty="0" smtClean="0">
                <a:solidFill>
                  <a:srgbClr val="005C87"/>
                </a:solidFill>
              </a:rPr>
              <a:t>  had very strong growth in Asia (+32% 2Yr CAGR), which accounts for 27% of their loan portfolio, up from  +22% in 2010. The trend matched group investment in Asia – Citigroup opened 65 branches in 2011, mostly in LATAM and Asia. </a:t>
            </a:r>
            <a:r>
              <a:rPr lang="en-GB" sz="1400" baseline="0" dirty="0" err="1" smtClean="0">
                <a:solidFill>
                  <a:srgbClr val="005C87"/>
                </a:solidFill>
              </a:rPr>
              <a:t>Citi</a:t>
            </a:r>
            <a:r>
              <a:rPr lang="en-GB" sz="1400" baseline="0" dirty="0" smtClean="0">
                <a:solidFill>
                  <a:srgbClr val="005C87"/>
                </a:solidFill>
              </a:rPr>
              <a:t> also reported that its deposits and assets under management in Asia hit an all-time high, which is indicative of their continued growth in Asia.</a:t>
            </a:r>
          </a:p>
          <a:p>
            <a:pPr marL="302603" lvl="1" indent="-301027" defTabSz="1035468">
              <a:spcBef>
                <a:spcPct val="30000"/>
              </a:spcBef>
              <a:spcAft>
                <a:spcPct val="20000"/>
              </a:spcAft>
              <a:buClr>
                <a:srgbClr val="22AA47"/>
              </a:buClr>
              <a:buSzPct val="110000"/>
              <a:buFont typeface="Wingdings" pitchFamily="2" charset="2"/>
              <a:buChar char="§"/>
            </a:pPr>
            <a:r>
              <a:rPr lang="en-US" sz="1400" baseline="0" dirty="0" smtClean="0">
                <a:solidFill>
                  <a:srgbClr val="005C87"/>
                </a:solidFill>
              </a:rPr>
              <a:t>HSBC’s end-2012 WB Equivalent lending grew by +9% </a:t>
            </a:r>
            <a:r>
              <a:rPr lang="en-US" sz="1400" baseline="0" dirty="0" err="1" smtClean="0">
                <a:solidFill>
                  <a:srgbClr val="005C87"/>
                </a:solidFill>
              </a:rPr>
              <a:t>YoY</a:t>
            </a:r>
            <a:r>
              <a:rPr lang="en-US" sz="1400" baseline="0" dirty="0" smtClean="0">
                <a:solidFill>
                  <a:srgbClr val="005C87"/>
                </a:solidFill>
              </a:rPr>
              <a:t> with Asia as the second largest region achieving the highest 2-year CAGR of +13%. HSBC’s focus on corporate and commercial customers that trade internationally resulted in a </a:t>
            </a:r>
            <a:r>
              <a:rPr lang="en-US" sz="1400" baseline="0" dirty="0" err="1" smtClean="0">
                <a:solidFill>
                  <a:srgbClr val="005C87"/>
                </a:solidFill>
              </a:rPr>
              <a:t>YoY</a:t>
            </a:r>
            <a:r>
              <a:rPr lang="en-US" sz="1400" baseline="0" dirty="0" smtClean="0">
                <a:solidFill>
                  <a:srgbClr val="005C87"/>
                </a:solidFill>
              </a:rPr>
              <a:t> increase in term and trade-related lending in Asia. HSBC also increased lending to Commercial Banking unit customers in Europe (notably UK) and in North America, reflecting their focus on target segments in the US.</a:t>
            </a:r>
          </a:p>
        </p:txBody>
      </p:sp>
      <p:sp>
        <p:nvSpPr>
          <p:cNvPr id="114" name="Rectangle 39"/>
          <p:cNvSpPr>
            <a:spLocks noChangeArrowheads="1"/>
          </p:cNvSpPr>
          <p:nvPr/>
        </p:nvSpPr>
        <p:spPr bwMode="auto">
          <a:xfrm>
            <a:off x="449401" y="1322841"/>
            <a:ext cx="6187257" cy="326208"/>
          </a:xfrm>
          <a:prstGeom prst="rect">
            <a:avLst/>
          </a:prstGeom>
          <a:noFill/>
          <a:ln w="9525">
            <a:noFill/>
            <a:miter lim="800000"/>
            <a:headEnd/>
            <a:tailEnd/>
          </a:ln>
        </p:spPr>
        <p:txBody>
          <a:bodyPr lIns="0" tIns="0" rIns="0" bIns="0"/>
          <a:lstStyle/>
          <a:p>
            <a:pPr defTabSz="1035468">
              <a:spcBef>
                <a:spcPct val="40000"/>
              </a:spcBef>
              <a:spcAft>
                <a:spcPct val="20000"/>
              </a:spcAft>
              <a:buClr>
                <a:srgbClr val="005C87"/>
              </a:buClr>
            </a:pPr>
            <a:r>
              <a:rPr lang="en-AU" sz="1300" b="1" baseline="0" dirty="0" smtClean="0">
                <a:solidFill>
                  <a:srgbClr val="005C87"/>
                </a:solidFill>
              </a:rPr>
              <a:t> End-2012 WB Equivalent </a:t>
            </a:r>
            <a:r>
              <a:rPr lang="en-US" sz="1300" b="1" baseline="0" dirty="0" smtClean="0">
                <a:solidFill>
                  <a:srgbClr val="005C87"/>
                </a:solidFill>
              </a:rPr>
              <a:t>Lending Balance Sheet by Geography </a:t>
            </a:r>
            <a:r>
              <a:rPr lang="en-US" sz="1300" baseline="0" dirty="0" smtClean="0">
                <a:solidFill>
                  <a:srgbClr val="005C87"/>
                </a:solidFill>
              </a:rPr>
              <a:t>($</a:t>
            </a:r>
            <a:r>
              <a:rPr lang="en-US" sz="1300" baseline="0" dirty="0" err="1" smtClean="0">
                <a:solidFill>
                  <a:srgbClr val="005C87"/>
                </a:solidFill>
              </a:rPr>
              <a:t>bn</a:t>
            </a:r>
            <a:r>
              <a:rPr lang="en-US" sz="1300" baseline="0" dirty="0" smtClean="0">
                <a:solidFill>
                  <a:srgbClr val="005C87"/>
                </a:solidFill>
              </a:rPr>
              <a:t>)</a:t>
            </a:r>
            <a:endParaRPr lang="en-AU" sz="1300" baseline="0" dirty="0">
              <a:solidFill>
                <a:srgbClr val="005C87"/>
              </a:solidFill>
            </a:endParaRPr>
          </a:p>
        </p:txBody>
      </p:sp>
      <p:sp>
        <p:nvSpPr>
          <p:cNvPr id="115" name="Rectangle 39"/>
          <p:cNvSpPr>
            <a:spLocks noChangeArrowheads="1"/>
          </p:cNvSpPr>
          <p:nvPr/>
        </p:nvSpPr>
        <p:spPr bwMode="auto">
          <a:xfrm>
            <a:off x="449403" y="3997169"/>
            <a:ext cx="4815656" cy="326208"/>
          </a:xfrm>
          <a:prstGeom prst="rect">
            <a:avLst/>
          </a:prstGeom>
          <a:noFill/>
          <a:ln w="9525">
            <a:noFill/>
            <a:miter lim="800000"/>
            <a:headEnd/>
            <a:tailEnd/>
          </a:ln>
        </p:spPr>
        <p:txBody>
          <a:bodyPr lIns="0" tIns="0" rIns="0" bIns="0"/>
          <a:lstStyle/>
          <a:p>
            <a:pPr defTabSz="1035468">
              <a:spcBef>
                <a:spcPct val="40000"/>
              </a:spcBef>
              <a:spcAft>
                <a:spcPct val="20000"/>
              </a:spcAft>
              <a:buClr>
                <a:srgbClr val="005C87"/>
              </a:buClr>
            </a:pPr>
            <a:r>
              <a:rPr lang="en-AU" sz="1300" b="1" baseline="0" dirty="0" smtClean="0">
                <a:solidFill>
                  <a:srgbClr val="005C87"/>
                </a:solidFill>
              </a:rPr>
              <a:t> </a:t>
            </a:r>
            <a:r>
              <a:rPr lang="en-US" sz="1300" b="1" baseline="0" dirty="0" smtClean="0">
                <a:solidFill>
                  <a:srgbClr val="005C87"/>
                </a:solidFill>
              </a:rPr>
              <a:t>Growth by region</a:t>
            </a:r>
            <a:endParaRPr lang="en-AU" sz="1300" b="1" baseline="0" dirty="0">
              <a:solidFill>
                <a:srgbClr val="005C87"/>
              </a:solidFill>
            </a:endParaRPr>
          </a:p>
        </p:txBody>
      </p:sp>
      <p:sp>
        <p:nvSpPr>
          <p:cNvPr id="117" name="Line 30"/>
          <p:cNvSpPr>
            <a:spLocks noChangeShapeType="1"/>
          </p:cNvSpPr>
          <p:nvPr/>
        </p:nvSpPr>
        <p:spPr bwMode="auto">
          <a:xfrm>
            <a:off x="449426" y="1603919"/>
            <a:ext cx="6126845" cy="3176"/>
          </a:xfrm>
          <a:prstGeom prst="line">
            <a:avLst/>
          </a:prstGeom>
          <a:noFill/>
          <a:ln w="9525">
            <a:solidFill>
              <a:schemeClr val="accent1"/>
            </a:solidFill>
            <a:round/>
            <a:headEnd/>
            <a:tailEnd/>
          </a:ln>
        </p:spPr>
        <p:txBody>
          <a:bodyPr lIns="90784" tIns="45393" rIns="90784" bIns="45393"/>
          <a:lstStyle/>
          <a:p>
            <a:endParaRPr lang="en-US" dirty="0"/>
          </a:p>
        </p:txBody>
      </p:sp>
      <p:cxnSp>
        <p:nvCxnSpPr>
          <p:cNvPr id="52" name="Straight Connector 51"/>
          <p:cNvCxnSpPr/>
          <p:nvPr/>
        </p:nvCxnSpPr>
        <p:spPr>
          <a:xfrm flipV="1">
            <a:off x="1943100" y="1737360"/>
            <a:ext cx="3741420" cy="426721"/>
          </a:xfrm>
          <a:prstGeom prst="line">
            <a:avLst/>
          </a:prstGeom>
          <a:ln w="15875" cmpd="dbl">
            <a:prstDash val="sysDash"/>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1950720" y="3329940"/>
            <a:ext cx="3741420" cy="335280"/>
          </a:xfrm>
          <a:prstGeom prst="line">
            <a:avLst/>
          </a:prstGeom>
          <a:ln w="15875" cmpd="dbl">
            <a:prstDash val="sysDash"/>
          </a:ln>
        </p:spPr>
        <p:style>
          <a:lnRef idx="1">
            <a:schemeClr val="accent1"/>
          </a:lnRef>
          <a:fillRef idx="0">
            <a:schemeClr val="accent1"/>
          </a:fillRef>
          <a:effectRef idx="0">
            <a:schemeClr val="accent1"/>
          </a:effectRef>
          <a:fontRef idx="minor">
            <a:schemeClr val="tx1"/>
          </a:fontRef>
        </p:style>
      </p:cxnSp>
      <p:pic>
        <p:nvPicPr>
          <p:cNvPr id="3077" name="Picture 5"/>
          <p:cNvPicPr>
            <a:picLocks noChangeAspect="1" noChangeArrowheads="1"/>
          </p:cNvPicPr>
          <p:nvPr/>
        </p:nvPicPr>
        <p:blipFill>
          <a:blip r:embed="rId6" cstate="print"/>
          <a:srcRect/>
          <a:stretch>
            <a:fillRect/>
          </a:stretch>
        </p:blipFill>
        <p:spPr bwMode="auto">
          <a:xfrm>
            <a:off x="455384" y="1723231"/>
            <a:ext cx="1343025" cy="857250"/>
          </a:xfrm>
          <a:prstGeom prst="rect">
            <a:avLst/>
          </a:prstGeom>
          <a:noFill/>
          <a:ln w="9525">
            <a:noFill/>
            <a:miter lim="800000"/>
            <a:headEnd/>
            <a:tailEnd/>
          </a:ln>
          <a:effectLst/>
        </p:spPr>
      </p:pic>
      <p:sp>
        <p:nvSpPr>
          <p:cNvPr id="58" name="TextBox 57"/>
          <p:cNvSpPr txBox="1"/>
          <p:nvPr/>
        </p:nvSpPr>
        <p:spPr>
          <a:xfrm>
            <a:off x="1449894" y="2692568"/>
            <a:ext cx="488043" cy="261289"/>
          </a:xfrm>
          <a:prstGeom prst="rect">
            <a:avLst/>
          </a:prstGeom>
          <a:noFill/>
        </p:spPr>
        <p:txBody>
          <a:bodyPr wrap="square" lIns="91072" tIns="45537" rIns="91072" bIns="45537" rtlCol="0">
            <a:spAutoFit/>
          </a:bodyPr>
          <a:lstStyle/>
          <a:p>
            <a:pPr algn="ctr"/>
            <a:r>
              <a:rPr lang="en-US" sz="1100" baseline="0" dirty="0" smtClean="0">
                <a:solidFill>
                  <a:schemeClr val="bg1"/>
                </a:solidFill>
              </a:rPr>
              <a:t>144</a:t>
            </a:r>
            <a:endParaRPr lang="en-GB" sz="1100" baseline="0" dirty="0">
              <a:solidFill>
                <a:schemeClr val="bg1"/>
              </a:solidFill>
            </a:endParaRPr>
          </a:p>
        </p:txBody>
      </p:sp>
      <p:sp>
        <p:nvSpPr>
          <p:cNvPr id="73" name="TextBox 72"/>
          <p:cNvSpPr txBox="1"/>
          <p:nvPr/>
        </p:nvSpPr>
        <p:spPr>
          <a:xfrm>
            <a:off x="2091393" y="2519153"/>
            <a:ext cx="488043" cy="261610"/>
          </a:xfrm>
          <a:prstGeom prst="rect">
            <a:avLst/>
          </a:prstGeom>
          <a:noFill/>
        </p:spPr>
        <p:txBody>
          <a:bodyPr wrap="square" lIns="91072" tIns="45537" rIns="91072" bIns="45537" rtlCol="0">
            <a:spAutoFit/>
          </a:bodyPr>
          <a:lstStyle/>
          <a:p>
            <a:r>
              <a:rPr lang="en-US" sz="1100" baseline="0" dirty="0" smtClean="0">
                <a:solidFill>
                  <a:schemeClr val="bg1"/>
                </a:solidFill>
              </a:rPr>
              <a:t>59</a:t>
            </a:r>
            <a:endParaRPr lang="en-GB" sz="1100" baseline="0" dirty="0">
              <a:solidFill>
                <a:schemeClr val="bg1"/>
              </a:solidFill>
            </a:endParaRPr>
          </a:p>
        </p:txBody>
      </p:sp>
      <p:sp>
        <p:nvSpPr>
          <p:cNvPr id="75" name="TextBox 74"/>
          <p:cNvSpPr txBox="1"/>
          <p:nvPr/>
        </p:nvSpPr>
        <p:spPr>
          <a:xfrm>
            <a:off x="3108792" y="2335893"/>
            <a:ext cx="488043" cy="261610"/>
          </a:xfrm>
          <a:prstGeom prst="rect">
            <a:avLst/>
          </a:prstGeom>
          <a:noFill/>
        </p:spPr>
        <p:txBody>
          <a:bodyPr wrap="square" lIns="91072" tIns="45537" rIns="91072" bIns="45537" rtlCol="0">
            <a:spAutoFit/>
          </a:bodyPr>
          <a:lstStyle/>
          <a:p>
            <a:r>
              <a:rPr lang="en-US" sz="1100" baseline="0" dirty="0" smtClean="0">
                <a:solidFill>
                  <a:schemeClr val="bg1"/>
                </a:solidFill>
              </a:rPr>
              <a:t>63</a:t>
            </a:r>
            <a:endParaRPr lang="en-GB" sz="1100" baseline="0" dirty="0">
              <a:solidFill>
                <a:schemeClr val="bg1"/>
              </a:solidFill>
            </a:endParaRPr>
          </a:p>
        </p:txBody>
      </p:sp>
      <p:sp>
        <p:nvSpPr>
          <p:cNvPr id="76" name="TextBox 75"/>
          <p:cNvSpPr txBox="1"/>
          <p:nvPr/>
        </p:nvSpPr>
        <p:spPr>
          <a:xfrm>
            <a:off x="3751957" y="2561431"/>
            <a:ext cx="488043" cy="261610"/>
          </a:xfrm>
          <a:prstGeom prst="rect">
            <a:avLst/>
          </a:prstGeom>
          <a:noFill/>
        </p:spPr>
        <p:txBody>
          <a:bodyPr wrap="square" lIns="91072" tIns="45537" rIns="91072" bIns="45537" rtlCol="0">
            <a:spAutoFit/>
          </a:bodyPr>
          <a:lstStyle/>
          <a:p>
            <a:r>
              <a:rPr lang="en-US" sz="1100" baseline="0" dirty="0" smtClean="0">
                <a:solidFill>
                  <a:schemeClr val="bg1"/>
                </a:solidFill>
              </a:rPr>
              <a:t>118</a:t>
            </a:r>
            <a:endParaRPr lang="en-GB" sz="1100" baseline="0" dirty="0">
              <a:solidFill>
                <a:schemeClr val="bg1"/>
              </a:solidFill>
            </a:endParaRPr>
          </a:p>
        </p:txBody>
      </p:sp>
      <p:sp>
        <p:nvSpPr>
          <p:cNvPr id="77" name="TextBox 76"/>
          <p:cNvSpPr txBox="1"/>
          <p:nvPr/>
        </p:nvSpPr>
        <p:spPr>
          <a:xfrm>
            <a:off x="3162314" y="2949691"/>
            <a:ext cx="488043" cy="261610"/>
          </a:xfrm>
          <a:prstGeom prst="rect">
            <a:avLst/>
          </a:prstGeom>
          <a:noFill/>
        </p:spPr>
        <p:txBody>
          <a:bodyPr wrap="square" lIns="91072" tIns="45537" rIns="91072" bIns="45537" rtlCol="0">
            <a:spAutoFit/>
          </a:bodyPr>
          <a:lstStyle/>
          <a:p>
            <a:r>
              <a:rPr lang="en-US" sz="1100" baseline="0" dirty="0" smtClean="0">
                <a:solidFill>
                  <a:schemeClr val="bg1"/>
                </a:solidFill>
              </a:rPr>
              <a:t>53</a:t>
            </a:r>
            <a:endParaRPr lang="en-GB" sz="1100" baseline="0" dirty="0">
              <a:solidFill>
                <a:schemeClr val="bg1"/>
              </a:solidFill>
            </a:endParaRPr>
          </a:p>
        </p:txBody>
      </p:sp>
      <p:sp>
        <p:nvSpPr>
          <p:cNvPr id="81" name="TextBox 80"/>
          <p:cNvSpPr txBox="1"/>
          <p:nvPr/>
        </p:nvSpPr>
        <p:spPr>
          <a:xfrm>
            <a:off x="1873679" y="2191064"/>
            <a:ext cx="488043" cy="261610"/>
          </a:xfrm>
          <a:prstGeom prst="rect">
            <a:avLst/>
          </a:prstGeom>
          <a:noFill/>
        </p:spPr>
        <p:txBody>
          <a:bodyPr wrap="square" lIns="91072" tIns="45537" rIns="91072" bIns="45537" rtlCol="0">
            <a:spAutoFit/>
          </a:bodyPr>
          <a:lstStyle/>
          <a:p>
            <a:r>
              <a:rPr lang="en-US" sz="1100" baseline="0" dirty="0" smtClean="0">
                <a:solidFill>
                  <a:schemeClr val="bg1"/>
                </a:solidFill>
              </a:rPr>
              <a:t>20</a:t>
            </a:r>
            <a:endParaRPr lang="en-GB" sz="1100" baseline="0" dirty="0">
              <a:solidFill>
                <a:schemeClr val="bg1"/>
              </a:solidFill>
            </a:endParaRPr>
          </a:p>
        </p:txBody>
      </p:sp>
      <p:sp>
        <p:nvSpPr>
          <p:cNvPr id="82" name="Rounded Rectangle 81"/>
          <p:cNvSpPr/>
          <p:nvPr/>
        </p:nvSpPr>
        <p:spPr>
          <a:xfrm>
            <a:off x="2294616" y="4484066"/>
            <a:ext cx="2809424" cy="39392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0816" tIns="45409" rIns="90816" bIns="45409" rtlCol="0" anchor="ctr"/>
          <a:lstStyle/>
          <a:p>
            <a:pPr algn="ctr"/>
            <a:r>
              <a:rPr lang="en-US" sz="1400" b="1" baseline="0" dirty="0" smtClean="0">
                <a:solidFill>
                  <a:srgbClr val="005C87"/>
                </a:solidFill>
              </a:rPr>
              <a:t>2 Yr CAGR / Lending Assets</a:t>
            </a:r>
            <a:endParaRPr lang="en-GB" sz="1400" dirty="0"/>
          </a:p>
        </p:txBody>
      </p:sp>
      <p:sp>
        <p:nvSpPr>
          <p:cNvPr id="39" name="Rectangle 14"/>
          <p:cNvSpPr>
            <a:spLocks noChangeArrowheads="1"/>
          </p:cNvSpPr>
          <p:nvPr/>
        </p:nvSpPr>
        <p:spPr bwMode="auto">
          <a:xfrm>
            <a:off x="1443923" y="6906753"/>
            <a:ext cx="5403702" cy="507623"/>
          </a:xfrm>
          <a:prstGeom prst="rect">
            <a:avLst/>
          </a:prstGeom>
          <a:noFill/>
          <a:ln w="9525">
            <a:noFill/>
            <a:miter lim="800000"/>
            <a:headEnd/>
            <a:tailEnd/>
          </a:ln>
        </p:spPr>
        <p:txBody>
          <a:bodyPr wrap="square" lIns="90975" tIns="45489" rIns="90975" bIns="45489">
            <a:spAutoFit/>
          </a:bodyPr>
          <a:lstStyle/>
          <a:p>
            <a:pPr marL="227672" lvl="1" indent="-227672">
              <a:buFontTx/>
              <a:buAutoNum type="arabicParenBoth"/>
            </a:pPr>
            <a:r>
              <a:rPr lang="en-US" baseline="0" dirty="0" smtClean="0">
                <a:solidFill>
                  <a:srgbClr val="005C87"/>
                </a:solidFill>
                <a:latin typeface="Arial" pitchFamily="34" charset="0"/>
                <a:cs typeface="Arial" pitchFamily="34" charset="0"/>
              </a:rPr>
              <a:t>Average loans  (2) Americas includes North America and Latin America </a:t>
            </a:r>
          </a:p>
          <a:p>
            <a:pPr marL="227672" lvl="1" indent="-227672">
              <a:buAutoNum type="arabicParenBoth" startAt="3"/>
            </a:pPr>
            <a:r>
              <a:rPr lang="en-US" baseline="0" dirty="0" smtClean="0">
                <a:solidFill>
                  <a:srgbClr val="005C87"/>
                </a:solidFill>
                <a:latin typeface="Arial" pitchFamily="34" charset="0"/>
                <a:cs typeface="Arial" pitchFamily="34" charset="0"/>
              </a:rPr>
              <a:t>EMEA includes Europe , Middle East and North Africa  </a:t>
            </a:r>
          </a:p>
          <a:p>
            <a:pPr marL="227672" lvl="1" indent="-227672">
              <a:buAutoNum type="arabicParenBoth" startAt="3"/>
            </a:pPr>
            <a:r>
              <a:rPr lang="en-US" baseline="0" dirty="0" smtClean="0">
                <a:solidFill>
                  <a:srgbClr val="005C87"/>
                </a:solidFill>
                <a:latin typeface="Arial" pitchFamily="34" charset="0"/>
                <a:cs typeface="Arial" pitchFamily="34" charset="0"/>
              </a:rPr>
              <a:t> Asia includes Hong Kong and Rest of Asia Pacific  (5) Management view</a:t>
            </a:r>
          </a:p>
        </p:txBody>
      </p:sp>
      <p:sp>
        <p:nvSpPr>
          <p:cNvPr id="37" name="Line 30"/>
          <p:cNvSpPr>
            <a:spLocks noChangeShapeType="1"/>
          </p:cNvSpPr>
          <p:nvPr/>
        </p:nvSpPr>
        <p:spPr bwMode="auto">
          <a:xfrm>
            <a:off x="6902220" y="1607094"/>
            <a:ext cx="3649668" cy="0"/>
          </a:xfrm>
          <a:prstGeom prst="line">
            <a:avLst/>
          </a:prstGeom>
          <a:noFill/>
          <a:ln w="9525">
            <a:solidFill>
              <a:schemeClr val="accent1"/>
            </a:solidFill>
            <a:round/>
            <a:headEnd/>
            <a:tailEnd/>
          </a:ln>
        </p:spPr>
        <p:txBody>
          <a:bodyPr lIns="90784" tIns="45393" rIns="90784" bIns="45393"/>
          <a:lstStyle/>
          <a:p>
            <a:endParaRPr lang="en-US" dirty="0"/>
          </a:p>
        </p:txBody>
      </p:sp>
      <p:sp>
        <p:nvSpPr>
          <p:cNvPr id="38" name="Rectangle 39"/>
          <p:cNvSpPr>
            <a:spLocks noChangeArrowheads="1"/>
          </p:cNvSpPr>
          <p:nvPr/>
        </p:nvSpPr>
        <p:spPr bwMode="auto">
          <a:xfrm>
            <a:off x="6957795" y="1322841"/>
            <a:ext cx="2707995" cy="468312"/>
          </a:xfrm>
          <a:prstGeom prst="rect">
            <a:avLst/>
          </a:prstGeom>
          <a:noFill/>
          <a:ln w="9525">
            <a:noFill/>
            <a:miter lim="800000"/>
            <a:headEnd/>
            <a:tailEnd/>
          </a:ln>
        </p:spPr>
        <p:txBody>
          <a:bodyPr lIns="0" tIns="0" rIns="0" bIns="0"/>
          <a:lstStyle/>
          <a:p>
            <a:pPr defTabSz="1035468">
              <a:spcBef>
                <a:spcPct val="40000"/>
              </a:spcBef>
              <a:spcAft>
                <a:spcPct val="20000"/>
              </a:spcAft>
              <a:buClr>
                <a:srgbClr val="005C87"/>
              </a:buClr>
            </a:pPr>
            <a:r>
              <a:rPr lang="en-AU" sz="1300" b="1" baseline="0" dirty="0" smtClean="0">
                <a:solidFill>
                  <a:srgbClr val="005C87"/>
                </a:solidFill>
              </a:rPr>
              <a:t>Highlights</a:t>
            </a:r>
            <a:endParaRPr lang="en-AU" sz="1300" baseline="0" dirty="0">
              <a:solidFill>
                <a:srgbClr val="005C87"/>
              </a:solidFill>
            </a:endParaRPr>
          </a:p>
        </p:txBody>
      </p:sp>
      <p:pic>
        <p:nvPicPr>
          <p:cNvPr id="265219" name="Picture 3"/>
          <p:cNvPicPr>
            <a:picLocks noChangeAspect="1" noChangeArrowheads="1"/>
          </p:cNvPicPr>
          <p:nvPr/>
        </p:nvPicPr>
        <p:blipFill>
          <a:blip r:embed="rId7" cstate="print"/>
          <a:srcRect/>
          <a:stretch>
            <a:fillRect/>
          </a:stretch>
        </p:blipFill>
        <p:spPr bwMode="auto">
          <a:xfrm>
            <a:off x="474654" y="5054179"/>
            <a:ext cx="6179040" cy="1481759"/>
          </a:xfrm>
          <a:prstGeom prst="rect">
            <a:avLst/>
          </a:prstGeom>
          <a:noFill/>
          <a:ln w="9525">
            <a:noFill/>
            <a:miter lim="800000"/>
            <a:headEnd/>
            <a:tailEnd/>
          </a:ln>
          <a:effectLst/>
        </p:spPr>
      </p:pic>
      <p:sp>
        <p:nvSpPr>
          <p:cNvPr id="40" name="Oval 39"/>
          <p:cNvSpPr/>
          <p:nvPr/>
        </p:nvSpPr>
        <p:spPr bwMode="auto">
          <a:xfrm>
            <a:off x="2284969" y="6071941"/>
            <a:ext cx="705345" cy="265906"/>
          </a:xfrm>
          <a:prstGeom prst="ellipse">
            <a:avLst/>
          </a:prstGeom>
          <a:noFill/>
          <a:ln w="28575" cap="flat" cmpd="sng" algn="ctr">
            <a:solidFill>
              <a:srgbClr val="FF0000"/>
            </a:solidFill>
            <a:prstDash val="solid"/>
            <a:round/>
            <a:headEnd type="none" w="med" len="med"/>
            <a:tailEnd type="none" w="med" len="med"/>
          </a:ln>
          <a:effectLst/>
        </p:spPr>
        <p:txBody>
          <a:bodyPr vert="horz" wrap="square" lIns="88712" tIns="44356" rIns="88712" bIns="44356" numCol="1" rtlCol="0" anchor="t" anchorCtr="0" compatLnSpc="1">
            <a:prstTxWarp prst="textNoShape">
              <a:avLst/>
            </a:prstTxWarp>
          </a:bodyPr>
          <a:lstStyle/>
          <a:p>
            <a:pPr defTabSz="1011996">
              <a:spcBef>
                <a:spcPct val="40000"/>
              </a:spcBef>
              <a:spcAft>
                <a:spcPct val="40000"/>
              </a:spcAft>
            </a:pPr>
            <a:endParaRPr lang="en-GB" dirty="0">
              <a:latin typeface="Arial"/>
            </a:endParaRPr>
          </a:p>
        </p:txBody>
      </p:sp>
      <p:sp>
        <p:nvSpPr>
          <p:cNvPr id="41" name="Oval 40"/>
          <p:cNvSpPr/>
          <p:nvPr/>
        </p:nvSpPr>
        <p:spPr bwMode="auto">
          <a:xfrm>
            <a:off x="4084330" y="6071941"/>
            <a:ext cx="705345" cy="265906"/>
          </a:xfrm>
          <a:prstGeom prst="ellipse">
            <a:avLst/>
          </a:prstGeom>
          <a:noFill/>
          <a:ln w="28575" cap="flat" cmpd="sng" algn="ctr">
            <a:solidFill>
              <a:srgbClr val="FF0000"/>
            </a:solidFill>
            <a:prstDash val="solid"/>
            <a:round/>
            <a:headEnd type="none" w="med" len="med"/>
            <a:tailEnd type="none" w="med" len="med"/>
          </a:ln>
          <a:effectLst/>
        </p:spPr>
        <p:txBody>
          <a:bodyPr vert="horz" wrap="square" lIns="88712" tIns="44356" rIns="88712" bIns="44356" numCol="1" rtlCol="0" anchor="t" anchorCtr="0" compatLnSpc="1">
            <a:prstTxWarp prst="textNoShape">
              <a:avLst/>
            </a:prstTxWarp>
          </a:bodyPr>
          <a:lstStyle/>
          <a:p>
            <a:pPr defTabSz="1011996">
              <a:spcBef>
                <a:spcPct val="40000"/>
              </a:spcBef>
              <a:spcAft>
                <a:spcPct val="40000"/>
              </a:spcAft>
            </a:pPr>
            <a:endParaRPr lang="en-GB" dirty="0">
              <a:latin typeface="Arial"/>
            </a:endParaRPr>
          </a:p>
        </p:txBody>
      </p:sp>
      <p:sp>
        <p:nvSpPr>
          <p:cNvPr id="42" name="Oval 41"/>
          <p:cNvSpPr/>
          <p:nvPr/>
        </p:nvSpPr>
        <p:spPr bwMode="auto">
          <a:xfrm>
            <a:off x="5891582" y="6071941"/>
            <a:ext cx="705345" cy="265906"/>
          </a:xfrm>
          <a:prstGeom prst="ellipse">
            <a:avLst/>
          </a:prstGeom>
          <a:noFill/>
          <a:ln w="28575" cap="flat" cmpd="sng" algn="ctr">
            <a:solidFill>
              <a:srgbClr val="FF0000"/>
            </a:solidFill>
            <a:prstDash val="solid"/>
            <a:round/>
            <a:headEnd type="none" w="med" len="med"/>
            <a:tailEnd type="none" w="med" len="med"/>
          </a:ln>
          <a:effectLst/>
        </p:spPr>
        <p:txBody>
          <a:bodyPr vert="horz" wrap="square" lIns="88712" tIns="44356" rIns="88712" bIns="44356" numCol="1" rtlCol="0" anchor="t" anchorCtr="0" compatLnSpc="1">
            <a:prstTxWarp prst="textNoShape">
              <a:avLst/>
            </a:prstTxWarp>
          </a:bodyPr>
          <a:lstStyle/>
          <a:p>
            <a:pPr defTabSz="1011996">
              <a:spcBef>
                <a:spcPct val="40000"/>
              </a:spcBef>
              <a:spcAft>
                <a:spcPct val="40000"/>
              </a:spcAft>
            </a:pPr>
            <a:endParaRPr lang="en-GB" dirty="0">
              <a:latin typeface="Aria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1745" name="Picture 2" descr="Visual Identitiy Band"/>
          <p:cNvPicPr preferRelativeResize="0">
            <a:picLocks noChangeArrowheads="1"/>
          </p:cNvPicPr>
          <p:nvPr/>
        </p:nvPicPr>
        <p:blipFill>
          <a:blip r:embed="rId3" cstate="print"/>
          <a:srcRect/>
          <a:stretch>
            <a:fillRect/>
          </a:stretch>
        </p:blipFill>
        <p:spPr bwMode="auto">
          <a:xfrm>
            <a:off x="0" y="2381484"/>
            <a:ext cx="10693400" cy="61913"/>
          </a:xfrm>
          <a:prstGeom prst="rect">
            <a:avLst/>
          </a:prstGeom>
          <a:noFill/>
          <a:ln w="9525">
            <a:noFill/>
            <a:miter lim="800000"/>
            <a:headEnd/>
            <a:tailEnd/>
          </a:ln>
        </p:spPr>
      </p:pic>
      <p:sp>
        <p:nvSpPr>
          <p:cNvPr id="31746" name="Rectangle 3"/>
          <p:cNvSpPr>
            <a:spLocks noGrp="1" noChangeArrowheads="1"/>
          </p:cNvSpPr>
          <p:nvPr>
            <p:ph type="ctrTitle"/>
          </p:nvPr>
        </p:nvSpPr>
        <p:spPr>
          <a:xfrm>
            <a:off x="669925" y="2522543"/>
            <a:ext cx="8834438" cy="2424112"/>
          </a:xfrm>
        </p:spPr>
        <p:txBody>
          <a:bodyPr/>
          <a:lstStyle/>
          <a:p>
            <a:pPr eaLnBrk="1" hangingPunct="1"/>
            <a:r>
              <a:rPr lang="en-US" dirty="0" smtClean="0">
                <a:solidFill>
                  <a:srgbClr val="6C6C6C"/>
                </a:solidFill>
              </a:rPr>
              <a:t>WB Equivalent Product Drill Down</a:t>
            </a:r>
            <a:br>
              <a:rPr lang="en-US" dirty="0" smtClean="0">
                <a:solidFill>
                  <a:srgbClr val="6C6C6C"/>
                </a:solidFill>
              </a:rPr>
            </a:br>
            <a:r>
              <a:rPr lang="en-US" dirty="0" smtClean="0">
                <a:solidFill>
                  <a:srgbClr val="6C6C6C"/>
                </a:solidFill>
              </a:rPr>
              <a:t/>
            </a:r>
            <a:br>
              <a:rPr lang="en-US" dirty="0" smtClean="0">
                <a:solidFill>
                  <a:srgbClr val="6C6C6C"/>
                </a:solidFill>
              </a:rPr>
            </a:br>
            <a:r>
              <a:rPr lang="en-US" sz="2900" dirty="0" smtClean="0">
                <a:solidFill>
                  <a:srgbClr val="6C6C6C"/>
                </a:solidFill>
              </a:rPr>
              <a:t>FXRC and Commodities</a:t>
            </a:r>
            <a:endParaRPr lang="en-GB" dirty="0" smtClean="0">
              <a:solidFill>
                <a:srgbClr val="6C6C6C"/>
              </a:solidFill>
            </a:endParaRPr>
          </a:p>
        </p:txBody>
      </p:sp>
    </p:spTree>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5461" name="Picture 5"/>
          <p:cNvPicPr>
            <a:picLocks noChangeAspect="1" noChangeArrowheads="1"/>
          </p:cNvPicPr>
          <p:nvPr/>
        </p:nvPicPr>
        <p:blipFill>
          <a:blip r:embed="rId3" cstate="print"/>
          <a:srcRect/>
          <a:stretch>
            <a:fillRect/>
          </a:stretch>
        </p:blipFill>
        <p:spPr bwMode="auto">
          <a:xfrm>
            <a:off x="67131" y="4967173"/>
            <a:ext cx="2552700" cy="2209800"/>
          </a:xfrm>
          <a:prstGeom prst="rect">
            <a:avLst/>
          </a:prstGeom>
          <a:noFill/>
          <a:ln w="9525">
            <a:noFill/>
            <a:miter lim="800000"/>
            <a:headEnd/>
            <a:tailEnd/>
          </a:ln>
          <a:effectLst/>
        </p:spPr>
      </p:pic>
      <p:pic>
        <p:nvPicPr>
          <p:cNvPr id="275462" name="Picture 6"/>
          <p:cNvPicPr>
            <a:picLocks noChangeAspect="1" noChangeArrowheads="1"/>
          </p:cNvPicPr>
          <p:nvPr/>
        </p:nvPicPr>
        <p:blipFill>
          <a:blip r:embed="rId4" cstate="print"/>
          <a:srcRect/>
          <a:stretch>
            <a:fillRect/>
          </a:stretch>
        </p:blipFill>
        <p:spPr bwMode="auto">
          <a:xfrm>
            <a:off x="2445663" y="4914109"/>
            <a:ext cx="2552700" cy="2219326"/>
          </a:xfrm>
          <a:prstGeom prst="rect">
            <a:avLst/>
          </a:prstGeom>
          <a:noFill/>
          <a:ln w="9525">
            <a:noFill/>
            <a:miter lim="800000"/>
            <a:headEnd/>
            <a:tailEnd/>
          </a:ln>
          <a:effectLst/>
        </p:spPr>
      </p:pic>
      <p:sp>
        <p:nvSpPr>
          <p:cNvPr id="82" name="Line 83"/>
          <p:cNvSpPr>
            <a:spLocks noChangeShapeType="1"/>
          </p:cNvSpPr>
          <p:nvPr/>
        </p:nvSpPr>
        <p:spPr bwMode="auto">
          <a:xfrm flipV="1">
            <a:off x="1983179" y="1826433"/>
            <a:ext cx="23751" cy="1992511"/>
          </a:xfrm>
          <a:prstGeom prst="line">
            <a:avLst/>
          </a:prstGeom>
          <a:noFill/>
          <a:ln w="19050">
            <a:solidFill>
              <a:srgbClr val="DA0000"/>
            </a:solidFill>
            <a:prstDash val="dash"/>
            <a:round/>
            <a:headEnd/>
            <a:tailEnd/>
          </a:ln>
        </p:spPr>
        <p:txBody>
          <a:bodyPr lIns="88299" tIns="44149" rIns="88299" bIns="44149"/>
          <a:lstStyle/>
          <a:p>
            <a:endParaRPr lang="en-US" sz="1300" baseline="0" dirty="0">
              <a:solidFill>
                <a:srgbClr val="005C87"/>
              </a:solidFill>
            </a:endParaRPr>
          </a:p>
        </p:txBody>
      </p:sp>
      <p:sp>
        <p:nvSpPr>
          <p:cNvPr id="5" name="AutoShape 525"/>
          <p:cNvSpPr>
            <a:spLocks noChangeArrowheads="1"/>
          </p:cNvSpPr>
          <p:nvPr>
            <p:custDataLst>
              <p:tags r:id="rId1"/>
            </p:custDataLst>
          </p:nvPr>
        </p:nvSpPr>
        <p:spPr bwMode="auto">
          <a:xfrm>
            <a:off x="5450666" y="1204867"/>
            <a:ext cx="5049661" cy="5766131"/>
          </a:xfrm>
          <a:prstGeom prst="roundRect">
            <a:avLst>
              <a:gd name="adj" fmla="val 4014"/>
            </a:avLst>
          </a:prstGeom>
          <a:noFill/>
          <a:ln w="9525">
            <a:noFill/>
            <a:miter lim="800000"/>
            <a:headEnd/>
            <a:tailEnd/>
          </a:ln>
        </p:spPr>
        <p:txBody>
          <a:bodyPr lIns="101051" tIns="50530" rIns="101051" bIns="50530"/>
          <a:lstStyle/>
          <a:p>
            <a:pPr defTabSz="1010449" eaLnBrk="0" hangingPunct="0">
              <a:buFont typeface="Wingdings" pitchFamily="2" charset="2"/>
            </a:pPr>
            <a:endParaRPr lang="en-GB" sz="1400" baseline="0" dirty="0">
              <a:solidFill>
                <a:srgbClr val="005C87"/>
              </a:solidFill>
            </a:endParaRPr>
          </a:p>
        </p:txBody>
      </p:sp>
      <p:sp>
        <p:nvSpPr>
          <p:cNvPr id="7" name="Text Box 4"/>
          <p:cNvSpPr txBox="1">
            <a:spLocks noChangeArrowheads="1"/>
          </p:cNvSpPr>
          <p:nvPr/>
        </p:nvSpPr>
        <p:spPr bwMode="auto">
          <a:xfrm>
            <a:off x="1445514" y="7048912"/>
            <a:ext cx="4225679" cy="282232"/>
          </a:xfrm>
          <a:prstGeom prst="rect">
            <a:avLst/>
          </a:prstGeom>
          <a:noFill/>
          <a:ln w="9525" algn="ctr">
            <a:noFill/>
            <a:miter lim="800000"/>
            <a:headEnd/>
            <a:tailEnd/>
          </a:ln>
        </p:spPr>
        <p:txBody>
          <a:bodyPr wrap="square" lIns="96440" tIns="48311" rIns="96440" bIns="48311" anchor="b">
            <a:spAutoFit/>
          </a:bodyPr>
          <a:lstStyle/>
          <a:p>
            <a:pPr defTabSz="1010449"/>
            <a:r>
              <a:rPr lang="en-GB" sz="600" baseline="0" dirty="0" smtClean="0">
                <a:latin typeface="Arial"/>
              </a:rPr>
              <a:t>Sources: Company reports, WB Performance Management Analysis</a:t>
            </a:r>
          </a:p>
          <a:p>
            <a:pPr defTabSz="1010449"/>
            <a:r>
              <a:rPr lang="en-US" sz="600" baseline="0" dirty="0" smtClean="0">
                <a:latin typeface="Arial"/>
              </a:rPr>
              <a:t>1 Blue shading indicates figures excluding CVA/DVA. </a:t>
            </a:r>
            <a:endParaRPr lang="en-GB" sz="600" baseline="0" dirty="0">
              <a:latin typeface="Arial"/>
            </a:endParaRPr>
          </a:p>
        </p:txBody>
      </p:sp>
      <p:sp>
        <p:nvSpPr>
          <p:cNvPr id="8" name="Rectangle 7"/>
          <p:cNvSpPr>
            <a:spLocks noChangeArrowheads="1"/>
          </p:cNvSpPr>
          <p:nvPr/>
        </p:nvSpPr>
        <p:spPr bwMode="auto">
          <a:xfrm>
            <a:off x="5050972" y="1715518"/>
            <a:ext cx="5464627" cy="5218685"/>
          </a:xfrm>
          <a:prstGeom prst="rect">
            <a:avLst/>
          </a:prstGeom>
          <a:noFill/>
          <a:ln w="9525">
            <a:noFill/>
            <a:miter lim="800000"/>
            <a:headEnd/>
            <a:tailEnd/>
          </a:ln>
        </p:spPr>
        <p:txBody>
          <a:bodyPr lIns="101051" tIns="50530" rIns="101051" bIns="50530"/>
          <a:lstStyle/>
          <a:p>
            <a:pPr marL="161909" lvl="1" indent="-160369" algn="just" defTabSz="1004876" eaLnBrk="0" hangingPunct="0">
              <a:spcBef>
                <a:spcPts val="400"/>
              </a:spcBef>
              <a:spcAft>
                <a:spcPts val="300"/>
              </a:spcAft>
              <a:buClr>
                <a:srgbClr val="22AA47"/>
              </a:buClr>
              <a:buSzPct val="110000"/>
              <a:buFont typeface="Wingdings" pitchFamily="2" charset="2"/>
              <a:buChar char="§"/>
            </a:pPr>
            <a:r>
              <a:rPr lang="en-US" sz="1300" baseline="0" dirty="0" smtClean="0">
                <a:solidFill>
                  <a:srgbClr val="005C87"/>
                </a:solidFill>
              </a:rPr>
              <a:t>Peer banks’ growth was from a low base with FY’11 FXRC&amp;C Income the lowest since pre-GFC. FY’09-11 Income CAGR was -26%.</a:t>
            </a:r>
          </a:p>
          <a:p>
            <a:pPr marL="161909" lvl="1" indent="-160369" algn="just" defTabSz="1004876" eaLnBrk="0" hangingPunct="0">
              <a:spcBef>
                <a:spcPts val="400"/>
              </a:spcBef>
              <a:spcAft>
                <a:spcPts val="300"/>
              </a:spcAft>
              <a:buClr>
                <a:srgbClr val="22AA47"/>
              </a:buClr>
              <a:buSzPct val="110000"/>
              <a:buFont typeface="Wingdings" pitchFamily="2" charset="2"/>
              <a:buChar char="§"/>
            </a:pPr>
            <a:r>
              <a:rPr lang="en-US" sz="1300" baseline="0" dirty="0" smtClean="0">
                <a:solidFill>
                  <a:srgbClr val="005C87"/>
                </a:solidFill>
              </a:rPr>
              <a:t>By contrast, SCB reported its highest ever FXRC&amp;C Income in FY’11. CAGR from FY09-11 was +4%.</a:t>
            </a:r>
          </a:p>
          <a:p>
            <a:pPr marL="161909" lvl="1" indent="-160369" algn="just" defTabSz="1004876" eaLnBrk="0" hangingPunct="0">
              <a:spcBef>
                <a:spcPts val="400"/>
              </a:spcBef>
              <a:spcAft>
                <a:spcPts val="300"/>
              </a:spcAft>
              <a:buClr>
                <a:srgbClr val="22AA47"/>
              </a:buClr>
              <a:buSzPct val="110000"/>
              <a:buFont typeface="Wingdings" pitchFamily="2" charset="2"/>
              <a:buChar char="§"/>
            </a:pPr>
            <a:r>
              <a:rPr lang="en-US" sz="1300" baseline="0" dirty="0" smtClean="0">
                <a:solidFill>
                  <a:srgbClr val="005C87"/>
                </a:solidFill>
              </a:rPr>
              <a:t>The majority of peers uplift was driven by strong results in Rates &amp; Credit, partially offset by lower FX &amp; Commodities income. For all peers that report a split, the proportion of Rates &amp; Credit from overall FXRC&amp;C income is higher than SCB, in which these accounts for roughly 42%. HSBC Rates &amp; Credit is 53% of FXRC&amp;C, and had an exceptionally strong H1 in both Rates &amp; Credit.</a:t>
            </a:r>
          </a:p>
          <a:p>
            <a:pPr marL="161909" lvl="1" indent="-160369" algn="just" defTabSz="1004876" eaLnBrk="0" hangingPunct="0">
              <a:spcBef>
                <a:spcPts val="400"/>
              </a:spcBef>
              <a:spcAft>
                <a:spcPts val="300"/>
              </a:spcAft>
              <a:buClr>
                <a:srgbClr val="22AA47"/>
              </a:buClr>
              <a:buSzPct val="110000"/>
              <a:buFont typeface="Wingdings" pitchFamily="2" charset="2"/>
              <a:buChar char="§"/>
            </a:pPr>
            <a:r>
              <a:rPr lang="en-US" sz="1300" baseline="0" dirty="0" smtClean="0">
                <a:solidFill>
                  <a:srgbClr val="005C87"/>
                </a:solidFill>
              </a:rPr>
              <a:t>Credit Suisse (+60%) reported the highest Income growth,  </a:t>
            </a:r>
            <a:r>
              <a:rPr lang="en-GB" sz="1300" baseline="0" dirty="0" smtClean="0">
                <a:solidFill>
                  <a:srgbClr val="005C87"/>
                </a:solidFill>
              </a:rPr>
              <a:t>driven by </a:t>
            </a:r>
            <a:r>
              <a:rPr lang="en-US" sz="1300" baseline="0" dirty="0" smtClean="0">
                <a:solidFill>
                  <a:srgbClr val="005C87"/>
                </a:solidFill>
              </a:rPr>
              <a:t>a substantial increase in </a:t>
            </a:r>
            <a:r>
              <a:rPr lang="en-US" sz="1300" baseline="0" dirty="0" err="1" smtClean="0">
                <a:solidFill>
                  <a:srgbClr val="005C87"/>
                </a:solidFill>
              </a:rPr>
              <a:t>securitised</a:t>
            </a:r>
            <a:r>
              <a:rPr lang="en-US" sz="1300" baseline="0" dirty="0" smtClean="0">
                <a:solidFill>
                  <a:srgbClr val="005C87"/>
                </a:solidFill>
              </a:rPr>
              <a:t> products and global credit products revenues. Greater client demand for higher yielding instruments, and improved results for emerging markets, particularly Latin America, were cited as drivers. </a:t>
            </a:r>
          </a:p>
          <a:p>
            <a:pPr marL="161909" lvl="1" indent="-160369" algn="just" defTabSz="1004876" eaLnBrk="0" hangingPunct="0">
              <a:spcBef>
                <a:spcPts val="400"/>
              </a:spcBef>
              <a:spcAft>
                <a:spcPts val="300"/>
              </a:spcAft>
              <a:buClr>
                <a:srgbClr val="22AA47"/>
              </a:buClr>
              <a:buSzPct val="110000"/>
              <a:buFont typeface="Wingdings" pitchFamily="2" charset="2"/>
              <a:buChar char="§"/>
            </a:pPr>
            <a:r>
              <a:rPr lang="en-US" sz="1300" baseline="0" dirty="0" err="1" smtClean="0">
                <a:solidFill>
                  <a:srgbClr val="005C87"/>
                </a:solidFill>
              </a:rPr>
              <a:t>SocGen</a:t>
            </a:r>
            <a:r>
              <a:rPr lang="en-US" sz="1300" baseline="0" dirty="0" smtClean="0">
                <a:solidFill>
                  <a:srgbClr val="005C87"/>
                </a:solidFill>
              </a:rPr>
              <a:t> (+58%) reported the second highest FY’12 Income growth. Management commented that FY’12 performance was due to an uptick in their Rates and Credit businesses, which benefitted from an increase in issuance volumes and strong client-driven activity.</a:t>
            </a:r>
          </a:p>
          <a:p>
            <a:pPr marL="161909" lvl="1" indent="-160369" algn="just" defTabSz="1004876" eaLnBrk="0" hangingPunct="0">
              <a:spcBef>
                <a:spcPts val="400"/>
              </a:spcBef>
              <a:spcAft>
                <a:spcPts val="300"/>
              </a:spcAft>
              <a:buClr>
                <a:srgbClr val="22AA47"/>
              </a:buClr>
              <a:buSzPct val="110000"/>
              <a:buFont typeface="Wingdings" pitchFamily="2" charset="2"/>
              <a:buChar char="§"/>
            </a:pPr>
            <a:r>
              <a:rPr lang="en-US" sz="1300" baseline="0" dirty="0" smtClean="0">
                <a:solidFill>
                  <a:srgbClr val="005C87"/>
                </a:solidFill>
              </a:rPr>
              <a:t>HSBC (+54%) reported third highest FY’12 Income growth, driven by a sharp rebound in Rates and Credit  driven by improved market conditions particularly in Europe, tightening of spreads and improved investor sentiment following stimuli by central banks globally. </a:t>
            </a:r>
            <a:endParaRPr lang="en-US" sz="1300" baseline="0" dirty="0">
              <a:solidFill>
                <a:srgbClr val="00468C"/>
              </a:solidFill>
              <a:ea typeface="MS PGothic" pitchFamily="34" charset="-128"/>
              <a:cs typeface="Arial"/>
            </a:endParaRPr>
          </a:p>
        </p:txBody>
      </p:sp>
      <p:sp>
        <p:nvSpPr>
          <p:cNvPr id="26" name="Text Box 6"/>
          <p:cNvSpPr txBox="1">
            <a:spLocks noChangeArrowheads="1"/>
          </p:cNvSpPr>
          <p:nvPr/>
        </p:nvSpPr>
        <p:spPr bwMode="auto">
          <a:xfrm>
            <a:off x="285904" y="4116291"/>
            <a:ext cx="4726630" cy="302102"/>
          </a:xfrm>
          <a:prstGeom prst="rect">
            <a:avLst/>
          </a:prstGeom>
          <a:noFill/>
          <a:ln w="9525">
            <a:noFill/>
            <a:miter lim="800000"/>
            <a:headEnd/>
            <a:tailEnd/>
          </a:ln>
        </p:spPr>
        <p:txBody>
          <a:bodyPr wrap="square" lIns="101051" tIns="50530" rIns="101051" bIns="50530">
            <a:spAutoFit/>
          </a:bodyPr>
          <a:lstStyle/>
          <a:p>
            <a:pPr defTabSz="1007544">
              <a:spcBef>
                <a:spcPct val="40000"/>
              </a:spcBef>
              <a:spcAft>
                <a:spcPct val="20000"/>
              </a:spcAft>
              <a:buClr>
                <a:srgbClr val="005C87"/>
              </a:buClr>
            </a:pPr>
            <a:r>
              <a:rPr lang="en-US" sz="1300" b="1" baseline="0" dirty="0" smtClean="0">
                <a:solidFill>
                  <a:srgbClr val="005C87"/>
                </a:solidFill>
                <a:latin typeface="Arial"/>
              </a:rPr>
              <a:t>WB-Equivalent FXRC &amp; Commodities Income</a:t>
            </a:r>
            <a:endParaRPr lang="en-US" altLang="ko-KR" sz="1300" b="1" baseline="0" dirty="0">
              <a:solidFill>
                <a:srgbClr val="005C87"/>
              </a:solidFill>
              <a:latin typeface="Arial"/>
            </a:endParaRPr>
          </a:p>
        </p:txBody>
      </p:sp>
      <p:sp>
        <p:nvSpPr>
          <p:cNvPr id="60" name="Text Box 6"/>
          <p:cNvSpPr txBox="1">
            <a:spLocks noChangeArrowheads="1"/>
          </p:cNvSpPr>
          <p:nvPr/>
        </p:nvSpPr>
        <p:spPr bwMode="auto">
          <a:xfrm>
            <a:off x="314853" y="4501625"/>
            <a:ext cx="2292817" cy="602184"/>
          </a:xfrm>
          <a:prstGeom prst="rect">
            <a:avLst/>
          </a:prstGeom>
          <a:noFill/>
          <a:ln w="9525">
            <a:noFill/>
            <a:miter lim="800000"/>
            <a:headEnd/>
            <a:tailEnd/>
          </a:ln>
        </p:spPr>
        <p:txBody>
          <a:bodyPr wrap="square" lIns="101051" tIns="50530" rIns="101051" bIns="50530">
            <a:spAutoFit/>
          </a:bodyPr>
          <a:lstStyle/>
          <a:p>
            <a:pPr algn="ctr" defTabSz="1010449">
              <a:spcBef>
                <a:spcPct val="50000"/>
              </a:spcBef>
            </a:pPr>
            <a:r>
              <a:rPr lang="en-US" altLang="ko-KR" sz="1300" b="1" baseline="0" dirty="0" smtClean="0">
                <a:solidFill>
                  <a:srgbClr val="005C87"/>
                </a:solidFill>
                <a:latin typeface="Arial"/>
              </a:rPr>
              <a:t>Peer </a:t>
            </a:r>
            <a:r>
              <a:rPr lang="en-US" altLang="ko-KR" sz="1300" b="1" baseline="0" dirty="0">
                <a:solidFill>
                  <a:srgbClr val="005C87"/>
                </a:solidFill>
                <a:latin typeface="Arial"/>
              </a:rPr>
              <a:t>Group</a:t>
            </a:r>
          </a:p>
          <a:p>
            <a:pPr algn="ctr" defTabSz="1010449">
              <a:spcBef>
                <a:spcPct val="50000"/>
              </a:spcBef>
            </a:pPr>
            <a:r>
              <a:rPr lang="en-US" altLang="ko-KR" sz="1300" b="1" baseline="0" dirty="0">
                <a:solidFill>
                  <a:srgbClr val="00468C"/>
                </a:solidFill>
                <a:ea typeface="Gulim" pitchFamily="34" charset="-127"/>
                <a:cs typeface="Arial"/>
              </a:rPr>
              <a:t>2009-12 CAGR:</a:t>
            </a:r>
            <a:r>
              <a:rPr lang="en-US" altLang="ko-KR" sz="1300" b="1" baseline="0" dirty="0">
                <a:solidFill>
                  <a:srgbClr val="FF0000"/>
                </a:solidFill>
                <a:ea typeface="Gulim" pitchFamily="34" charset="-127"/>
                <a:cs typeface="Arial"/>
              </a:rPr>
              <a:t> (</a:t>
            </a:r>
            <a:r>
              <a:rPr lang="en-US" altLang="ko-KR" sz="1300" b="1" baseline="0" dirty="0" smtClean="0">
                <a:solidFill>
                  <a:srgbClr val="FF0000"/>
                </a:solidFill>
                <a:ea typeface="Gulim" pitchFamily="34" charset="-127"/>
                <a:cs typeface="Arial"/>
              </a:rPr>
              <a:t>13%)</a:t>
            </a:r>
            <a:endParaRPr lang="en-US" altLang="ko-KR" sz="1300" b="1" baseline="0" dirty="0">
              <a:solidFill>
                <a:srgbClr val="FF0000"/>
              </a:solidFill>
              <a:ea typeface="Gulim" pitchFamily="34" charset="-127"/>
              <a:cs typeface="Arial"/>
            </a:endParaRPr>
          </a:p>
        </p:txBody>
      </p:sp>
      <p:cxnSp>
        <p:nvCxnSpPr>
          <p:cNvPr id="61" name="Straight Arrow Connector 60"/>
          <p:cNvCxnSpPr/>
          <p:nvPr/>
        </p:nvCxnSpPr>
        <p:spPr bwMode="auto">
          <a:xfrm>
            <a:off x="454005" y="5350114"/>
            <a:ext cx="1263140" cy="555745"/>
          </a:xfrm>
          <a:prstGeom prst="straightConnector1">
            <a:avLst/>
          </a:prstGeom>
          <a:solidFill>
            <a:srgbClr val="FFFF99">
              <a:alpha val="31000"/>
            </a:srgbClr>
          </a:solidFill>
          <a:ln w="25400" cap="flat" cmpd="sng" algn="ctr">
            <a:solidFill>
              <a:srgbClr val="FF0000"/>
            </a:solidFill>
            <a:prstDash val="solid"/>
            <a:round/>
            <a:headEnd type="none" w="med" len="med"/>
            <a:tailEnd type="arrow"/>
          </a:ln>
          <a:effectLst/>
        </p:spPr>
      </p:cxnSp>
      <p:sp>
        <p:nvSpPr>
          <p:cNvPr id="62" name="TextBox 61"/>
          <p:cNvSpPr txBox="1"/>
          <p:nvPr/>
        </p:nvSpPr>
        <p:spPr>
          <a:xfrm rot="1369619">
            <a:off x="325949" y="5349899"/>
            <a:ext cx="1651098" cy="302102"/>
          </a:xfrm>
          <a:prstGeom prst="rect">
            <a:avLst/>
          </a:prstGeom>
          <a:noFill/>
        </p:spPr>
        <p:txBody>
          <a:bodyPr wrap="square" lIns="101051" tIns="50530" rIns="101051" bIns="50530" rtlCol="0">
            <a:spAutoFit/>
          </a:bodyPr>
          <a:lstStyle/>
          <a:p>
            <a:pPr algn="ctr" defTabSz="1010449"/>
            <a:r>
              <a:rPr lang="en-US" sz="1300" b="1" baseline="0" dirty="0">
                <a:solidFill>
                  <a:srgbClr val="FF0000"/>
                </a:solidFill>
                <a:latin typeface="Arial" pitchFamily="34" charset="0"/>
                <a:cs typeface="Arial"/>
              </a:rPr>
              <a:t>CAGR (</a:t>
            </a:r>
            <a:r>
              <a:rPr lang="en-US" sz="1300" b="1" baseline="0" dirty="0" smtClean="0">
                <a:solidFill>
                  <a:srgbClr val="FF0000"/>
                </a:solidFill>
                <a:latin typeface="Arial" pitchFamily="34" charset="0"/>
                <a:cs typeface="Arial"/>
              </a:rPr>
              <a:t>26% </a:t>
            </a:r>
            <a:r>
              <a:rPr lang="en-US" sz="1300" b="1" baseline="0" dirty="0">
                <a:solidFill>
                  <a:srgbClr val="FF0000"/>
                </a:solidFill>
                <a:latin typeface="Arial" pitchFamily="34" charset="0"/>
                <a:cs typeface="Arial"/>
              </a:rPr>
              <a:t>)              </a:t>
            </a:r>
            <a:endParaRPr lang="en-GB" sz="1300" b="1" baseline="0" dirty="0">
              <a:solidFill>
                <a:srgbClr val="FF0000"/>
              </a:solidFill>
              <a:latin typeface="Arial" pitchFamily="34" charset="0"/>
              <a:cs typeface="Arial"/>
            </a:endParaRPr>
          </a:p>
        </p:txBody>
      </p:sp>
      <p:cxnSp>
        <p:nvCxnSpPr>
          <p:cNvPr id="63" name="Straight Arrow Connector 62"/>
          <p:cNvCxnSpPr/>
          <p:nvPr/>
        </p:nvCxnSpPr>
        <p:spPr bwMode="auto">
          <a:xfrm flipV="1">
            <a:off x="1752448" y="5715002"/>
            <a:ext cx="586894" cy="182656"/>
          </a:xfrm>
          <a:prstGeom prst="straightConnector1">
            <a:avLst/>
          </a:prstGeom>
          <a:solidFill>
            <a:srgbClr val="FFFF99">
              <a:alpha val="31000"/>
            </a:srgbClr>
          </a:solidFill>
          <a:ln w="25400" cap="flat" cmpd="sng" algn="ctr">
            <a:solidFill>
              <a:srgbClr val="FF0000"/>
            </a:solidFill>
            <a:prstDash val="solid"/>
            <a:round/>
            <a:headEnd type="none" w="med" len="med"/>
            <a:tailEnd type="arrow"/>
          </a:ln>
          <a:effectLst/>
        </p:spPr>
      </p:cxnSp>
      <p:sp>
        <p:nvSpPr>
          <p:cNvPr id="64" name="TextBox 63"/>
          <p:cNvSpPr txBox="1"/>
          <p:nvPr/>
        </p:nvSpPr>
        <p:spPr>
          <a:xfrm rot="20728420">
            <a:off x="1312281" y="5507995"/>
            <a:ext cx="1262035" cy="302102"/>
          </a:xfrm>
          <a:prstGeom prst="rect">
            <a:avLst/>
          </a:prstGeom>
          <a:noFill/>
        </p:spPr>
        <p:txBody>
          <a:bodyPr wrap="square" lIns="101051" tIns="50530" rIns="101051" bIns="50530" rtlCol="0">
            <a:spAutoFit/>
          </a:bodyPr>
          <a:lstStyle/>
          <a:p>
            <a:pPr algn="ctr" defTabSz="1010449"/>
            <a:r>
              <a:rPr lang="en-US" sz="1300" b="1" baseline="0" dirty="0">
                <a:solidFill>
                  <a:srgbClr val="00468C"/>
                </a:solidFill>
                <a:latin typeface="Arial" pitchFamily="34" charset="0"/>
                <a:cs typeface="Arial"/>
              </a:rPr>
              <a:t>+21%</a:t>
            </a:r>
            <a:endParaRPr lang="en-GB" sz="1300" b="1" baseline="0" dirty="0">
              <a:solidFill>
                <a:srgbClr val="00468C"/>
              </a:solidFill>
              <a:latin typeface="Arial" pitchFamily="34" charset="0"/>
              <a:cs typeface="Arial"/>
            </a:endParaRPr>
          </a:p>
        </p:txBody>
      </p:sp>
      <p:sp>
        <p:nvSpPr>
          <p:cNvPr id="73" name="TextBox 72"/>
          <p:cNvSpPr txBox="1"/>
          <p:nvPr/>
        </p:nvSpPr>
        <p:spPr>
          <a:xfrm rot="21341918">
            <a:off x="2474543" y="5117223"/>
            <a:ext cx="1953019" cy="302102"/>
          </a:xfrm>
          <a:prstGeom prst="rect">
            <a:avLst/>
          </a:prstGeom>
          <a:noFill/>
        </p:spPr>
        <p:txBody>
          <a:bodyPr wrap="square" lIns="101051" tIns="50530" rIns="101051" bIns="50530" rtlCol="0">
            <a:spAutoFit/>
          </a:bodyPr>
          <a:lstStyle/>
          <a:p>
            <a:pPr algn="ctr" defTabSz="1010449"/>
            <a:r>
              <a:rPr lang="en-US" sz="1300" b="1" baseline="0" dirty="0">
                <a:solidFill>
                  <a:srgbClr val="00468C"/>
                </a:solidFill>
                <a:latin typeface="Arial" pitchFamily="34" charset="0"/>
                <a:cs typeface="Arial"/>
              </a:rPr>
              <a:t>CAGR +4%</a:t>
            </a:r>
            <a:endParaRPr lang="en-GB" sz="1300" b="1" baseline="0" dirty="0">
              <a:solidFill>
                <a:srgbClr val="00468C"/>
              </a:solidFill>
              <a:latin typeface="Arial" pitchFamily="34" charset="0"/>
              <a:cs typeface="Arial"/>
            </a:endParaRPr>
          </a:p>
        </p:txBody>
      </p:sp>
      <p:sp>
        <p:nvSpPr>
          <p:cNvPr id="74" name="TextBox 73"/>
          <p:cNvSpPr txBox="1"/>
          <p:nvPr/>
        </p:nvSpPr>
        <p:spPr>
          <a:xfrm rot="205033">
            <a:off x="3795594" y="5086045"/>
            <a:ext cx="1302011" cy="302102"/>
          </a:xfrm>
          <a:prstGeom prst="rect">
            <a:avLst/>
          </a:prstGeom>
          <a:noFill/>
        </p:spPr>
        <p:txBody>
          <a:bodyPr wrap="square" lIns="101051" tIns="50530" rIns="101051" bIns="50530" rtlCol="0">
            <a:spAutoFit/>
          </a:bodyPr>
          <a:lstStyle/>
          <a:p>
            <a:pPr algn="ctr" defTabSz="1010449"/>
            <a:r>
              <a:rPr lang="en-US" sz="1300" b="1" baseline="0" dirty="0">
                <a:solidFill>
                  <a:srgbClr val="FF0000"/>
                </a:solidFill>
                <a:latin typeface="Arial" pitchFamily="34" charset="0"/>
                <a:cs typeface="Arial"/>
              </a:rPr>
              <a:t>( 2%)</a:t>
            </a:r>
            <a:endParaRPr lang="en-GB" sz="1300" b="1" baseline="0" dirty="0">
              <a:solidFill>
                <a:srgbClr val="FF0000"/>
              </a:solidFill>
              <a:latin typeface="Arial" pitchFamily="34" charset="0"/>
              <a:cs typeface="Arial"/>
            </a:endParaRPr>
          </a:p>
        </p:txBody>
      </p:sp>
      <p:cxnSp>
        <p:nvCxnSpPr>
          <p:cNvPr id="75" name="Straight Arrow Connector 74"/>
          <p:cNvCxnSpPr/>
          <p:nvPr/>
        </p:nvCxnSpPr>
        <p:spPr bwMode="auto">
          <a:xfrm flipV="1">
            <a:off x="2744065" y="5359762"/>
            <a:ext cx="1347350" cy="77699"/>
          </a:xfrm>
          <a:prstGeom prst="straightConnector1">
            <a:avLst/>
          </a:prstGeom>
          <a:solidFill>
            <a:srgbClr val="FFFF99">
              <a:alpha val="31000"/>
            </a:srgbClr>
          </a:solidFill>
          <a:ln w="25400" cap="flat" cmpd="sng" algn="ctr">
            <a:solidFill>
              <a:srgbClr val="FF0000"/>
            </a:solidFill>
            <a:prstDash val="solid"/>
            <a:round/>
            <a:headEnd type="none" w="med" len="med"/>
            <a:tailEnd type="arrow"/>
          </a:ln>
          <a:effectLst/>
        </p:spPr>
      </p:cxnSp>
      <p:cxnSp>
        <p:nvCxnSpPr>
          <p:cNvPr id="76" name="Straight Arrow Connector 75"/>
          <p:cNvCxnSpPr/>
          <p:nvPr/>
        </p:nvCxnSpPr>
        <p:spPr bwMode="auto">
          <a:xfrm>
            <a:off x="4175817" y="5359764"/>
            <a:ext cx="652003" cy="47628"/>
          </a:xfrm>
          <a:prstGeom prst="straightConnector1">
            <a:avLst/>
          </a:prstGeom>
          <a:solidFill>
            <a:srgbClr val="FFFF99">
              <a:alpha val="31000"/>
            </a:srgbClr>
          </a:solidFill>
          <a:ln w="25400" cap="flat" cmpd="sng" algn="ctr">
            <a:solidFill>
              <a:srgbClr val="FF0000"/>
            </a:solidFill>
            <a:prstDash val="solid"/>
            <a:round/>
            <a:headEnd type="none" w="med" len="med"/>
            <a:tailEnd type="arrow"/>
          </a:ln>
          <a:effectLst/>
        </p:spPr>
      </p:cxnSp>
      <p:sp>
        <p:nvSpPr>
          <p:cNvPr id="77" name="Text Box 6"/>
          <p:cNvSpPr txBox="1">
            <a:spLocks noChangeArrowheads="1"/>
          </p:cNvSpPr>
          <p:nvPr/>
        </p:nvSpPr>
        <p:spPr bwMode="auto">
          <a:xfrm>
            <a:off x="2810760" y="4501625"/>
            <a:ext cx="2172226" cy="602184"/>
          </a:xfrm>
          <a:prstGeom prst="rect">
            <a:avLst/>
          </a:prstGeom>
          <a:noFill/>
          <a:ln w="9525">
            <a:noFill/>
            <a:miter lim="800000"/>
            <a:headEnd/>
            <a:tailEnd/>
          </a:ln>
        </p:spPr>
        <p:txBody>
          <a:bodyPr wrap="square" lIns="101051" tIns="50530" rIns="101051" bIns="50530">
            <a:spAutoFit/>
          </a:bodyPr>
          <a:lstStyle/>
          <a:p>
            <a:pPr algn="ctr" defTabSz="1010449">
              <a:spcBef>
                <a:spcPct val="50000"/>
              </a:spcBef>
            </a:pPr>
            <a:r>
              <a:rPr lang="en-US" altLang="ko-KR" sz="1300" b="1" baseline="0" dirty="0">
                <a:solidFill>
                  <a:srgbClr val="005C87"/>
                </a:solidFill>
                <a:latin typeface="Arial"/>
              </a:rPr>
              <a:t>SCB</a:t>
            </a:r>
          </a:p>
          <a:p>
            <a:pPr algn="ctr" defTabSz="1010449">
              <a:spcBef>
                <a:spcPct val="50000"/>
              </a:spcBef>
            </a:pPr>
            <a:r>
              <a:rPr lang="en-US" altLang="ko-KR" sz="1300" b="1" baseline="0" dirty="0">
                <a:solidFill>
                  <a:srgbClr val="00468C"/>
                </a:solidFill>
                <a:ea typeface="Gulim" pitchFamily="34" charset="-127"/>
                <a:cs typeface="Arial"/>
              </a:rPr>
              <a:t>2009-12 CAGR:</a:t>
            </a:r>
            <a:r>
              <a:rPr lang="en-US" altLang="ko-KR" sz="1300" b="1" baseline="0" dirty="0">
                <a:solidFill>
                  <a:srgbClr val="FF0000"/>
                </a:solidFill>
                <a:ea typeface="Gulim" pitchFamily="34" charset="-127"/>
                <a:cs typeface="Arial"/>
              </a:rPr>
              <a:t> </a:t>
            </a:r>
            <a:r>
              <a:rPr lang="en-US" altLang="ko-KR" sz="1300" b="1" baseline="0" dirty="0">
                <a:solidFill>
                  <a:srgbClr val="00468C"/>
                </a:solidFill>
                <a:ea typeface="Gulim" pitchFamily="34" charset="-127"/>
                <a:cs typeface="Arial"/>
              </a:rPr>
              <a:t>+2%</a:t>
            </a:r>
          </a:p>
        </p:txBody>
      </p:sp>
      <p:sp>
        <p:nvSpPr>
          <p:cNvPr id="78" name="Rectangle 2"/>
          <p:cNvSpPr txBox="1">
            <a:spLocks noChangeArrowheads="1"/>
          </p:cNvSpPr>
          <p:nvPr/>
        </p:nvSpPr>
        <p:spPr bwMode="auto">
          <a:xfrm>
            <a:off x="412751" y="368300"/>
            <a:ext cx="9867900" cy="587375"/>
          </a:xfrm>
          <a:prstGeom prst="rect">
            <a:avLst/>
          </a:prstGeom>
          <a:noFill/>
          <a:ln w="9525">
            <a:noFill/>
            <a:miter lim="800000"/>
            <a:headEnd/>
            <a:tailEnd/>
          </a:ln>
        </p:spPr>
        <p:txBody>
          <a:bodyPr vert="horz" wrap="square" lIns="0" tIns="50263" rIns="100464" bIns="50263" numCol="1" anchor="ctr" anchorCtr="0" compatLnSpc="1">
            <a:prstTxWarp prst="textNoShape">
              <a:avLst/>
            </a:prstTxWarp>
          </a:bodyPr>
          <a:lstStyle/>
          <a:p>
            <a:pPr defTabSz="1004522" eaLnBrk="0" hangingPunct="0">
              <a:defRPr/>
            </a:pPr>
            <a:r>
              <a:rPr lang="en-US" sz="2200" kern="0" baseline="0" dirty="0" smtClean="0">
                <a:solidFill>
                  <a:srgbClr val="6D6E71"/>
                </a:solidFill>
                <a:latin typeface="Arial"/>
              </a:rPr>
              <a:t>Peer group FXRC&amp;C FY’12 Income growth varied significantly, with FY’12 average growth of +21% across peers from a low FY’11 base</a:t>
            </a:r>
          </a:p>
        </p:txBody>
      </p:sp>
      <p:sp>
        <p:nvSpPr>
          <p:cNvPr id="83" name="Rectangle 3"/>
          <p:cNvSpPr>
            <a:spLocks noChangeArrowheads="1"/>
          </p:cNvSpPr>
          <p:nvPr/>
        </p:nvSpPr>
        <p:spPr bwMode="auto">
          <a:xfrm>
            <a:off x="3023810" y="1970109"/>
            <a:ext cx="1752600" cy="415925"/>
          </a:xfrm>
          <a:prstGeom prst="rect">
            <a:avLst/>
          </a:prstGeom>
          <a:noFill/>
          <a:ln w="9525">
            <a:noFill/>
            <a:miter lim="800000"/>
            <a:headEnd/>
            <a:tailEnd/>
          </a:ln>
        </p:spPr>
        <p:txBody>
          <a:bodyPr lIns="0" tIns="0" rIns="0" bIns="0"/>
          <a:lstStyle/>
          <a:p>
            <a:pPr marL="7677" indent="-7677" algn="ctr" defTabSz="1007366">
              <a:spcBef>
                <a:spcPct val="30000"/>
              </a:spcBef>
              <a:spcAft>
                <a:spcPct val="20000"/>
              </a:spcAft>
              <a:buClr>
                <a:srgbClr val="22AA47"/>
              </a:buClr>
              <a:buSzPct val="110000"/>
            </a:pPr>
            <a:r>
              <a:rPr lang="en-US" sz="1300" i="1" baseline="0" dirty="0" smtClean="0">
                <a:solidFill>
                  <a:srgbClr val="005C87"/>
                </a:solidFill>
              </a:rPr>
              <a:t>FY’12 </a:t>
            </a:r>
            <a:r>
              <a:rPr lang="en-US" sz="1300" i="1" baseline="0" dirty="0">
                <a:solidFill>
                  <a:srgbClr val="005C87"/>
                </a:solidFill>
              </a:rPr>
              <a:t>Average YoY Income Growth: </a:t>
            </a:r>
            <a:r>
              <a:rPr lang="en-US" sz="1300" i="1" baseline="0" dirty="0" smtClean="0">
                <a:solidFill>
                  <a:srgbClr val="005C87"/>
                </a:solidFill>
              </a:rPr>
              <a:t>+21%</a:t>
            </a:r>
            <a:endParaRPr lang="en-US" sz="1300" i="1" baseline="0" dirty="0">
              <a:solidFill>
                <a:srgbClr val="005C87"/>
              </a:solidFill>
            </a:endParaRPr>
          </a:p>
        </p:txBody>
      </p:sp>
      <p:cxnSp>
        <p:nvCxnSpPr>
          <p:cNvPr id="36" name="Curved Connector 35"/>
          <p:cNvCxnSpPr/>
          <p:nvPr/>
        </p:nvCxnSpPr>
        <p:spPr bwMode="auto">
          <a:xfrm rot="5400000">
            <a:off x="3169810" y="3226618"/>
            <a:ext cx="2316479" cy="168401"/>
          </a:xfrm>
          <a:prstGeom prst="curvedConnector3">
            <a:avLst>
              <a:gd name="adj1" fmla="val 113322"/>
            </a:avLst>
          </a:prstGeom>
          <a:solidFill>
            <a:srgbClr val="E6E7E8"/>
          </a:solidFill>
          <a:ln w="9525" cap="flat" cmpd="sng" algn="ctr">
            <a:noFill/>
            <a:prstDash val="solid"/>
            <a:round/>
            <a:headEnd type="none" w="med" len="med"/>
            <a:tailEnd type="none" w="med" len="med"/>
          </a:ln>
          <a:effectLst/>
        </p:spPr>
      </p:cxnSp>
      <p:cxnSp>
        <p:nvCxnSpPr>
          <p:cNvPr id="40" name="Curved Connector 39"/>
          <p:cNvCxnSpPr>
            <a:stCxn id="73" idx="1"/>
          </p:cNvCxnSpPr>
          <p:nvPr/>
        </p:nvCxnSpPr>
        <p:spPr bwMode="auto">
          <a:xfrm rot="10800000" flipH="1" flipV="1">
            <a:off x="2477293" y="5341514"/>
            <a:ext cx="928542" cy="1011287"/>
          </a:xfrm>
          <a:prstGeom prst="curvedConnector4">
            <a:avLst>
              <a:gd name="adj1" fmla="val -24619"/>
              <a:gd name="adj2" fmla="val 53847"/>
            </a:avLst>
          </a:prstGeom>
          <a:solidFill>
            <a:srgbClr val="E6E7E8"/>
          </a:solidFill>
          <a:ln w="9525" cap="flat" cmpd="sng" algn="ctr">
            <a:noFill/>
            <a:prstDash val="solid"/>
            <a:round/>
            <a:headEnd type="none" w="med" len="med"/>
            <a:tailEnd type="none" w="med" len="med"/>
          </a:ln>
          <a:effectLst/>
        </p:spPr>
      </p:cxnSp>
      <p:cxnSp>
        <p:nvCxnSpPr>
          <p:cNvPr id="42" name="Curved Connector 41"/>
          <p:cNvCxnSpPr/>
          <p:nvPr/>
        </p:nvCxnSpPr>
        <p:spPr bwMode="auto">
          <a:xfrm flipH="1">
            <a:off x="3060669" y="2152562"/>
            <a:ext cx="2241305" cy="2757369"/>
          </a:xfrm>
          <a:prstGeom prst="curvedConnector3">
            <a:avLst>
              <a:gd name="adj1" fmla="val -10199"/>
            </a:avLst>
          </a:prstGeom>
          <a:solidFill>
            <a:srgbClr val="E6E7E8"/>
          </a:solidFill>
          <a:ln w="9525" cap="flat" cmpd="sng" algn="ctr">
            <a:noFill/>
            <a:prstDash val="solid"/>
            <a:round/>
            <a:headEnd type="none" w="med" len="med"/>
            <a:tailEnd type="none" w="med" len="med"/>
          </a:ln>
          <a:effectLst/>
        </p:spPr>
      </p:cxnSp>
      <p:cxnSp>
        <p:nvCxnSpPr>
          <p:cNvPr id="44" name="Straight Connector 43"/>
          <p:cNvCxnSpPr/>
          <p:nvPr/>
        </p:nvCxnSpPr>
        <p:spPr bwMode="auto">
          <a:xfrm>
            <a:off x="2687528" y="4922604"/>
            <a:ext cx="914373" cy="950385"/>
          </a:xfrm>
          <a:prstGeom prst="line">
            <a:avLst/>
          </a:prstGeom>
          <a:solidFill>
            <a:srgbClr val="E6E7E8"/>
          </a:solidFill>
          <a:ln w="9525" cap="flat" cmpd="sng" algn="ctr">
            <a:noFill/>
            <a:prstDash val="solid"/>
            <a:round/>
            <a:headEnd type="none" w="med" len="med"/>
            <a:tailEnd type="none" w="med" len="med"/>
          </a:ln>
          <a:effectLst/>
        </p:spPr>
      </p:cxnSp>
      <p:cxnSp>
        <p:nvCxnSpPr>
          <p:cNvPr id="47" name="Curved Connector 46"/>
          <p:cNvCxnSpPr/>
          <p:nvPr/>
        </p:nvCxnSpPr>
        <p:spPr bwMode="auto">
          <a:xfrm>
            <a:off x="3906981" y="2075070"/>
            <a:ext cx="914400" cy="914400"/>
          </a:xfrm>
          <a:prstGeom prst="curvedConnector3">
            <a:avLst/>
          </a:prstGeom>
          <a:solidFill>
            <a:srgbClr val="E6E7E8"/>
          </a:solidFill>
          <a:ln w="9525" cap="flat" cmpd="sng" algn="ctr">
            <a:noFill/>
            <a:prstDash val="solid"/>
            <a:round/>
            <a:headEnd type="none" w="med" len="med"/>
            <a:tailEnd type="none" w="med" len="med"/>
          </a:ln>
          <a:effectLst/>
        </p:spPr>
      </p:cxnSp>
      <p:cxnSp>
        <p:nvCxnSpPr>
          <p:cNvPr id="50" name="Curved Connector 49"/>
          <p:cNvCxnSpPr/>
          <p:nvPr/>
        </p:nvCxnSpPr>
        <p:spPr bwMode="auto">
          <a:xfrm rot="5400000">
            <a:off x="1827303" y="2638847"/>
            <a:ext cx="3505200" cy="2598882"/>
          </a:xfrm>
          <a:prstGeom prst="curvedConnector3">
            <a:avLst>
              <a:gd name="adj1" fmla="val 50000"/>
            </a:avLst>
          </a:prstGeom>
          <a:solidFill>
            <a:srgbClr val="E6E7E8"/>
          </a:solidFill>
          <a:ln w="9525" cap="flat" cmpd="sng" algn="ctr">
            <a:noFill/>
            <a:prstDash val="solid"/>
            <a:round/>
            <a:headEnd type="none" w="med" len="med"/>
            <a:tailEnd type="none" w="med" len="med"/>
          </a:ln>
          <a:effectLst/>
        </p:spPr>
      </p:cxnSp>
      <p:sp>
        <p:nvSpPr>
          <p:cNvPr id="88" name="Oval 87"/>
          <p:cNvSpPr/>
          <p:nvPr/>
        </p:nvSpPr>
        <p:spPr bwMode="auto">
          <a:xfrm>
            <a:off x="4241576" y="2137677"/>
            <a:ext cx="526075" cy="233917"/>
          </a:xfrm>
          <a:prstGeom prst="ellipse">
            <a:avLst/>
          </a:prstGeom>
          <a:noFill/>
          <a:ln w="12700" cap="flat" cmpd="sng" algn="ctr">
            <a:solidFill>
              <a:srgbClr val="00984A"/>
            </a:solidFill>
            <a:prstDash val="sysDash"/>
            <a:round/>
            <a:headEnd type="none" w="med" len="med"/>
            <a:tailEnd type="none" w="med" len="med"/>
          </a:ln>
          <a:effectLst/>
        </p:spPr>
        <p:txBody>
          <a:bodyPr vert="horz" wrap="square" lIns="88188" tIns="44094" rIns="88188" bIns="44094" numCol="1" rtlCol="0" anchor="t" anchorCtr="0" compatLnSpc="1">
            <a:prstTxWarp prst="textNoShape">
              <a:avLst/>
            </a:prstTxWarp>
          </a:bodyPr>
          <a:lstStyle/>
          <a:p>
            <a:pPr defTabSz="1006120">
              <a:spcBef>
                <a:spcPct val="40000"/>
              </a:spcBef>
              <a:spcAft>
                <a:spcPct val="40000"/>
              </a:spcAft>
            </a:pPr>
            <a:endParaRPr lang="en-GB" sz="800" dirty="0"/>
          </a:p>
        </p:txBody>
      </p:sp>
      <p:sp>
        <p:nvSpPr>
          <p:cNvPr id="89" name="Oval 88"/>
          <p:cNvSpPr/>
          <p:nvPr/>
        </p:nvSpPr>
        <p:spPr bwMode="auto">
          <a:xfrm rot="20537050">
            <a:off x="1647372" y="5486863"/>
            <a:ext cx="589088" cy="304800"/>
          </a:xfrm>
          <a:prstGeom prst="ellipse">
            <a:avLst/>
          </a:prstGeom>
          <a:noFill/>
          <a:ln w="12700" cap="flat" cmpd="sng" algn="ctr">
            <a:solidFill>
              <a:srgbClr val="00984A"/>
            </a:solidFill>
            <a:prstDash val="sysDash"/>
            <a:round/>
            <a:headEnd type="none" w="med" len="med"/>
            <a:tailEnd type="none" w="med" len="med"/>
          </a:ln>
          <a:effectLst/>
        </p:spPr>
        <p:txBody>
          <a:bodyPr vert="horz" wrap="square" lIns="88188" tIns="44094" rIns="88188" bIns="44094" numCol="1" rtlCol="0" anchor="t" anchorCtr="0" compatLnSpc="1">
            <a:prstTxWarp prst="textNoShape">
              <a:avLst/>
            </a:prstTxWarp>
          </a:bodyPr>
          <a:lstStyle/>
          <a:p>
            <a:pPr defTabSz="1006120">
              <a:spcBef>
                <a:spcPct val="40000"/>
              </a:spcBef>
              <a:spcAft>
                <a:spcPct val="40000"/>
              </a:spcAft>
            </a:pPr>
            <a:endParaRPr lang="en-GB" sz="800" dirty="0"/>
          </a:p>
        </p:txBody>
      </p:sp>
      <p:sp>
        <p:nvSpPr>
          <p:cNvPr id="91" name="Rounded Rectangle 90"/>
          <p:cNvSpPr/>
          <p:nvPr/>
        </p:nvSpPr>
        <p:spPr>
          <a:xfrm>
            <a:off x="370364" y="4562311"/>
            <a:ext cx="2171862" cy="552893"/>
          </a:xfrm>
          <a:prstGeom prst="roundRect">
            <a:avLst/>
          </a:prstGeom>
          <a:noFill/>
          <a:ln>
            <a:solidFill>
              <a:srgbClr val="00984A"/>
            </a:solidFill>
          </a:ln>
        </p:spPr>
        <p:style>
          <a:lnRef idx="2">
            <a:schemeClr val="accent1">
              <a:shade val="50000"/>
            </a:schemeClr>
          </a:lnRef>
          <a:fillRef idx="1">
            <a:schemeClr val="accent1"/>
          </a:fillRef>
          <a:effectRef idx="0">
            <a:schemeClr val="accent1"/>
          </a:effectRef>
          <a:fontRef idx="minor">
            <a:schemeClr val="lt1"/>
          </a:fontRef>
        </p:style>
        <p:txBody>
          <a:bodyPr lIns="88331" tIns="44164" rIns="88331" bIns="44164" rtlCol="0" anchor="ctr"/>
          <a:lstStyle/>
          <a:p>
            <a:pPr algn="ctr"/>
            <a:endParaRPr lang="en-GB" sz="1400" dirty="0">
              <a:solidFill>
                <a:srgbClr val="00984A"/>
              </a:solidFill>
            </a:endParaRPr>
          </a:p>
        </p:txBody>
      </p:sp>
      <p:sp>
        <p:nvSpPr>
          <p:cNvPr id="96" name="Rounded Rectangle 95"/>
          <p:cNvSpPr/>
          <p:nvPr/>
        </p:nvSpPr>
        <p:spPr>
          <a:xfrm>
            <a:off x="2770254" y="4562311"/>
            <a:ext cx="2171862" cy="552893"/>
          </a:xfrm>
          <a:prstGeom prst="roundRect">
            <a:avLst/>
          </a:prstGeom>
          <a:noFill/>
          <a:ln>
            <a:solidFill>
              <a:srgbClr val="00984A"/>
            </a:solidFill>
          </a:ln>
        </p:spPr>
        <p:style>
          <a:lnRef idx="2">
            <a:schemeClr val="accent1">
              <a:shade val="50000"/>
            </a:schemeClr>
          </a:lnRef>
          <a:fillRef idx="1">
            <a:schemeClr val="accent1"/>
          </a:fillRef>
          <a:effectRef idx="0">
            <a:schemeClr val="accent1"/>
          </a:effectRef>
          <a:fontRef idx="minor">
            <a:schemeClr val="lt1"/>
          </a:fontRef>
        </p:style>
        <p:txBody>
          <a:bodyPr lIns="88331" tIns="44164" rIns="88331" bIns="44164" rtlCol="0" anchor="ctr"/>
          <a:lstStyle/>
          <a:p>
            <a:pPr algn="ctr"/>
            <a:endParaRPr lang="en-GB" sz="1400" dirty="0"/>
          </a:p>
        </p:txBody>
      </p:sp>
      <p:sp>
        <p:nvSpPr>
          <p:cNvPr id="43" name="Rectangle 39"/>
          <p:cNvSpPr>
            <a:spLocks noChangeArrowheads="1"/>
          </p:cNvSpPr>
          <p:nvPr/>
        </p:nvSpPr>
        <p:spPr bwMode="auto">
          <a:xfrm>
            <a:off x="5304929" y="1182616"/>
            <a:ext cx="2707995" cy="468312"/>
          </a:xfrm>
          <a:prstGeom prst="rect">
            <a:avLst/>
          </a:prstGeom>
          <a:noFill/>
          <a:ln w="9525">
            <a:noFill/>
            <a:miter lim="800000"/>
            <a:headEnd/>
            <a:tailEnd/>
          </a:ln>
        </p:spPr>
        <p:txBody>
          <a:bodyPr lIns="0" tIns="0" rIns="0" bIns="0"/>
          <a:lstStyle/>
          <a:p>
            <a:pPr defTabSz="1007366">
              <a:spcBef>
                <a:spcPct val="40000"/>
              </a:spcBef>
              <a:spcAft>
                <a:spcPct val="20000"/>
              </a:spcAft>
              <a:buClr>
                <a:srgbClr val="005C87"/>
              </a:buClr>
            </a:pPr>
            <a:r>
              <a:rPr lang="en-AU" sz="1300" b="1" baseline="0" dirty="0" smtClean="0">
                <a:solidFill>
                  <a:srgbClr val="005C87"/>
                </a:solidFill>
              </a:rPr>
              <a:t>Highlights</a:t>
            </a:r>
            <a:endParaRPr lang="en-AU" sz="1300" baseline="0" dirty="0">
              <a:solidFill>
                <a:srgbClr val="005C87"/>
              </a:solidFill>
            </a:endParaRPr>
          </a:p>
        </p:txBody>
      </p:sp>
      <p:sp>
        <p:nvSpPr>
          <p:cNvPr id="45" name="Line 30"/>
          <p:cNvSpPr>
            <a:spLocks noChangeShapeType="1"/>
          </p:cNvSpPr>
          <p:nvPr/>
        </p:nvSpPr>
        <p:spPr bwMode="auto">
          <a:xfrm flipV="1">
            <a:off x="5164364" y="1672638"/>
            <a:ext cx="5303519" cy="0"/>
          </a:xfrm>
          <a:prstGeom prst="line">
            <a:avLst/>
          </a:prstGeom>
          <a:noFill/>
          <a:ln w="9525">
            <a:solidFill>
              <a:schemeClr val="accent1"/>
            </a:solidFill>
            <a:round/>
            <a:headEnd/>
            <a:tailEnd/>
          </a:ln>
        </p:spPr>
        <p:txBody>
          <a:bodyPr lIns="88299" tIns="44149" rIns="88299" bIns="44149"/>
          <a:lstStyle/>
          <a:p>
            <a:endParaRPr lang="en-US" dirty="0"/>
          </a:p>
        </p:txBody>
      </p:sp>
      <p:pic>
        <p:nvPicPr>
          <p:cNvPr id="261122" name="Picture 2"/>
          <p:cNvPicPr>
            <a:picLocks noChangeAspect="1" noChangeArrowheads="1"/>
          </p:cNvPicPr>
          <p:nvPr/>
        </p:nvPicPr>
        <p:blipFill>
          <a:blip r:embed="rId5" cstate="print"/>
          <a:srcRect/>
          <a:stretch>
            <a:fillRect/>
          </a:stretch>
        </p:blipFill>
        <p:spPr bwMode="auto">
          <a:xfrm>
            <a:off x="299930" y="1752999"/>
            <a:ext cx="3306304" cy="2414987"/>
          </a:xfrm>
          <a:prstGeom prst="rect">
            <a:avLst/>
          </a:prstGeom>
          <a:noFill/>
          <a:ln w="9525">
            <a:noFill/>
            <a:miter lim="800000"/>
            <a:headEnd/>
            <a:tailEnd/>
          </a:ln>
          <a:effectLst/>
        </p:spPr>
      </p:pic>
      <p:sp>
        <p:nvSpPr>
          <p:cNvPr id="49" name="Text Box 6"/>
          <p:cNvSpPr txBox="1">
            <a:spLocks noChangeArrowheads="1"/>
          </p:cNvSpPr>
          <p:nvPr/>
        </p:nvSpPr>
        <p:spPr bwMode="auto">
          <a:xfrm>
            <a:off x="10069762" y="7056438"/>
            <a:ext cx="357187" cy="298450"/>
          </a:xfrm>
          <a:prstGeom prst="rect">
            <a:avLst/>
          </a:prstGeom>
          <a:noFill/>
          <a:ln w="9525">
            <a:noFill/>
            <a:miter lim="800000"/>
            <a:headEnd/>
            <a:tailEnd/>
          </a:ln>
        </p:spPr>
        <p:txBody>
          <a:bodyPr lIns="0" tIns="0" rIns="0" bIns="0" anchor="ctr"/>
          <a:lstStyle/>
          <a:p>
            <a:pPr algn="ctr" defTabSz="1004522">
              <a:defRPr/>
            </a:pPr>
            <a:fld id="{11BBAC88-D85F-4C74-9FFA-07A924DA6D92}" type="slidenum">
              <a:rPr lang="en-US" baseline="0">
                <a:solidFill>
                  <a:srgbClr val="6D6E71"/>
                </a:solidFill>
              </a:rPr>
              <a:pPr algn="ctr" defTabSz="1004522">
                <a:defRPr/>
              </a:pPr>
              <a:t>22</a:t>
            </a:fld>
            <a:endParaRPr lang="en-US" baseline="0" dirty="0">
              <a:solidFill>
                <a:srgbClr val="6D6E71"/>
              </a:solidFill>
            </a:endParaRPr>
          </a:p>
        </p:txBody>
      </p:sp>
      <p:sp>
        <p:nvSpPr>
          <p:cNvPr id="53" name="Text Box 6"/>
          <p:cNvSpPr txBox="1">
            <a:spLocks noChangeArrowheads="1"/>
          </p:cNvSpPr>
          <p:nvPr/>
        </p:nvSpPr>
        <p:spPr bwMode="auto">
          <a:xfrm>
            <a:off x="285906" y="1182622"/>
            <a:ext cx="4797725" cy="502156"/>
          </a:xfrm>
          <a:prstGeom prst="rect">
            <a:avLst/>
          </a:prstGeom>
          <a:noFill/>
          <a:ln w="9525">
            <a:noFill/>
            <a:miter lim="800000"/>
            <a:headEnd/>
            <a:tailEnd/>
          </a:ln>
        </p:spPr>
        <p:txBody>
          <a:bodyPr wrap="square" lIns="101051" tIns="50530" rIns="101051" bIns="50530">
            <a:spAutoFit/>
          </a:bodyPr>
          <a:lstStyle/>
          <a:p>
            <a:pPr defTabSz="1007544">
              <a:spcBef>
                <a:spcPct val="40000"/>
              </a:spcBef>
              <a:spcAft>
                <a:spcPct val="20000"/>
              </a:spcAft>
              <a:buClr>
                <a:srgbClr val="005C87"/>
              </a:buClr>
            </a:pPr>
            <a:r>
              <a:rPr lang="en-US" sz="1300" b="1" baseline="0" dirty="0" smtClean="0">
                <a:solidFill>
                  <a:srgbClr val="005C87"/>
                </a:solidFill>
              </a:rPr>
              <a:t>WB-Equivalent FXRC &amp; Commodities Income: FY’12 Ex-CVA/DVA </a:t>
            </a:r>
            <a:r>
              <a:rPr lang="en-US" sz="1300" baseline="0" dirty="0" smtClean="0">
                <a:solidFill>
                  <a:srgbClr val="005C87"/>
                </a:solidFill>
              </a:rPr>
              <a:t>(%, $m)</a:t>
            </a:r>
            <a:endParaRPr lang="en-US" sz="1300" baseline="0" dirty="0">
              <a:solidFill>
                <a:srgbClr val="005C87"/>
              </a:solidFill>
            </a:endParaRPr>
          </a:p>
        </p:txBody>
      </p:sp>
      <p:pic>
        <p:nvPicPr>
          <p:cNvPr id="51" name="Picture 13"/>
          <p:cNvPicPr>
            <a:picLocks noChangeAspect="1" noChangeArrowheads="1"/>
          </p:cNvPicPr>
          <p:nvPr/>
        </p:nvPicPr>
        <p:blipFill>
          <a:blip r:embed="rId6" cstate="print"/>
          <a:srcRect/>
          <a:stretch>
            <a:fillRect/>
          </a:stretch>
        </p:blipFill>
        <p:spPr bwMode="auto">
          <a:xfrm>
            <a:off x="356447" y="1672638"/>
            <a:ext cx="4572000" cy="52034"/>
          </a:xfrm>
          <a:prstGeom prst="rect">
            <a:avLst/>
          </a:prstGeom>
          <a:noFill/>
          <a:ln w="9525">
            <a:noFill/>
            <a:miter lim="800000"/>
            <a:headEnd/>
            <a:tailEnd/>
          </a:ln>
          <a:effectLst/>
        </p:spPr>
      </p:pic>
      <p:pic>
        <p:nvPicPr>
          <p:cNvPr id="54" name="Picture 13"/>
          <p:cNvPicPr>
            <a:picLocks noChangeAspect="1" noChangeArrowheads="1"/>
          </p:cNvPicPr>
          <p:nvPr/>
        </p:nvPicPr>
        <p:blipFill>
          <a:blip r:embed="rId6" cstate="print"/>
          <a:srcRect/>
          <a:stretch>
            <a:fillRect/>
          </a:stretch>
        </p:blipFill>
        <p:spPr bwMode="auto">
          <a:xfrm>
            <a:off x="356450" y="4444977"/>
            <a:ext cx="4594881" cy="54116"/>
          </a:xfrm>
          <a:prstGeom prst="rect">
            <a:avLst/>
          </a:prstGeom>
          <a:noFill/>
          <a:ln w="9525">
            <a:noFill/>
            <a:miter lim="800000"/>
            <a:headEnd/>
            <a:tailEnd/>
          </a:ln>
          <a:effectLst/>
        </p:spPr>
      </p:pic>
      <p:sp>
        <p:nvSpPr>
          <p:cNvPr id="38" name="Text Box 25"/>
          <p:cNvSpPr txBox="1">
            <a:spLocks noChangeArrowheads="1"/>
          </p:cNvSpPr>
          <p:nvPr/>
        </p:nvSpPr>
        <p:spPr bwMode="auto">
          <a:xfrm>
            <a:off x="6505579" y="7080250"/>
            <a:ext cx="3475038" cy="252413"/>
          </a:xfrm>
          <a:prstGeom prst="rect">
            <a:avLst/>
          </a:prstGeom>
          <a:noFill/>
          <a:ln w="9525">
            <a:noFill/>
            <a:miter lim="800000"/>
            <a:headEnd/>
            <a:tailEnd/>
          </a:ln>
        </p:spPr>
        <p:txBody>
          <a:bodyPr lIns="0" tIns="0" rIns="120481" bIns="0" anchor="ctr"/>
          <a:lstStyle/>
          <a:p>
            <a:pPr marL="511080" indent="-511080" algn="r" defTabSz="1020595">
              <a:spcBef>
                <a:spcPct val="40000"/>
              </a:spcBef>
              <a:spcAft>
                <a:spcPct val="40000"/>
              </a:spcAft>
              <a:defRPr/>
            </a:pPr>
            <a:r>
              <a:rPr lang="en-GB" baseline="0" dirty="0">
                <a:solidFill>
                  <a:srgbClr val="6D6E71"/>
                </a:solidFill>
                <a:latin typeface="Arial"/>
              </a:rPr>
              <a:t>WB </a:t>
            </a:r>
            <a:r>
              <a:rPr lang="en-GB" baseline="0" dirty="0" smtClean="0">
                <a:solidFill>
                  <a:srgbClr val="6D6E71"/>
                </a:solidFill>
                <a:latin typeface="Arial"/>
              </a:rPr>
              <a:t>Performance Management </a:t>
            </a:r>
            <a:r>
              <a:rPr lang="en-GB" baseline="0" dirty="0">
                <a:solidFill>
                  <a:srgbClr val="6D6E71"/>
                </a:solidFill>
                <a:latin typeface="Arial"/>
              </a:rPr>
              <a:t>- External Performance Analytics</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Oval 42"/>
          <p:cNvSpPr/>
          <p:nvPr/>
        </p:nvSpPr>
        <p:spPr bwMode="auto">
          <a:xfrm>
            <a:off x="2679703" y="4799407"/>
            <a:ext cx="846216" cy="858448"/>
          </a:xfrm>
          <a:prstGeom prst="ellipse">
            <a:avLst/>
          </a:prstGeom>
          <a:solidFill>
            <a:srgbClr val="E6E7E8"/>
          </a:solidFill>
          <a:ln w="9525" cap="flat" cmpd="sng" algn="ctr">
            <a:solidFill>
              <a:srgbClr val="005C87"/>
            </a:solidFill>
            <a:prstDash val="solid"/>
            <a:round/>
            <a:headEnd type="none" w="med" len="med"/>
            <a:tailEnd type="none" w="med" len="med"/>
          </a:ln>
          <a:effectLst/>
        </p:spPr>
        <p:txBody>
          <a:bodyPr vert="horz" wrap="square" lIns="90528" tIns="45265" rIns="90528" bIns="45265" numCol="1" rtlCol="0" anchor="t" anchorCtr="0" compatLnSpc="1">
            <a:prstTxWarp prst="textNoShape">
              <a:avLst/>
            </a:prstTxWarp>
          </a:bodyPr>
          <a:lstStyle/>
          <a:p>
            <a:pPr defTabSz="1032550">
              <a:spcBef>
                <a:spcPct val="40000"/>
              </a:spcBef>
              <a:spcAft>
                <a:spcPct val="40000"/>
              </a:spcAft>
            </a:pPr>
            <a:endParaRPr lang="en-GB" baseline="0" dirty="0" smtClean="0"/>
          </a:p>
        </p:txBody>
      </p:sp>
      <p:pic>
        <p:nvPicPr>
          <p:cNvPr id="276489" name="Picture 9"/>
          <p:cNvPicPr>
            <a:picLocks noChangeAspect="1" noChangeArrowheads="1"/>
          </p:cNvPicPr>
          <p:nvPr/>
        </p:nvPicPr>
        <p:blipFill>
          <a:blip r:embed="rId2" cstate="print"/>
          <a:srcRect/>
          <a:stretch>
            <a:fillRect/>
          </a:stretch>
        </p:blipFill>
        <p:spPr bwMode="auto">
          <a:xfrm>
            <a:off x="480092" y="4685107"/>
            <a:ext cx="5051055" cy="2530800"/>
          </a:xfrm>
          <a:prstGeom prst="rect">
            <a:avLst/>
          </a:prstGeom>
          <a:noFill/>
          <a:ln w="9525">
            <a:noFill/>
            <a:miter lim="800000"/>
            <a:headEnd/>
            <a:tailEnd/>
          </a:ln>
          <a:effectLst/>
        </p:spPr>
      </p:pic>
      <p:sp>
        <p:nvSpPr>
          <p:cNvPr id="57" name="Oval 56"/>
          <p:cNvSpPr/>
          <p:nvPr/>
        </p:nvSpPr>
        <p:spPr bwMode="auto">
          <a:xfrm>
            <a:off x="7871875" y="1723231"/>
            <a:ext cx="846216" cy="2133600"/>
          </a:xfrm>
          <a:prstGeom prst="ellipse">
            <a:avLst/>
          </a:prstGeom>
          <a:solidFill>
            <a:srgbClr val="E6E7E8"/>
          </a:solidFill>
          <a:ln w="9525" cap="flat" cmpd="sng" algn="ctr">
            <a:solidFill>
              <a:srgbClr val="005C87"/>
            </a:solidFill>
            <a:prstDash val="solid"/>
            <a:round/>
            <a:headEnd type="none" w="med" len="med"/>
            <a:tailEnd type="none" w="med" len="med"/>
          </a:ln>
          <a:effectLst/>
        </p:spPr>
        <p:txBody>
          <a:bodyPr vert="horz" wrap="square" lIns="90528" tIns="45265" rIns="90528" bIns="45265" numCol="1" rtlCol="0" anchor="t" anchorCtr="0" compatLnSpc="1">
            <a:prstTxWarp prst="textNoShape">
              <a:avLst/>
            </a:prstTxWarp>
          </a:bodyPr>
          <a:lstStyle/>
          <a:p>
            <a:pPr defTabSz="1032550">
              <a:spcBef>
                <a:spcPct val="40000"/>
              </a:spcBef>
              <a:spcAft>
                <a:spcPct val="40000"/>
              </a:spcAft>
            </a:pPr>
            <a:endParaRPr lang="en-GB" baseline="0" dirty="0" smtClean="0"/>
          </a:p>
        </p:txBody>
      </p:sp>
      <p:sp>
        <p:nvSpPr>
          <p:cNvPr id="64" name="Oval 63"/>
          <p:cNvSpPr/>
          <p:nvPr/>
        </p:nvSpPr>
        <p:spPr bwMode="auto">
          <a:xfrm>
            <a:off x="7859443" y="5246121"/>
            <a:ext cx="533400" cy="541110"/>
          </a:xfrm>
          <a:prstGeom prst="ellipse">
            <a:avLst/>
          </a:prstGeom>
          <a:solidFill>
            <a:srgbClr val="E6E7E8"/>
          </a:solidFill>
          <a:ln w="9525" cap="flat" cmpd="sng" algn="ctr">
            <a:solidFill>
              <a:srgbClr val="005C87"/>
            </a:solidFill>
            <a:prstDash val="solid"/>
            <a:round/>
            <a:headEnd type="none" w="med" len="med"/>
            <a:tailEnd type="none" w="med" len="med"/>
          </a:ln>
          <a:effectLst/>
        </p:spPr>
        <p:txBody>
          <a:bodyPr vert="horz" wrap="square" lIns="90528" tIns="45265" rIns="90528" bIns="45265" numCol="1" rtlCol="0" anchor="t" anchorCtr="0" compatLnSpc="1">
            <a:prstTxWarp prst="textNoShape">
              <a:avLst/>
            </a:prstTxWarp>
          </a:bodyPr>
          <a:lstStyle/>
          <a:p>
            <a:pPr defTabSz="1032550">
              <a:spcBef>
                <a:spcPct val="40000"/>
              </a:spcBef>
              <a:spcAft>
                <a:spcPct val="40000"/>
              </a:spcAft>
            </a:pPr>
            <a:endParaRPr lang="en-GB" baseline="0" dirty="0" smtClean="0"/>
          </a:p>
        </p:txBody>
      </p:sp>
      <p:pic>
        <p:nvPicPr>
          <p:cNvPr id="276488" name="Picture 8"/>
          <p:cNvPicPr>
            <a:picLocks noChangeAspect="1" noChangeArrowheads="1"/>
          </p:cNvPicPr>
          <p:nvPr/>
        </p:nvPicPr>
        <p:blipFill>
          <a:blip r:embed="rId3" cstate="print"/>
          <a:srcRect/>
          <a:stretch>
            <a:fillRect/>
          </a:stretch>
        </p:blipFill>
        <p:spPr bwMode="auto">
          <a:xfrm>
            <a:off x="5535667" y="4685107"/>
            <a:ext cx="5051055" cy="2530800"/>
          </a:xfrm>
          <a:prstGeom prst="rect">
            <a:avLst/>
          </a:prstGeom>
          <a:noFill/>
          <a:ln w="9525">
            <a:noFill/>
            <a:miter lim="800000"/>
            <a:headEnd/>
            <a:tailEnd/>
          </a:ln>
          <a:effectLst/>
        </p:spPr>
      </p:pic>
      <p:pic>
        <p:nvPicPr>
          <p:cNvPr id="276487" name="Picture 7"/>
          <p:cNvPicPr>
            <a:picLocks noChangeAspect="1" noChangeArrowheads="1"/>
          </p:cNvPicPr>
          <p:nvPr/>
        </p:nvPicPr>
        <p:blipFill>
          <a:blip r:embed="rId4" cstate="print"/>
          <a:srcRect/>
          <a:stretch>
            <a:fillRect/>
          </a:stretch>
        </p:blipFill>
        <p:spPr bwMode="auto">
          <a:xfrm>
            <a:off x="5535667" y="1760238"/>
            <a:ext cx="5051055" cy="2530800"/>
          </a:xfrm>
          <a:prstGeom prst="rect">
            <a:avLst/>
          </a:prstGeom>
          <a:noFill/>
          <a:ln w="9525">
            <a:noFill/>
            <a:miter lim="800000"/>
            <a:headEnd/>
            <a:tailEnd/>
          </a:ln>
          <a:effectLst/>
        </p:spPr>
      </p:pic>
      <p:cxnSp>
        <p:nvCxnSpPr>
          <p:cNvPr id="49" name="Straight Connector 48"/>
          <p:cNvCxnSpPr/>
          <p:nvPr/>
        </p:nvCxnSpPr>
        <p:spPr bwMode="auto">
          <a:xfrm>
            <a:off x="2439333" y="4886325"/>
            <a:ext cx="285750" cy="107950"/>
          </a:xfrm>
          <a:prstGeom prst="line">
            <a:avLst/>
          </a:prstGeom>
          <a:solidFill>
            <a:srgbClr val="E6E7E8"/>
          </a:solidFill>
          <a:ln w="9525" cap="flat" cmpd="sng" algn="ctr">
            <a:solidFill>
              <a:srgbClr val="005C87"/>
            </a:solidFill>
            <a:prstDash val="solid"/>
            <a:round/>
            <a:headEnd type="none" w="med" len="med"/>
            <a:tailEnd type="none" w="med" len="med"/>
          </a:ln>
          <a:effectLst/>
        </p:spPr>
      </p:cxnSp>
      <p:pic>
        <p:nvPicPr>
          <p:cNvPr id="1033" name="Picture 9"/>
          <p:cNvPicPr>
            <a:picLocks noChangeAspect="1" noChangeArrowheads="1"/>
          </p:cNvPicPr>
          <p:nvPr/>
        </p:nvPicPr>
        <p:blipFill>
          <a:blip r:embed="rId5" cstate="print"/>
          <a:srcRect/>
          <a:stretch>
            <a:fillRect/>
          </a:stretch>
        </p:blipFill>
        <p:spPr bwMode="auto">
          <a:xfrm>
            <a:off x="10801" y="2141088"/>
            <a:ext cx="5335899" cy="2236874"/>
          </a:xfrm>
          <a:prstGeom prst="rect">
            <a:avLst/>
          </a:prstGeom>
          <a:noFill/>
          <a:ln w="9525">
            <a:noFill/>
            <a:miter lim="800000"/>
            <a:headEnd/>
            <a:tailEnd/>
          </a:ln>
          <a:effectLst/>
        </p:spPr>
      </p:pic>
      <p:grpSp>
        <p:nvGrpSpPr>
          <p:cNvPr id="2" name="Group 59"/>
          <p:cNvGrpSpPr/>
          <p:nvPr/>
        </p:nvGrpSpPr>
        <p:grpSpPr>
          <a:xfrm>
            <a:off x="1659455" y="1743173"/>
            <a:ext cx="499575" cy="214200"/>
            <a:chOff x="1538474" y="1283915"/>
            <a:chExt cx="427190" cy="194278"/>
          </a:xfrm>
        </p:grpSpPr>
        <p:sp>
          <p:nvSpPr>
            <p:cNvPr id="52" name="Oval 51"/>
            <p:cNvSpPr/>
            <p:nvPr/>
          </p:nvSpPr>
          <p:spPr bwMode="auto">
            <a:xfrm>
              <a:off x="1599670" y="1291879"/>
              <a:ext cx="304800" cy="182880"/>
            </a:xfrm>
            <a:prstGeom prst="ellipse">
              <a:avLst/>
            </a:prstGeom>
            <a:solidFill>
              <a:srgbClr val="E6E7E8"/>
            </a:solidFill>
            <a:ln w="9525" cap="flat" cmpd="sng" algn="ctr">
              <a:noFill/>
              <a:prstDash val="solid"/>
              <a:round/>
              <a:headEnd type="none" w="med" len="med"/>
              <a:tailEnd type="none" w="med" len="med"/>
            </a:ln>
            <a:effectLst/>
          </p:spPr>
          <p:txBody>
            <a:bodyPr vert="horz" wrap="square" lIns="90209" tIns="45104" rIns="90209" bIns="45104" numCol="1" rtlCol="0" anchor="t" anchorCtr="0" compatLnSpc="1">
              <a:prstTxWarp prst="textNoShape">
                <a:avLst/>
              </a:prstTxWarp>
            </a:bodyPr>
            <a:lstStyle/>
            <a:p>
              <a:pPr defTabSz="1158041">
                <a:spcBef>
                  <a:spcPct val="40000"/>
                </a:spcBef>
                <a:spcAft>
                  <a:spcPct val="40000"/>
                </a:spcAft>
              </a:pPr>
              <a:endParaRPr lang="en-GB" dirty="0">
                <a:latin typeface="Arial"/>
              </a:endParaRPr>
            </a:p>
          </p:txBody>
        </p:sp>
        <p:sp>
          <p:nvSpPr>
            <p:cNvPr id="53" name="TextBox 52"/>
            <p:cNvSpPr txBox="1"/>
            <p:nvPr/>
          </p:nvSpPr>
          <p:spPr>
            <a:xfrm>
              <a:off x="1538474" y="1283915"/>
              <a:ext cx="427190" cy="194278"/>
            </a:xfrm>
            <a:prstGeom prst="rect">
              <a:avLst/>
            </a:prstGeom>
            <a:noFill/>
          </p:spPr>
          <p:txBody>
            <a:bodyPr wrap="none" lIns="90209" tIns="45104" rIns="90209" bIns="45104" rtlCol="0">
              <a:spAutoFit/>
            </a:bodyPr>
            <a:lstStyle/>
            <a:p>
              <a:pPr algn="ctr" defTabSz="1029159"/>
              <a:r>
                <a:rPr lang="en-US" sz="800" baseline="0" dirty="0" smtClean="0">
                  <a:latin typeface="Arial"/>
                </a:rPr>
                <a:t>15,468</a:t>
              </a:r>
              <a:endParaRPr lang="en-GB" sz="800" baseline="0" dirty="0">
                <a:latin typeface="Arial"/>
              </a:endParaRPr>
            </a:p>
          </p:txBody>
        </p:sp>
      </p:grpSp>
      <p:pic>
        <p:nvPicPr>
          <p:cNvPr id="1037" name="Picture 13"/>
          <p:cNvPicPr>
            <a:picLocks noChangeAspect="1" noChangeArrowheads="1"/>
          </p:cNvPicPr>
          <p:nvPr/>
        </p:nvPicPr>
        <p:blipFill>
          <a:blip r:embed="rId6" cstate="print"/>
          <a:srcRect/>
          <a:stretch>
            <a:fillRect/>
          </a:stretch>
        </p:blipFill>
        <p:spPr bwMode="auto">
          <a:xfrm>
            <a:off x="356447" y="1596437"/>
            <a:ext cx="5025898" cy="57201"/>
          </a:xfrm>
          <a:prstGeom prst="rect">
            <a:avLst/>
          </a:prstGeom>
          <a:noFill/>
          <a:ln w="9525">
            <a:noFill/>
            <a:miter lim="800000"/>
            <a:headEnd/>
            <a:tailEnd/>
          </a:ln>
          <a:effectLst/>
        </p:spPr>
      </p:pic>
      <p:pic>
        <p:nvPicPr>
          <p:cNvPr id="24" name="Picture 13"/>
          <p:cNvPicPr>
            <a:picLocks noChangeAspect="1" noChangeArrowheads="1"/>
          </p:cNvPicPr>
          <p:nvPr/>
        </p:nvPicPr>
        <p:blipFill>
          <a:blip r:embed="rId6" cstate="print"/>
          <a:srcRect/>
          <a:stretch>
            <a:fillRect/>
          </a:stretch>
        </p:blipFill>
        <p:spPr bwMode="auto">
          <a:xfrm>
            <a:off x="5587554" y="1596436"/>
            <a:ext cx="4812030" cy="54767"/>
          </a:xfrm>
          <a:prstGeom prst="rect">
            <a:avLst/>
          </a:prstGeom>
          <a:noFill/>
          <a:ln w="9525">
            <a:noFill/>
            <a:miter lim="800000"/>
            <a:headEnd/>
            <a:tailEnd/>
          </a:ln>
          <a:effectLst/>
        </p:spPr>
      </p:pic>
      <p:pic>
        <p:nvPicPr>
          <p:cNvPr id="25" name="Picture 13"/>
          <p:cNvPicPr>
            <a:picLocks noChangeAspect="1" noChangeArrowheads="1"/>
          </p:cNvPicPr>
          <p:nvPr/>
        </p:nvPicPr>
        <p:blipFill>
          <a:blip r:embed="rId6" cstate="print"/>
          <a:srcRect/>
          <a:stretch>
            <a:fillRect/>
          </a:stretch>
        </p:blipFill>
        <p:spPr bwMode="auto">
          <a:xfrm>
            <a:off x="337406" y="4609228"/>
            <a:ext cx="5025898" cy="57201"/>
          </a:xfrm>
          <a:prstGeom prst="rect">
            <a:avLst/>
          </a:prstGeom>
          <a:noFill/>
          <a:ln w="9525">
            <a:noFill/>
            <a:miter lim="800000"/>
            <a:headEnd/>
            <a:tailEnd/>
          </a:ln>
          <a:effectLst/>
        </p:spPr>
      </p:pic>
      <p:pic>
        <p:nvPicPr>
          <p:cNvPr id="26" name="Picture 13"/>
          <p:cNvPicPr>
            <a:picLocks noChangeAspect="1" noChangeArrowheads="1"/>
          </p:cNvPicPr>
          <p:nvPr/>
        </p:nvPicPr>
        <p:blipFill>
          <a:blip r:embed="rId6" cstate="print"/>
          <a:srcRect/>
          <a:stretch>
            <a:fillRect/>
          </a:stretch>
        </p:blipFill>
        <p:spPr bwMode="auto">
          <a:xfrm>
            <a:off x="5612754" y="4609228"/>
            <a:ext cx="4812030" cy="54767"/>
          </a:xfrm>
          <a:prstGeom prst="rect">
            <a:avLst/>
          </a:prstGeom>
          <a:noFill/>
          <a:ln w="9525">
            <a:noFill/>
            <a:miter lim="800000"/>
            <a:headEnd/>
            <a:tailEnd/>
          </a:ln>
          <a:effectLst/>
        </p:spPr>
      </p:pic>
      <p:sp>
        <p:nvSpPr>
          <p:cNvPr id="27" name="Rectangle 39"/>
          <p:cNvSpPr>
            <a:spLocks noChangeArrowheads="1"/>
          </p:cNvSpPr>
          <p:nvPr/>
        </p:nvSpPr>
        <p:spPr bwMode="auto">
          <a:xfrm>
            <a:off x="356626" y="1243389"/>
            <a:ext cx="5803397" cy="516336"/>
          </a:xfrm>
          <a:prstGeom prst="rect">
            <a:avLst/>
          </a:prstGeom>
          <a:noFill/>
          <a:ln w="9525">
            <a:noFill/>
            <a:miter lim="800000"/>
            <a:headEnd/>
            <a:tailEnd/>
          </a:ln>
        </p:spPr>
        <p:txBody>
          <a:bodyPr lIns="0" tIns="0" rIns="0" bIns="0"/>
          <a:lstStyle/>
          <a:p>
            <a:pPr defTabSz="1154575">
              <a:spcBef>
                <a:spcPct val="40000"/>
              </a:spcBef>
              <a:spcAft>
                <a:spcPct val="20000"/>
              </a:spcAft>
              <a:buClr>
                <a:srgbClr val="005C87"/>
              </a:buClr>
            </a:pPr>
            <a:r>
              <a:rPr lang="en-AU" sz="1500" b="1" baseline="0" dirty="0">
                <a:solidFill>
                  <a:srgbClr val="005C87"/>
                </a:solidFill>
                <a:latin typeface="Arial"/>
              </a:rPr>
              <a:t>FXRC&amp;C Product Mix</a:t>
            </a:r>
          </a:p>
        </p:txBody>
      </p:sp>
      <p:sp>
        <p:nvSpPr>
          <p:cNvPr id="28" name="Rectangle 39"/>
          <p:cNvSpPr>
            <a:spLocks noChangeArrowheads="1"/>
          </p:cNvSpPr>
          <p:nvPr/>
        </p:nvSpPr>
        <p:spPr bwMode="auto">
          <a:xfrm>
            <a:off x="5641895" y="1259141"/>
            <a:ext cx="5803397" cy="516336"/>
          </a:xfrm>
          <a:prstGeom prst="rect">
            <a:avLst/>
          </a:prstGeom>
          <a:noFill/>
          <a:ln w="9525">
            <a:noFill/>
            <a:miter lim="800000"/>
            <a:headEnd/>
            <a:tailEnd/>
          </a:ln>
        </p:spPr>
        <p:txBody>
          <a:bodyPr lIns="0" tIns="0" rIns="0" bIns="0"/>
          <a:lstStyle/>
          <a:p>
            <a:pPr defTabSz="1154575">
              <a:spcBef>
                <a:spcPct val="40000"/>
              </a:spcBef>
              <a:spcAft>
                <a:spcPct val="20000"/>
              </a:spcAft>
              <a:buClr>
                <a:srgbClr val="005C87"/>
              </a:buClr>
            </a:pPr>
            <a:r>
              <a:rPr lang="en-AU" sz="1500" b="1" baseline="0" dirty="0">
                <a:solidFill>
                  <a:srgbClr val="005C87"/>
                </a:solidFill>
                <a:latin typeface="Arial"/>
              </a:rPr>
              <a:t>FX</a:t>
            </a:r>
          </a:p>
        </p:txBody>
      </p:sp>
      <p:sp>
        <p:nvSpPr>
          <p:cNvPr id="29" name="Rectangle 39"/>
          <p:cNvSpPr>
            <a:spLocks noChangeArrowheads="1"/>
          </p:cNvSpPr>
          <p:nvPr/>
        </p:nvSpPr>
        <p:spPr bwMode="auto">
          <a:xfrm>
            <a:off x="345402" y="4249059"/>
            <a:ext cx="4521190" cy="516336"/>
          </a:xfrm>
          <a:prstGeom prst="rect">
            <a:avLst/>
          </a:prstGeom>
          <a:noFill/>
          <a:ln w="9525">
            <a:noFill/>
            <a:miter lim="800000"/>
            <a:headEnd/>
            <a:tailEnd/>
          </a:ln>
        </p:spPr>
        <p:txBody>
          <a:bodyPr lIns="0" tIns="0" rIns="0" bIns="0"/>
          <a:lstStyle/>
          <a:p>
            <a:pPr defTabSz="1154575">
              <a:spcBef>
                <a:spcPct val="40000"/>
              </a:spcBef>
              <a:spcAft>
                <a:spcPct val="20000"/>
              </a:spcAft>
              <a:buClr>
                <a:srgbClr val="005C87"/>
              </a:buClr>
            </a:pPr>
            <a:r>
              <a:rPr lang="en-AU" sz="1500" b="1" baseline="0" dirty="0">
                <a:solidFill>
                  <a:srgbClr val="005C87"/>
                </a:solidFill>
                <a:latin typeface="Arial"/>
              </a:rPr>
              <a:t>Rates</a:t>
            </a:r>
          </a:p>
        </p:txBody>
      </p:sp>
      <p:sp>
        <p:nvSpPr>
          <p:cNvPr id="30" name="Rectangle 39"/>
          <p:cNvSpPr>
            <a:spLocks noChangeArrowheads="1"/>
          </p:cNvSpPr>
          <p:nvPr/>
        </p:nvSpPr>
        <p:spPr bwMode="auto">
          <a:xfrm>
            <a:off x="5641895" y="4249059"/>
            <a:ext cx="5803397" cy="516336"/>
          </a:xfrm>
          <a:prstGeom prst="rect">
            <a:avLst/>
          </a:prstGeom>
          <a:noFill/>
          <a:ln w="9525">
            <a:noFill/>
            <a:miter lim="800000"/>
            <a:headEnd/>
            <a:tailEnd/>
          </a:ln>
        </p:spPr>
        <p:txBody>
          <a:bodyPr lIns="0" tIns="0" rIns="0" bIns="0"/>
          <a:lstStyle/>
          <a:p>
            <a:pPr defTabSz="1154575">
              <a:spcBef>
                <a:spcPct val="40000"/>
              </a:spcBef>
              <a:spcAft>
                <a:spcPct val="20000"/>
              </a:spcAft>
              <a:buClr>
                <a:srgbClr val="005C87"/>
              </a:buClr>
            </a:pPr>
            <a:r>
              <a:rPr lang="en-AU" sz="1500" b="1" baseline="0" dirty="0">
                <a:solidFill>
                  <a:srgbClr val="005C87"/>
                </a:solidFill>
                <a:latin typeface="Arial"/>
              </a:rPr>
              <a:t>Credit</a:t>
            </a:r>
          </a:p>
        </p:txBody>
      </p:sp>
      <p:sp>
        <p:nvSpPr>
          <p:cNvPr id="40" name="Rectangle 14"/>
          <p:cNvSpPr txBox="1">
            <a:spLocks noChangeArrowheads="1"/>
          </p:cNvSpPr>
          <p:nvPr/>
        </p:nvSpPr>
        <p:spPr bwMode="auto">
          <a:xfrm>
            <a:off x="482689" y="406068"/>
            <a:ext cx="10693400" cy="647608"/>
          </a:xfrm>
          <a:prstGeom prst="rect">
            <a:avLst/>
          </a:prstGeom>
          <a:noFill/>
          <a:ln w="9525">
            <a:noFill/>
            <a:miter lim="800000"/>
            <a:headEnd/>
            <a:tailEnd/>
          </a:ln>
        </p:spPr>
        <p:txBody>
          <a:bodyPr vert="horz" wrap="square" lIns="0" tIns="50579" rIns="101158" bIns="50579" numCol="1" anchor="ctr" anchorCtr="0" compatLnSpc="1">
            <a:prstTxWarp prst="textNoShape">
              <a:avLst/>
            </a:prstTxWarp>
          </a:bodyPr>
          <a:lstStyle/>
          <a:p>
            <a:pPr defTabSz="1011996">
              <a:defRPr/>
            </a:pPr>
            <a:endParaRPr lang="en-GB" sz="2500" kern="0" dirty="0">
              <a:solidFill>
                <a:srgbClr val="6D6E71"/>
              </a:solidFill>
              <a:latin typeface="Arial"/>
            </a:endParaRPr>
          </a:p>
        </p:txBody>
      </p:sp>
      <p:sp>
        <p:nvSpPr>
          <p:cNvPr id="36" name="Rounded Rectangle 35"/>
          <p:cNvSpPr/>
          <p:nvPr/>
        </p:nvSpPr>
        <p:spPr bwMode="auto">
          <a:xfrm>
            <a:off x="356449" y="1680281"/>
            <a:ext cx="4924367" cy="411480"/>
          </a:xfrm>
          <a:prstGeom prst="roundRect">
            <a:avLst/>
          </a:prstGeom>
          <a:noFill/>
          <a:ln w="28575" cap="flat" cmpd="sng" algn="ctr">
            <a:solidFill>
              <a:srgbClr val="FF0000"/>
            </a:solidFill>
            <a:prstDash val="dash"/>
            <a:round/>
            <a:headEnd type="none" w="med" len="med"/>
            <a:tailEnd type="none" w="med" len="med"/>
          </a:ln>
          <a:effectLst/>
        </p:spPr>
        <p:txBody>
          <a:bodyPr vert="horz" wrap="square" lIns="88792" tIns="44396" rIns="88792" bIns="44396" numCol="1" rtlCol="0" anchor="t" anchorCtr="0" compatLnSpc="1">
            <a:prstTxWarp prst="textNoShape">
              <a:avLst/>
            </a:prstTxWarp>
          </a:bodyPr>
          <a:lstStyle/>
          <a:p>
            <a:pPr defTabSz="1012886">
              <a:spcBef>
                <a:spcPct val="40000"/>
              </a:spcBef>
              <a:spcAft>
                <a:spcPct val="40000"/>
              </a:spcAft>
            </a:pPr>
            <a:endParaRPr lang="en-GB" dirty="0">
              <a:latin typeface="Arial"/>
            </a:endParaRPr>
          </a:p>
        </p:txBody>
      </p:sp>
      <p:sp>
        <p:nvSpPr>
          <p:cNvPr id="38" name="TextBox 37"/>
          <p:cNvSpPr txBox="1"/>
          <p:nvPr/>
        </p:nvSpPr>
        <p:spPr>
          <a:xfrm>
            <a:off x="392093" y="1705760"/>
            <a:ext cx="1378264" cy="380831"/>
          </a:xfrm>
          <a:prstGeom prst="rect">
            <a:avLst/>
          </a:prstGeom>
          <a:noFill/>
        </p:spPr>
        <p:txBody>
          <a:bodyPr wrap="square" lIns="101531" tIns="50757" rIns="101531" bIns="50757" rtlCol="0">
            <a:spAutoFit/>
          </a:bodyPr>
          <a:lstStyle/>
          <a:p>
            <a:pPr defTabSz="1029159"/>
            <a:r>
              <a:rPr lang="en-US" baseline="0" dirty="0" smtClean="0">
                <a:latin typeface="Arial"/>
              </a:rPr>
              <a:t>FY’12 </a:t>
            </a:r>
            <a:r>
              <a:rPr lang="en-US" baseline="0" dirty="0">
                <a:latin typeface="Arial"/>
              </a:rPr>
              <a:t>Total FXRC&amp;C Income ($m)</a:t>
            </a:r>
            <a:endParaRPr lang="en-GB" baseline="0" dirty="0">
              <a:latin typeface="Arial"/>
            </a:endParaRPr>
          </a:p>
        </p:txBody>
      </p:sp>
      <p:sp>
        <p:nvSpPr>
          <p:cNvPr id="35" name="Rectangle 14"/>
          <p:cNvSpPr txBox="1">
            <a:spLocks noChangeArrowheads="1"/>
          </p:cNvSpPr>
          <p:nvPr/>
        </p:nvSpPr>
        <p:spPr bwMode="auto">
          <a:xfrm>
            <a:off x="412751" y="351634"/>
            <a:ext cx="9867900" cy="587375"/>
          </a:xfrm>
          <a:prstGeom prst="rect">
            <a:avLst/>
          </a:prstGeom>
          <a:noFill/>
          <a:ln w="9525">
            <a:noFill/>
            <a:miter lim="800000"/>
            <a:headEnd/>
            <a:tailEnd/>
          </a:ln>
        </p:spPr>
        <p:txBody>
          <a:bodyPr vert="horz" wrap="square" lIns="0" tIns="50546" rIns="101087" bIns="50546" numCol="1" anchor="ctr" anchorCtr="0" compatLnSpc="1">
            <a:prstTxWarp prst="textNoShape">
              <a:avLst/>
            </a:prstTxWarp>
          </a:bodyPr>
          <a:lstStyle/>
          <a:p>
            <a:pPr defTabSz="1011283"/>
            <a:r>
              <a:rPr lang="en-US" sz="2200" kern="0" baseline="0" dirty="0" smtClean="0">
                <a:solidFill>
                  <a:srgbClr val="6D6E71"/>
                </a:solidFill>
                <a:latin typeface="Arial"/>
              </a:rPr>
              <a:t>FXRC&amp;C H2’12 income was down on H1’12 across the measurable peer group</a:t>
            </a:r>
            <a:endParaRPr lang="en-GB" sz="2200" kern="0" baseline="0" dirty="0" smtClean="0">
              <a:solidFill>
                <a:srgbClr val="6D6E71"/>
              </a:solidFill>
              <a:latin typeface="Arial"/>
            </a:endParaRPr>
          </a:p>
        </p:txBody>
      </p:sp>
      <p:sp>
        <p:nvSpPr>
          <p:cNvPr id="37" name="Text Box 22"/>
          <p:cNvSpPr txBox="1">
            <a:spLocks noChangeArrowheads="1"/>
          </p:cNvSpPr>
          <p:nvPr/>
        </p:nvSpPr>
        <p:spPr bwMode="auto">
          <a:xfrm>
            <a:off x="1487490" y="6958347"/>
            <a:ext cx="5018091" cy="412582"/>
          </a:xfrm>
          <a:prstGeom prst="rect">
            <a:avLst/>
          </a:prstGeom>
          <a:noFill/>
          <a:ln w="9525">
            <a:noFill/>
            <a:miter lim="800000"/>
            <a:headEnd/>
            <a:tailEnd/>
          </a:ln>
        </p:spPr>
        <p:txBody>
          <a:bodyPr wrap="square" lIns="88554" tIns="44276" rIns="88554" bIns="44276">
            <a:spAutoFit/>
          </a:bodyPr>
          <a:lstStyle/>
          <a:p>
            <a:pPr defTabSz="1029159">
              <a:spcBef>
                <a:spcPct val="50000"/>
              </a:spcBef>
            </a:pPr>
            <a:r>
              <a:rPr lang="en-GB" sz="600" baseline="0" dirty="0" smtClean="0">
                <a:latin typeface="Arial"/>
              </a:rPr>
              <a:t>Sources: Company reports, WB Performance Management Analysis. SCB figures on management basis.</a:t>
            </a:r>
          </a:p>
          <a:p>
            <a:pPr defTabSz="1029159">
              <a:spcBef>
                <a:spcPct val="50000"/>
              </a:spcBef>
            </a:pPr>
            <a:r>
              <a:rPr lang="en-GB" sz="600" baseline="30000" dirty="0" smtClean="0">
                <a:latin typeface="Arial"/>
              </a:rPr>
              <a:t>1</a:t>
            </a:r>
            <a:r>
              <a:rPr lang="en-GB" sz="600" baseline="0" dirty="0" smtClean="0">
                <a:latin typeface="Arial"/>
              </a:rPr>
              <a:t> UBS product split excludes ‘Other FICC’, which comprises funding and hedging costs. UBS FY’12 FICC income of $4,643m includes ‘Other FICC’ (-$827m).  </a:t>
            </a:r>
          </a:p>
        </p:txBody>
      </p:sp>
      <p:grpSp>
        <p:nvGrpSpPr>
          <p:cNvPr id="3" name="Group 60"/>
          <p:cNvGrpSpPr/>
          <p:nvPr/>
        </p:nvGrpSpPr>
        <p:grpSpPr>
          <a:xfrm>
            <a:off x="3134678" y="1743173"/>
            <a:ext cx="441866" cy="214200"/>
            <a:chOff x="1563227" y="1283914"/>
            <a:chExt cx="377843" cy="194278"/>
          </a:xfrm>
        </p:grpSpPr>
        <p:sp>
          <p:nvSpPr>
            <p:cNvPr id="62" name="Oval 61"/>
            <p:cNvSpPr/>
            <p:nvPr/>
          </p:nvSpPr>
          <p:spPr bwMode="auto">
            <a:xfrm>
              <a:off x="1599670" y="1291879"/>
              <a:ext cx="304800" cy="182880"/>
            </a:xfrm>
            <a:prstGeom prst="ellipse">
              <a:avLst/>
            </a:prstGeom>
            <a:solidFill>
              <a:srgbClr val="E6E7E8"/>
            </a:solidFill>
            <a:ln w="9525" cap="flat" cmpd="sng" algn="ctr">
              <a:noFill/>
              <a:prstDash val="solid"/>
              <a:round/>
              <a:headEnd type="none" w="med" len="med"/>
              <a:tailEnd type="none" w="med" len="med"/>
            </a:ln>
            <a:effectLst/>
          </p:spPr>
          <p:txBody>
            <a:bodyPr vert="horz" wrap="square" lIns="90209" tIns="45104" rIns="90209" bIns="45104" numCol="1" rtlCol="0" anchor="t" anchorCtr="0" compatLnSpc="1">
              <a:prstTxWarp prst="textNoShape">
                <a:avLst/>
              </a:prstTxWarp>
            </a:bodyPr>
            <a:lstStyle/>
            <a:p>
              <a:pPr defTabSz="1158041">
                <a:spcBef>
                  <a:spcPct val="40000"/>
                </a:spcBef>
                <a:spcAft>
                  <a:spcPct val="40000"/>
                </a:spcAft>
              </a:pPr>
              <a:endParaRPr lang="en-GB" dirty="0">
                <a:latin typeface="Arial"/>
              </a:endParaRPr>
            </a:p>
          </p:txBody>
        </p:sp>
        <p:sp>
          <p:nvSpPr>
            <p:cNvPr id="63" name="TextBox 62"/>
            <p:cNvSpPr txBox="1"/>
            <p:nvPr/>
          </p:nvSpPr>
          <p:spPr>
            <a:xfrm>
              <a:off x="1563227" y="1283914"/>
              <a:ext cx="377843" cy="194278"/>
            </a:xfrm>
            <a:prstGeom prst="rect">
              <a:avLst/>
            </a:prstGeom>
            <a:noFill/>
          </p:spPr>
          <p:txBody>
            <a:bodyPr wrap="none" lIns="90209" tIns="45104" rIns="90209" bIns="45104" rtlCol="0">
              <a:spAutoFit/>
            </a:bodyPr>
            <a:lstStyle/>
            <a:p>
              <a:pPr algn="ctr" defTabSz="1029159"/>
              <a:r>
                <a:rPr lang="en-US" sz="800" baseline="0" dirty="0" smtClean="0">
                  <a:latin typeface="Arial"/>
                </a:rPr>
                <a:t>6,912</a:t>
              </a:r>
              <a:endParaRPr lang="en-GB" sz="800" baseline="0" dirty="0">
                <a:latin typeface="Arial"/>
              </a:endParaRPr>
            </a:p>
          </p:txBody>
        </p:sp>
      </p:grpSp>
      <p:grpSp>
        <p:nvGrpSpPr>
          <p:cNvPr id="4" name="Group 63"/>
          <p:cNvGrpSpPr/>
          <p:nvPr/>
        </p:nvGrpSpPr>
        <p:grpSpPr>
          <a:xfrm>
            <a:off x="3879965" y="1743173"/>
            <a:ext cx="441866" cy="214200"/>
            <a:chOff x="1563223" y="1283914"/>
            <a:chExt cx="377843" cy="194278"/>
          </a:xfrm>
        </p:grpSpPr>
        <p:sp>
          <p:nvSpPr>
            <p:cNvPr id="65" name="Oval 64"/>
            <p:cNvSpPr/>
            <p:nvPr/>
          </p:nvSpPr>
          <p:spPr bwMode="auto">
            <a:xfrm>
              <a:off x="1599670" y="1291879"/>
              <a:ext cx="304800" cy="182880"/>
            </a:xfrm>
            <a:prstGeom prst="ellipse">
              <a:avLst/>
            </a:prstGeom>
            <a:solidFill>
              <a:srgbClr val="E6E7E8"/>
            </a:solidFill>
            <a:ln w="9525" cap="flat" cmpd="sng" algn="ctr">
              <a:noFill/>
              <a:prstDash val="solid"/>
              <a:round/>
              <a:headEnd type="none" w="med" len="med"/>
              <a:tailEnd type="none" w="med" len="med"/>
            </a:ln>
            <a:effectLst/>
          </p:spPr>
          <p:txBody>
            <a:bodyPr vert="horz" wrap="square" lIns="90209" tIns="45104" rIns="90209" bIns="45104" numCol="1" rtlCol="0" anchor="t" anchorCtr="0" compatLnSpc="1">
              <a:prstTxWarp prst="textNoShape">
                <a:avLst/>
              </a:prstTxWarp>
            </a:bodyPr>
            <a:lstStyle/>
            <a:p>
              <a:pPr defTabSz="1158041">
                <a:spcBef>
                  <a:spcPct val="40000"/>
                </a:spcBef>
                <a:spcAft>
                  <a:spcPct val="40000"/>
                </a:spcAft>
              </a:pPr>
              <a:endParaRPr lang="en-GB" dirty="0">
                <a:latin typeface="Arial"/>
              </a:endParaRPr>
            </a:p>
          </p:txBody>
        </p:sp>
        <p:sp>
          <p:nvSpPr>
            <p:cNvPr id="66" name="TextBox 65"/>
            <p:cNvSpPr txBox="1"/>
            <p:nvPr/>
          </p:nvSpPr>
          <p:spPr>
            <a:xfrm>
              <a:off x="1563223" y="1283914"/>
              <a:ext cx="377843" cy="194278"/>
            </a:xfrm>
            <a:prstGeom prst="rect">
              <a:avLst/>
            </a:prstGeom>
            <a:noFill/>
          </p:spPr>
          <p:txBody>
            <a:bodyPr wrap="none" lIns="90209" tIns="45104" rIns="90209" bIns="45104" rtlCol="0">
              <a:spAutoFit/>
            </a:bodyPr>
            <a:lstStyle/>
            <a:p>
              <a:pPr algn="ctr" defTabSz="1029159"/>
              <a:r>
                <a:rPr lang="en-US" sz="800" baseline="0" dirty="0" smtClean="0">
                  <a:latin typeface="Arial"/>
                </a:rPr>
                <a:t>4,643</a:t>
              </a:r>
              <a:endParaRPr lang="en-GB" sz="800" baseline="0" dirty="0">
                <a:latin typeface="Arial"/>
              </a:endParaRPr>
            </a:p>
          </p:txBody>
        </p:sp>
      </p:grpSp>
      <p:grpSp>
        <p:nvGrpSpPr>
          <p:cNvPr id="5" name="Group 66"/>
          <p:cNvGrpSpPr/>
          <p:nvPr/>
        </p:nvGrpSpPr>
        <p:grpSpPr>
          <a:xfrm>
            <a:off x="4581191" y="1743173"/>
            <a:ext cx="441866" cy="214200"/>
            <a:chOff x="1563226" y="1283914"/>
            <a:chExt cx="377844" cy="194278"/>
          </a:xfrm>
        </p:grpSpPr>
        <p:sp>
          <p:nvSpPr>
            <p:cNvPr id="68" name="Oval 67"/>
            <p:cNvSpPr/>
            <p:nvPr/>
          </p:nvSpPr>
          <p:spPr bwMode="auto">
            <a:xfrm>
              <a:off x="1599670" y="1291879"/>
              <a:ext cx="304800" cy="182880"/>
            </a:xfrm>
            <a:prstGeom prst="ellipse">
              <a:avLst/>
            </a:prstGeom>
            <a:solidFill>
              <a:srgbClr val="E6E7E8"/>
            </a:solidFill>
            <a:ln w="9525" cap="flat" cmpd="sng" algn="ctr">
              <a:noFill/>
              <a:prstDash val="solid"/>
              <a:round/>
              <a:headEnd type="none" w="med" len="med"/>
              <a:tailEnd type="none" w="med" len="med"/>
            </a:ln>
            <a:effectLst/>
          </p:spPr>
          <p:txBody>
            <a:bodyPr vert="horz" wrap="square" lIns="90209" tIns="45104" rIns="90209" bIns="45104" numCol="1" rtlCol="0" anchor="t" anchorCtr="0" compatLnSpc="1">
              <a:prstTxWarp prst="textNoShape">
                <a:avLst/>
              </a:prstTxWarp>
            </a:bodyPr>
            <a:lstStyle/>
            <a:p>
              <a:pPr defTabSz="1158041">
                <a:spcBef>
                  <a:spcPct val="40000"/>
                </a:spcBef>
                <a:spcAft>
                  <a:spcPct val="40000"/>
                </a:spcAft>
              </a:pPr>
              <a:endParaRPr lang="en-GB" dirty="0">
                <a:latin typeface="Arial"/>
              </a:endParaRPr>
            </a:p>
          </p:txBody>
        </p:sp>
        <p:sp>
          <p:nvSpPr>
            <p:cNvPr id="69" name="TextBox 68"/>
            <p:cNvSpPr txBox="1"/>
            <p:nvPr/>
          </p:nvSpPr>
          <p:spPr>
            <a:xfrm>
              <a:off x="1563226" y="1283914"/>
              <a:ext cx="377844" cy="194278"/>
            </a:xfrm>
            <a:prstGeom prst="rect">
              <a:avLst/>
            </a:prstGeom>
            <a:noFill/>
          </p:spPr>
          <p:txBody>
            <a:bodyPr wrap="none" lIns="90209" tIns="45104" rIns="90209" bIns="45104" rtlCol="0">
              <a:spAutoFit/>
            </a:bodyPr>
            <a:lstStyle/>
            <a:p>
              <a:pPr algn="ctr" defTabSz="1029159"/>
              <a:r>
                <a:rPr lang="en-US" sz="800" baseline="0" dirty="0" smtClean="0">
                  <a:latin typeface="Arial"/>
                </a:rPr>
                <a:t>2,930</a:t>
              </a:r>
              <a:endParaRPr lang="en-GB" sz="800" baseline="0" dirty="0">
                <a:latin typeface="Arial"/>
              </a:endParaRPr>
            </a:p>
          </p:txBody>
        </p:sp>
      </p:grpSp>
      <p:sp>
        <p:nvSpPr>
          <p:cNvPr id="39" name="Rectangle 39"/>
          <p:cNvSpPr>
            <a:spLocks noChangeArrowheads="1"/>
          </p:cNvSpPr>
          <p:nvPr/>
        </p:nvSpPr>
        <p:spPr bwMode="auto">
          <a:xfrm>
            <a:off x="4557061" y="4766128"/>
            <a:ext cx="845334" cy="274795"/>
          </a:xfrm>
          <a:prstGeom prst="rect">
            <a:avLst/>
          </a:prstGeom>
          <a:noFill/>
          <a:ln w="9525">
            <a:noFill/>
            <a:miter lim="800000"/>
            <a:headEnd/>
            <a:tailEnd/>
          </a:ln>
        </p:spPr>
        <p:txBody>
          <a:bodyPr lIns="0" tIns="0" rIns="0" bIns="0" anchor="ctr"/>
          <a:lstStyle/>
          <a:p>
            <a:pPr algn="ctr" defTabSz="1154575">
              <a:spcBef>
                <a:spcPct val="40000"/>
              </a:spcBef>
              <a:spcAft>
                <a:spcPct val="20000"/>
              </a:spcAft>
              <a:buClr>
                <a:srgbClr val="005C87"/>
              </a:buClr>
            </a:pPr>
            <a:r>
              <a:rPr lang="en-AU" b="1" baseline="0" dirty="0" smtClean="0">
                <a:solidFill>
                  <a:srgbClr val="005C87"/>
                </a:solidFill>
                <a:latin typeface="Arial"/>
              </a:rPr>
              <a:t>Q4’12 Change</a:t>
            </a:r>
            <a:endParaRPr lang="en-AU" b="1" baseline="0" dirty="0">
              <a:solidFill>
                <a:srgbClr val="005C87"/>
              </a:solidFill>
              <a:latin typeface="Arial"/>
            </a:endParaRPr>
          </a:p>
        </p:txBody>
      </p:sp>
      <p:sp>
        <p:nvSpPr>
          <p:cNvPr id="41" name="Rectangle 39"/>
          <p:cNvSpPr>
            <a:spLocks noChangeArrowheads="1"/>
          </p:cNvSpPr>
          <p:nvPr/>
        </p:nvSpPr>
        <p:spPr bwMode="auto">
          <a:xfrm>
            <a:off x="9524955" y="4766128"/>
            <a:ext cx="845334" cy="274795"/>
          </a:xfrm>
          <a:prstGeom prst="rect">
            <a:avLst/>
          </a:prstGeom>
          <a:noFill/>
          <a:ln w="9525">
            <a:noFill/>
            <a:miter lim="800000"/>
            <a:headEnd/>
            <a:tailEnd/>
          </a:ln>
        </p:spPr>
        <p:txBody>
          <a:bodyPr lIns="0" tIns="0" rIns="0" bIns="0" anchor="ctr"/>
          <a:lstStyle/>
          <a:p>
            <a:pPr algn="ctr" defTabSz="1154575">
              <a:spcBef>
                <a:spcPct val="40000"/>
              </a:spcBef>
              <a:spcAft>
                <a:spcPct val="20000"/>
              </a:spcAft>
              <a:buClr>
                <a:srgbClr val="005C87"/>
              </a:buClr>
            </a:pPr>
            <a:r>
              <a:rPr lang="en-AU" b="1" baseline="0" dirty="0" smtClean="0">
                <a:solidFill>
                  <a:srgbClr val="005C87"/>
                </a:solidFill>
                <a:latin typeface="Arial"/>
              </a:rPr>
              <a:t>Q4’12 Change</a:t>
            </a:r>
            <a:endParaRPr lang="en-AU" b="1" baseline="0" dirty="0">
              <a:solidFill>
                <a:srgbClr val="005C87"/>
              </a:solidFill>
              <a:latin typeface="Arial"/>
            </a:endParaRPr>
          </a:p>
        </p:txBody>
      </p:sp>
      <p:sp>
        <p:nvSpPr>
          <p:cNvPr id="44" name="Rectangle 39"/>
          <p:cNvSpPr>
            <a:spLocks noChangeArrowheads="1"/>
          </p:cNvSpPr>
          <p:nvPr/>
        </p:nvSpPr>
        <p:spPr bwMode="auto">
          <a:xfrm>
            <a:off x="9524955" y="1680362"/>
            <a:ext cx="845334" cy="274795"/>
          </a:xfrm>
          <a:prstGeom prst="rect">
            <a:avLst/>
          </a:prstGeom>
          <a:noFill/>
          <a:ln w="9525">
            <a:noFill/>
            <a:miter lim="800000"/>
            <a:headEnd/>
            <a:tailEnd/>
          </a:ln>
        </p:spPr>
        <p:txBody>
          <a:bodyPr lIns="0" tIns="0" rIns="0" bIns="0" anchor="ctr"/>
          <a:lstStyle/>
          <a:p>
            <a:pPr algn="ctr" defTabSz="1154575">
              <a:spcBef>
                <a:spcPct val="40000"/>
              </a:spcBef>
              <a:spcAft>
                <a:spcPct val="20000"/>
              </a:spcAft>
              <a:buClr>
                <a:srgbClr val="005C87"/>
              </a:buClr>
            </a:pPr>
            <a:r>
              <a:rPr lang="en-AU" b="1" baseline="0" dirty="0" smtClean="0">
                <a:solidFill>
                  <a:srgbClr val="005C87"/>
                </a:solidFill>
                <a:latin typeface="Arial"/>
              </a:rPr>
              <a:t>Q4’12 Change</a:t>
            </a:r>
            <a:endParaRPr lang="en-AU" b="1" baseline="0" dirty="0">
              <a:solidFill>
                <a:srgbClr val="005C87"/>
              </a:solidFill>
              <a:latin typeface="Arial"/>
            </a:endParaRPr>
          </a:p>
        </p:txBody>
      </p:sp>
      <p:grpSp>
        <p:nvGrpSpPr>
          <p:cNvPr id="6" name="Group 59"/>
          <p:cNvGrpSpPr/>
          <p:nvPr/>
        </p:nvGrpSpPr>
        <p:grpSpPr>
          <a:xfrm>
            <a:off x="2389396" y="1743173"/>
            <a:ext cx="441866" cy="214200"/>
            <a:chOff x="1563221" y="1283915"/>
            <a:chExt cx="377843" cy="194278"/>
          </a:xfrm>
        </p:grpSpPr>
        <p:sp>
          <p:nvSpPr>
            <p:cNvPr id="46" name="Oval 45"/>
            <p:cNvSpPr/>
            <p:nvPr/>
          </p:nvSpPr>
          <p:spPr bwMode="auto">
            <a:xfrm>
              <a:off x="1599670" y="1291879"/>
              <a:ext cx="304800" cy="182880"/>
            </a:xfrm>
            <a:prstGeom prst="ellipse">
              <a:avLst/>
            </a:prstGeom>
            <a:solidFill>
              <a:srgbClr val="E6E7E8"/>
            </a:solidFill>
            <a:ln w="9525" cap="flat" cmpd="sng" algn="ctr">
              <a:noFill/>
              <a:prstDash val="solid"/>
              <a:round/>
              <a:headEnd type="none" w="med" len="med"/>
              <a:tailEnd type="none" w="med" len="med"/>
            </a:ln>
            <a:effectLst/>
          </p:spPr>
          <p:txBody>
            <a:bodyPr vert="horz" wrap="square" lIns="90209" tIns="45104" rIns="90209" bIns="45104" numCol="1" rtlCol="0" anchor="t" anchorCtr="0" compatLnSpc="1">
              <a:prstTxWarp prst="textNoShape">
                <a:avLst/>
              </a:prstTxWarp>
            </a:bodyPr>
            <a:lstStyle/>
            <a:p>
              <a:pPr defTabSz="1158041">
                <a:spcBef>
                  <a:spcPct val="40000"/>
                </a:spcBef>
                <a:spcAft>
                  <a:spcPct val="40000"/>
                </a:spcAft>
              </a:pPr>
              <a:endParaRPr lang="en-GB" dirty="0">
                <a:latin typeface="Arial"/>
              </a:endParaRPr>
            </a:p>
          </p:txBody>
        </p:sp>
        <p:sp>
          <p:nvSpPr>
            <p:cNvPr id="47" name="TextBox 46"/>
            <p:cNvSpPr txBox="1"/>
            <p:nvPr/>
          </p:nvSpPr>
          <p:spPr>
            <a:xfrm>
              <a:off x="1563221" y="1283915"/>
              <a:ext cx="377843" cy="194278"/>
            </a:xfrm>
            <a:prstGeom prst="rect">
              <a:avLst/>
            </a:prstGeom>
            <a:noFill/>
          </p:spPr>
          <p:txBody>
            <a:bodyPr wrap="none" lIns="90209" tIns="45104" rIns="90209" bIns="45104" rtlCol="0">
              <a:spAutoFit/>
            </a:bodyPr>
            <a:lstStyle/>
            <a:p>
              <a:pPr algn="ctr" defTabSz="1029159"/>
              <a:r>
                <a:rPr lang="en-US" sz="800" baseline="0" dirty="0" smtClean="0">
                  <a:latin typeface="Arial"/>
                </a:rPr>
                <a:t>6,932</a:t>
              </a:r>
              <a:endParaRPr lang="en-GB" sz="800" baseline="0" dirty="0">
                <a:latin typeface="Arial"/>
              </a:endParaRPr>
            </a:p>
          </p:txBody>
        </p:sp>
      </p:grpSp>
      <p:sp>
        <p:nvSpPr>
          <p:cNvPr id="48" name="Rectangle 39"/>
          <p:cNvSpPr>
            <a:spLocks noChangeArrowheads="1"/>
          </p:cNvSpPr>
          <p:nvPr/>
        </p:nvSpPr>
        <p:spPr bwMode="auto">
          <a:xfrm>
            <a:off x="4054583" y="4088683"/>
            <a:ext cx="356447" cy="168028"/>
          </a:xfrm>
          <a:prstGeom prst="rect">
            <a:avLst/>
          </a:prstGeom>
          <a:noFill/>
          <a:ln w="9525">
            <a:noFill/>
            <a:miter lim="800000"/>
            <a:headEnd/>
            <a:tailEnd/>
          </a:ln>
        </p:spPr>
        <p:txBody>
          <a:bodyPr lIns="0" tIns="0" rIns="0" bIns="0"/>
          <a:lstStyle/>
          <a:p>
            <a:pPr algn="ctr" defTabSz="1154575">
              <a:spcBef>
                <a:spcPct val="40000"/>
              </a:spcBef>
              <a:spcAft>
                <a:spcPct val="20000"/>
              </a:spcAft>
              <a:buClr>
                <a:srgbClr val="005C87"/>
              </a:buClr>
            </a:pPr>
            <a:r>
              <a:rPr lang="en-AU" sz="700" baseline="0" dirty="0" smtClean="0">
                <a:solidFill>
                  <a:srgbClr val="005C87"/>
                </a:solidFill>
                <a:latin typeface="Arial"/>
              </a:rPr>
              <a:t>1</a:t>
            </a:r>
            <a:endParaRPr lang="en-AU" sz="700" baseline="0" dirty="0">
              <a:solidFill>
                <a:srgbClr val="005C87"/>
              </a:solidFill>
              <a:latin typeface="Arial"/>
            </a:endParaRPr>
          </a:p>
        </p:txBody>
      </p:sp>
      <p:sp>
        <p:nvSpPr>
          <p:cNvPr id="42" name="Rectangle 3"/>
          <p:cNvSpPr>
            <a:spLocks noChangeArrowheads="1"/>
          </p:cNvSpPr>
          <p:nvPr/>
        </p:nvSpPr>
        <p:spPr bwMode="auto">
          <a:xfrm>
            <a:off x="1487492" y="4693325"/>
            <a:ext cx="1013823" cy="861774"/>
          </a:xfrm>
          <a:prstGeom prst="rect">
            <a:avLst/>
          </a:prstGeom>
          <a:noFill/>
          <a:ln w="9525">
            <a:noFill/>
            <a:miter lim="800000"/>
            <a:headEnd/>
            <a:tailEnd/>
          </a:ln>
        </p:spPr>
        <p:txBody>
          <a:bodyPr wrap="square" lIns="0" tIns="0" rIns="0" bIns="0">
            <a:spAutoFit/>
          </a:bodyPr>
          <a:lstStyle/>
          <a:p>
            <a:pPr marL="7694" indent="-7694" algn="ctr" defTabSz="1009680">
              <a:spcBef>
                <a:spcPct val="30000"/>
              </a:spcBef>
              <a:spcAft>
                <a:spcPct val="20000"/>
              </a:spcAft>
              <a:buClr>
                <a:srgbClr val="22AA47"/>
              </a:buClr>
              <a:buSzPct val="110000"/>
            </a:pPr>
            <a:r>
              <a:rPr lang="en-US" sz="800" baseline="0" dirty="0" smtClean="0">
                <a:solidFill>
                  <a:srgbClr val="005C87"/>
                </a:solidFill>
              </a:rPr>
              <a:t>Rebound driven by ECB’s LTRO announcement, resulting in improved liquidity, tightening spreads and increased client flow.</a:t>
            </a:r>
            <a:endParaRPr lang="en-US" sz="800" baseline="0" dirty="0">
              <a:solidFill>
                <a:srgbClr val="005C87"/>
              </a:solidFill>
            </a:endParaRPr>
          </a:p>
        </p:txBody>
      </p:sp>
      <p:cxnSp>
        <p:nvCxnSpPr>
          <p:cNvPr id="56" name="Straight Connector 55"/>
          <p:cNvCxnSpPr/>
          <p:nvPr/>
        </p:nvCxnSpPr>
        <p:spPr bwMode="auto">
          <a:xfrm>
            <a:off x="7249844" y="1864489"/>
            <a:ext cx="762004" cy="0"/>
          </a:xfrm>
          <a:prstGeom prst="line">
            <a:avLst/>
          </a:prstGeom>
          <a:solidFill>
            <a:srgbClr val="E6E7E8"/>
          </a:solidFill>
          <a:ln w="9525" cap="flat" cmpd="sng" algn="ctr">
            <a:solidFill>
              <a:srgbClr val="005C87"/>
            </a:solidFill>
            <a:prstDash val="solid"/>
            <a:round/>
            <a:headEnd type="none" w="med" len="med"/>
            <a:tailEnd type="none" w="med" len="med"/>
          </a:ln>
          <a:effectLst/>
        </p:spPr>
      </p:cxnSp>
      <p:sp>
        <p:nvSpPr>
          <p:cNvPr id="58" name="Rectangle 3"/>
          <p:cNvSpPr>
            <a:spLocks noChangeArrowheads="1"/>
          </p:cNvSpPr>
          <p:nvPr/>
        </p:nvSpPr>
        <p:spPr bwMode="auto">
          <a:xfrm>
            <a:off x="6081965" y="1696875"/>
            <a:ext cx="1593772" cy="246221"/>
          </a:xfrm>
          <a:prstGeom prst="rect">
            <a:avLst/>
          </a:prstGeom>
          <a:noFill/>
          <a:ln w="9525">
            <a:noFill/>
            <a:miter lim="800000"/>
            <a:headEnd/>
            <a:tailEnd/>
          </a:ln>
        </p:spPr>
        <p:txBody>
          <a:bodyPr lIns="0" tIns="0" rIns="0" bIns="0">
            <a:spAutoFit/>
          </a:bodyPr>
          <a:lstStyle/>
          <a:p>
            <a:pPr marL="7694" indent="-7694" algn="ctr" defTabSz="1009680">
              <a:spcBef>
                <a:spcPct val="30000"/>
              </a:spcBef>
              <a:spcAft>
                <a:spcPct val="20000"/>
              </a:spcAft>
              <a:buClr>
                <a:srgbClr val="22AA47"/>
              </a:buClr>
              <a:buSzPct val="110000"/>
            </a:pPr>
            <a:r>
              <a:rPr lang="en-US" sz="800" baseline="0" dirty="0" smtClean="0">
                <a:solidFill>
                  <a:srgbClr val="005C87"/>
                </a:solidFill>
              </a:rPr>
              <a:t>Notable </a:t>
            </a:r>
            <a:r>
              <a:rPr lang="en-US" sz="800" baseline="0" dirty="0" err="1" smtClean="0">
                <a:solidFill>
                  <a:srgbClr val="005C87"/>
                </a:solidFill>
              </a:rPr>
              <a:t>QoQ</a:t>
            </a:r>
            <a:r>
              <a:rPr lang="en-US" sz="800" baseline="0" dirty="0" smtClean="0">
                <a:solidFill>
                  <a:srgbClr val="005C87"/>
                </a:solidFill>
              </a:rPr>
              <a:t> decline in income across peers</a:t>
            </a:r>
            <a:endParaRPr lang="en-US" sz="800" baseline="0" dirty="0">
              <a:solidFill>
                <a:srgbClr val="005C87"/>
              </a:solidFill>
            </a:endParaRPr>
          </a:p>
        </p:txBody>
      </p:sp>
      <p:cxnSp>
        <p:nvCxnSpPr>
          <p:cNvPr id="61" name="Straight Connector 60"/>
          <p:cNvCxnSpPr/>
          <p:nvPr/>
        </p:nvCxnSpPr>
        <p:spPr bwMode="auto">
          <a:xfrm>
            <a:off x="7602334" y="5178424"/>
            <a:ext cx="346075" cy="201446"/>
          </a:xfrm>
          <a:prstGeom prst="line">
            <a:avLst/>
          </a:prstGeom>
          <a:solidFill>
            <a:srgbClr val="E6E7E8"/>
          </a:solidFill>
          <a:ln w="9525" cap="flat" cmpd="sng" algn="ctr">
            <a:solidFill>
              <a:srgbClr val="005C87"/>
            </a:solidFill>
            <a:prstDash val="solid"/>
            <a:round/>
            <a:headEnd type="none" w="med" len="med"/>
            <a:tailEnd type="none" w="med" len="med"/>
          </a:ln>
          <a:effectLst/>
        </p:spPr>
      </p:cxnSp>
      <p:sp>
        <p:nvSpPr>
          <p:cNvPr id="71" name="Rectangle 3"/>
          <p:cNvSpPr>
            <a:spLocks noChangeArrowheads="1"/>
          </p:cNvSpPr>
          <p:nvPr/>
        </p:nvSpPr>
        <p:spPr bwMode="auto">
          <a:xfrm>
            <a:off x="6418075" y="4693325"/>
            <a:ext cx="1593772" cy="492444"/>
          </a:xfrm>
          <a:prstGeom prst="rect">
            <a:avLst/>
          </a:prstGeom>
          <a:noFill/>
          <a:ln w="9525">
            <a:noFill/>
            <a:miter lim="800000"/>
            <a:headEnd/>
            <a:tailEnd/>
          </a:ln>
        </p:spPr>
        <p:txBody>
          <a:bodyPr lIns="0" tIns="0" rIns="0" bIns="0">
            <a:spAutoFit/>
          </a:bodyPr>
          <a:lstStyle/>
          <a:p>
            <a:pPr marL="7694" indent="-7694" algn="ctr" defTabSz="1009680">
              <a:spcBef>
                <a:spcPct val="30000"/>
              </a:spcBef>
              <a:spcAft>
                <a:spcPct val="20000"/>
              </a:spcAft>
              <a:buClr>
                <a:srgbClr val="22AA47"/>
              </a:buClr>
              <a:buSzPct val="110000"/>
            </a:pPr>
            <a:r>
              <a:rPr lang="en-US" sz="800" baseline="0" dirty="0" smtClean="0">
                <a:solidFill>
                  <a:srgbClr val="005C87"/>
                </a:solidFill>
              </a:rPr>
              <a:t>Strong rebound in Credit Markets and Asset Backed Products with management citing improving US macroeconomic environment </a:t>
            </a:r>
            <a:endParaRPr lang="en-US" sz="800" baseline="0" dirty="0">
              <a:solidFill>
                <a:srgbClr val="005C87"/>
              </a:solidFill>
            </a:endParaRPr>
          </a:p>
        </p:txBody>
      </p:sp>
      <p:sp>
        <p:nvSpPr>
          <p:cNvPr id="59" name="TextBox 58"/>
          <p:cNvSpPr txBox="1"/>
          <p:nvPr/>
        </p:nvSpPr>
        <p:spPr>
          <a:xfrm rot="16200000">
            <a:off x="5292361" y="2875960"/>
            <a:ext cx="840198" cy="194877"/>
          </a:xfrm>
          <a:prstGeom prst="rect">
            <a:avLst/>
          </a:prstGeom>
          <a:noFill/>
        </p:spPr>
        <p:txBody>
          <a:bodyPr wrap="none" lIns="91392" tIns="45696" rIns="91392" bIns="45696" rtlCol="0">
            <a:spAutoFit/>
          </a:bodyPr>
          <a:lstStyle/>
          <a:p>
            <a:r>
              <a:rPr lang="en-US" sz="1000" dirty="0" smtClean="0"/>
              <a:t>Quarterly income</a:t>
            </a:r>
            <a:endParaRPr lang="en-GB" sz="1000" dirty="0"/>
          </a:p>
        </p:txBody>
      </p:sp>
      <p:sp>
        <p:nvSpPr>
          <p:cNvPr id="60" name="TextBox 59"/>
          <p:cNvSpPr txBox="1"/>
          <p:nvPr/>
        </p:nvSpPr>
        <p:spPr>
          <a:xfrm rot="16200000">
            <a:off x="5292361" y="5877809"/>
            <a:ext cx="840198" cy="194877"/>
          </a:xfrm>
          <a:prstGeom prst="rect">
            <a:avLst/>
          </a:prstGeom>
          <a:noFill/>
        </p:spPr>
        <p:txBody>
          <a:bodyPr wrap="none" lIns="91392" tIns="45696" rIns="91392" bIns="45696" rtlCol="0">
            <a:spAutoFit/>
          </a:bodyPr>
          <a:lstStyle/>
          <a:p>
            <a:r>
              <a:rPr lang="en-US" sz="1000" dirty="0" smtClean="0"/>
              <a:t>Quarterly income</a:t>
            </a:r>
            <a:endParaRPr lang="en-GB" sz="1000" dirty="0"/>
          </a:p>
        </p:txBody>
      </p:sp>
      <p:sp>
        <p:nvSpPr>
          <p:cNvPr id="67" name="TextBox 66"/>
          <p:cNvSpPr txBox="1"/>
          <p:nvPr/>
        </p:nvSpPr>
        <p:spPr>
          <a:xfrm rot="16200000">
            <a:off x="90117" y="5877808"/>
            <a:ext cx="840198" cy="194877"/>
          </a:xfrm>
          <a:prstGeom prst="rect">
            <a:avLst/>
          </a:prstGeom>
          <a:noFill/>
        </p:spPr>
        <p:txBody>
          <a:bodyPr wrap="none" lIns="91392" tIns="45696" rIns="91392" bIns="45696" rtlCol="0">
            <a:spAutoFit/>
          </a:bodyPr>
          <a:lstStyle/>
          <a:p>
            <a:r>
              <a:rPr lang="en-US" sz="1000" dirty="0" smtClean="0"/>
              <a:t>Quarterly income</a:t>
            </a:r>
            <a:endParaRPr lang="en-GB" sz="1000" dirty="0"/>
          </a:p>
        </p:txBody>
      </p:sp>
      <p:sp>
        <p:nvSpPr>
          <p:cNvPr id="51" name="Text Box 6"/>
          <p:cNvSpPr txBox="1">
            <a:spLocks noChangeArrowheads="1"/>
          </p:cNvSpPr>
          <p:nvPr/>
        </p:nvSpPr>
        <p:spPr bwMode="auto">
          <a:xfrm>
            <a:off x="10069762" y="7056438"/>
            <a:ext cx="357187" cy="298450"/>
          </a:xfrm>
          <a:prstGeom prst="rect">
            <a:avLst/>
          </a:prstGeom>
          <a:noFill/>
          <a:ln w="9525">
            <a:noFill/>
            <a:miter lim="800000"/>
            <a:headEnd/>
            <a:tailEnd/>
          </a:ln>
        </p:spPr>
        <p:txBody>
          <a:bodyPr lIns="0" tIns="0" rIns="0" bIns="0" anchor="ctr"/>
          <a:lstStyle/>
          <a:p>
            <a:pPr algn="ctr" defTabSz="1004522">
              <a:defRPr/>
            </a:pPr>
            <a:fld id="{11BBAC88-D85F-4C74-9FFA-07A924DA6D92}" type="slidenum">
              <a:rPr lang="en-US" baseline="0">
                <a:solidFill>
                  <a:srgbClr val="6D6E71"/>
                </a:solidFill>
              </a:rPr>
              <a:pPr algn="ctr" defTabSz="1004522">
                <a:defRPr/>
              </a:pPr>
              <a:t>23</a:t>
            </a:fld>
            <a:endParaRPr lang="en-US" baseline="0" dirty="0">
              <a:solidFill>
                <a:srgbClr val="6D6E71"/>
              </a:solidFill>
            </a:endParaRPr>
          </a:p>
        </p:txBody>
      </p:sp>
      <p:sp>
        <p:nvSpPr>
          <p:cNvPr id="54" name="Text Box 25"/>
          <p:cNvSpPr txBox="1">
            <a:spLocks noChangeArrowheads="1"/>
          </p:cNvSpPr>
          <p:nvPr/>
        </p:nvSpPr>
        <p:spPr bwMode="auto">
          <a:xfrm>
            <a:off x="6505579" y="7080250"/>
            <a:ext cx="3475038" cy="252413"/>
          </a:xfrm>
          <a:prstGeom prst="rect">
            <a:avLst/>
          </a:prstGeom>
          <a:noFill/>
          <a:ln w="9525">
            <a:noFill/>
            <a:miter lim="800000"/>
            <a:headEnd/>
            <a:tailEnd/>
          </a:ln>
        </p:spPr>
        <p:txBody>
          <a:bodyPr lIns="0" tIns="0" rIns="118604" bIns="0" anchor="ctr"/>
          <a:lstStyle/>
          <a:p>
            <a:pPr marL="503050" indent="-503050" algn="r" defTabSz="1004522">
              <a:spcBef>
                <a:spcPct val="40000"/>
              </a:spcBef>
              <a:spcAft>
                <a:spcPct val="40000"/>
              </a:spcAft>
              <a:defRPr/>
            </a:pPr>
            <a:r>
              <a:rPr lang="en-GB" baseline="0" dirty="0" smtClean="0">
                <a:solidFill>
                  <a:srgbClr val="6D6E71"/>
                </a:solidFill>
              </a:rPr>
              <a:t>WB Performance Management </a:t>
            </a:r>
            <a:r>
              <a:rPr lang="en-GB" baseline="0" dirty="0">
                <a:solidFill>
                  <a:srgbClr val="6D6E71"/>
                </a:solidFill>
              </a:rPr>
              <a:t>- External Performance Analytics</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cstate="print"/>
          <a:srcRect/>
          <a:stretch>
            <a:fillRect/>
          </a:stretch>
        </p:blipFill>
        <p:spPr bwMode="auto">
          <a:xfrm>
            <a:off x="414091" y="2663390"/>
            <a:ext cx="4998001" cy="2392894"/>
          </a:xfrm>
          <a:prstGeom prst="rect">
            <a:avLst/>
          </a:prstGeom>
          <a:noFill/>
          <a:ln w="9525">
            <a:noFill/>
            <a:miter lim="800000"/>
            <a:headEnd/>
            <a:tailEnd/>
          </a:ln>
          <a:effectLst/>
        </p:spPr>
      </p:pic>
      <p:sp>
        <p:nvSpPr>
          <p:cNvPr id="2" name="Rectangle 14"/>
          <p:cNvSpPr txBox="1">
            <a:spLocks noChangeArrowheads="1"/>
          </p:cNvSpPr>
          <p:nvPr/>
        </p:nvSpPr>
        <p:spPr bwMode="auto">
          <a:xfrm>
            <a:off x="412751" y="368300"/>
            <a:ext cx="9867900" cy="587375"/>
          </a:xfrm>
          <a:prstGeom prst="rect">
            <a:avLst/>
          </a:prstGeom>
          <a:noFill/>
          <a:ln w="9525">
            <a:noFill/>
            <a:miter lim="800000"/>
            <a:headEnd/>
            <a:tailEnd/>
          </a:ln>
        </p:spPr>
        <p:txBody>
          <a:bodyPr vert="horz" wrap="square" lIns="0" tIns="51067" rIns="102139" bIns="51067" numCol="1" anchor="ctr" anchorCtr="0" compatLnSpc="1">
            <a:prstTxWarp prst="textNoShape">
              <a:avLst/>
            </a:prstTxWarp>
          </a:bodyPr>
          <a:lstStyle/>
          <a:p>
            <a:pPr defTabSz="1021856">
              <a:defRPr/>
            </a:pPr>
            <a:r>
              <a:rPr lang="en-US" sz="2200" kern="0" baseline="0" dirty="0" smtClean="0">
                <a:solidFill>
                  <a:srgbClr val="6D6E71"/>
                </a:solidFill>
                <a:latin typeface="Arial"/>
              </a:rPr>
              <a:t>SCB FX income against selected measurable peers</a:t>
            </a:r>
            <a:endParaRPr lang="en-GB" sz="2200" kern="0" baseline="0" dirty="0" smtClean="0">
              <a:solidFill>
                <a:srgbClr val="6D6E71"/>
              </a:solidFill>
              <a:latin typeface="Arial"/>
            </a:endParaRPr>
          </a:p>
        </p:txBody>
      </p:sp>
      <p:sp>
        <p:nvSpPr>
          <p:cNvPr id="4" name="Text Box 144"/>
          <p:cNvSpPr txBox="1">
            <a:spLocks noChangeArrowheads="1"/>
          </p:cNvSpPr>
          <p:nvPr/>
        </p:nvSpPr>
        <p:spPr bwMode="auto">
          <a:xfrm>
            <a:off x="1409384" y="6850950"/>
            <a:ext cx="5042216" cy="598278"/>
          </a:xfrm>
          <a:prstGeom prst="rect">
            <a:avLst/>
          </a:prstGeom>
          <a:noFill/>
          <a:ln w="9525">
            <a:noFill/>
            <a:miter lim="800000"/>
            <a:headEnd/>
            <a:tailEnd/>
          </a:ln>
        </p:spPr>
        <p:txBody>
          <a:bodyPr wrap="square" lIns="89571" tIns="44786" rIns="89571" bIns="44786" anchor="b">
            <a:spAutoFit/>
          </a:bodyPr>
          <a:lstStyle/>
          <a:p>
            <a:pPr marL="224628" indent="-224628">
              <a:spcBef>
                <a:spcPct val="50000"/>
              </a:spcBef>
            </a:pPr>
            <a:r>
              <a:rPr lang="en-GB" sz="600" baseline="0" dirty="0" smtClean="0"/>
              <a:t>Sources: Company financial results, presentations and transcripts, Bloomberg, CLS and WB Performance Management Analysis</a:t>
            </a:r>
          </a:p>
          <a:p>
            <a:pPr marL="224628" indent="-224628">
              <a:spcBef>
                <a:spcPct val="50000"/>
              </a:spcBef>
            </a:pPr>
            <a:r>
              <a:rPr lang="en-US" sz="600" baseline="30000" dirty="0" smtClean="0"/>
              <a:t>1</a:t>
            </a:r>
            <a:r>
              <a:rPr lang="en-US" sz="600" baseline="0" dirty="0" smtClean="0"/>
              <a:t> Peers selected based on externally available information.  SCB income data on external basis </a:t>
            </a:r>
          </a:p>
          <a:p>
            <a:pPr>
              <a:spcBef>
                <a:spcPct val="50000"/>
              </a:spcBef>
            </a:pPr>
            <a:r>
              <a:rPr lang="en-GB" sz="600" baseline="30000" dirty="0" smtClean="0"/>
              <a:t>2 </a:t>
            </a:r>
            <a:r>
              <a:rPr lang="en-GB" sz="600" baseline="0" dirty="0" smtClean="0"/>
              <a:t>Greenwich Associates – 2013, 2012 and 2011 Greenwich Leaders: Global Foreign Exchange Services. Rankings by market share</a:t>
            </a:r>
          </a:p>
          <a:p>
            <a:pPr marL="224628" indent="-224628">
              <a:spcBef>
                <a:spcPct val="50000"/>
              </a:spcBef>
            </a:pPr>
            <a:r>
              <a:rPr lang="en-US" sz="600" baseline="30000" dirty="0" smtClean="0"/>
              <a:t>3</a:t>
            </a:r>
            <a:r>
              <a:rPr lang="en-US" sz="600" baseline="0" dirty="0" smtClean="0"/>
              <a:t> </a:t>
            </a:r>
            <a:r>
              <a:rPr lang="en-US" sz="600" baseline="0" dirty="0" err="1" smtClean="0"/>
              <a:t>Euromoney</a:t>
            </a:r>
            <a:r>
              <a:rPr lang="en-US" sz="600" baseline="0" dirty="0" smtClean="0"/>
              <a:t> FX Survey 2012 on http://www.euromoney.com/Article/3024863/Euromoneys-2012-FX-survey-results.html</a:t>
            </a:r>
          </a:p>
        </p:txBody>
      </p:sp>
      <p:sp>
        <p:nvSpPr>
          <p:cNvPr id="6" name="Rectangle 3"/>
          <p:cNvSpPr>
            <a:spLocks noChangeArrowheads="1"/>
          </p:cNvSpPr>
          <p:nvPr/>
        </p:nvSpPr>
        <p:spPr bwMode="auto">
          <a:xfrm>
            <a:off x="5822061" y="1649235"/>
            <a:ext cx="4445343" cy="5762589"/>
          </a:xfrm>
          <a:prstGeom prst="rect">
            <a:avLst/>
          </a:prstGeom>
          <a:noFill/>
          <a:ln w="9525">
            <a:noFill/>
            <a:miter lim="800000"/>
            <a:headEnd/>
            <a:tailEnd/>
          </a:ln>
        </p:spPr>
        <p:txBody>
          <a:bodyPr lIns="0" tIns="0" rIns="0" bIns="0"/>
          <a:lstStyle/>
          <a:p>
            <a:pPr marL="297733" lvl="1" indent="-296180" defTabSz="1018796">
              <a:spcBef>
                <a:spcPct val="30000"/>
              </a:spcBef>
              <a:spcAft>
                <a:spcPct val="20000"/>
              </a:spcAft>
              <a:buClr>
                <a:schemeClr val="accent1"/>
              </a:buClr>
              <a:buSzPct val="110000"/>
              <a:buFont typeface="Wingdings" pitchFamily="2" charset="2"/>
              <a:buChar char="§"/>
            </a:pPr>
            <a:r>
              <a:rPr lang="en-US" sz="1300" baseline="0" dirty="0" smtClean="0">
                <a:solidFill>
                  <a:schemeClr val="tx1"/>
                </a:solidFill>
              </a:rPr>
              <a:t>SCB’s H1 FX income declined by -3% </a:t>
            </a:r>
            <a:r>
              <a:rPr lang="en-US" sz="1300" baseline="0" dirty="0" err="1" smtClean="0">
                <a:solidFill>
                  <a:schemeClr val="tx1"/>
                </a:solidFill>
              </a:rPr>
              <a:t>YoY</a:t>
            </a:r>
            <a:r>
              <a:rPr lang="en-US" sz="1300" baseline="0" dirty="0" smtClean="0">
                <a:solidFill>
                  <a:schemeClr val="tx1"/>
                </a:solidFill>
              </a:rPr>
              <a:t> as lower average margins (higher proportion of FI clients) more than offset increased volumes. This contrasted with measurable peers: </a:t>
            </a:r>
          </a:p>
          <a:p>
            <a:pPr marL="744330" lvl="2" indent="-296180" defTabSz="1018796">
              <a:spcBef>
                <a:spcPct val="30000"/>
              </a:spcBef>
              <a:spcAft>
                <a:spcPct val="20000"/>
              </a:spcAft>
              <a:buClr>
                <a:schemeClr val="accent1"/>
              </a:buClr>
              <a:buSzPct val="110000"/>
              <a:buFont typeface="Wingdings" pitchFamily="2" charset="2"/>
              <a:buChar char="§"/>
            </a:pPr>
            <a:r>
              <a:rPr lang="en-US" sz="1300" baseline="0" dirty="0" smtClean="0">
                <a:solidFill>
                  <a:schemeClr val="tx1"/>
                </a:solidFill>
              </a:rPr>
              <a:t>HSBC’s +14% </a:t>
            </a:r>
            <a:r>
              <a:rPr lang="en-US" sz="1300" baseline="0" dirty="0" err="1" smtClean="0">
                <a:solidFill>
                  <a:schemeClr val="tx1"/>
                </a:solidFill>
              </a:rPr>
              <a:t>YoY</a:t>
            </a:r>
            <a:r>
              <a:rPr lang="en-US" sz="1300" baseline="0" dirty="0" smtClean="0">
                <a:solidFill>
                  <a:schemeClr val="tx1"/>
                </a:solidFill>
              </a:rPr>
              <a:t> growth, particularly in Europe and HK was driven by increased customer activity and higher market volatility. Performance could have been amplified by HSBC’s dominant position in Asia (#1), ranked #5 globally and its FX portfolio weighted towards </a:t>
            </a:r>
            <a:r>
              <a:rPr lang="en-US" sz="1300" baseline="0" dirty="0" err="1" smtClean="0">
                <a:solidFill>
                  <a:schemeClr val="tx1"/>
                </a:solidFill>
              </a:rPr>
              <a:t>Corporates</a:t>
            </a:r>
            <a:r>
              <a:rPr lang="en-US" sz="1300" baseline="0" dirty="0" smtClean="0">
                <a:solidFill>
                  <a:schemeClr val="tx1"/>
                </a:solidFill>
              </a:rPr>
              <a:t> (#2 globally) vs. #5 globally for FIs</a:t>
            </a:r>
            <a:r>
              <a:rPr lang="en-US" sz="1300" baseline="30000" dirty="0" smtClean="0">
                <a:solidFill>
                  <a:schemeClr val="tx1"/>
                </a:solidFill>
              </a:rPr>
              <a:t>2</a:t>
            </a:r>
            <a:r>
              <a:rPr lang="en-US" sz="1300" baseline="0" dirty="0" smtClean="0">
                <a:solidFill>
                  <a:schemeClr val="tx1"/>
                </a:solidFill>
              </a:rPr>
              <a:t>. </a:t>
            </a:r>
          </a:p>
          <a:p>
            <a:pPr marL="744330" lvl="2" indent="-296180" defTabSz="1018796">
              <a:spcBef>
                <a:spcPct val="30000"/>
              </a:spcBef>
              <a:spcAft>
                <a:spcPct val="20000"/>
              </a:spcAft>
              <a:buClr>
                <a:schemeClr val="accent1"/>
              </a:buClr>
              <a:buSzPct val="110000"/>
              <a:buFont typeface="Wingdings" pitchFamily="2" charset="2"/>
              <a:buChar char="§"/>
            </a:pPr>
            <a:r>
              <a:rPr lang="en-US" sz="1300" baseline="0" dirty="0" smtClean="0">
                <a:solidFill>
                  <a:schemeClr val="tx1"/>
                </a:solidFill>
              </a:rPr>
              <a:t>RBS’s FX business “suffered from historically low levels of client activity”. </a:t>
            </a:r>
          </a:p>
          <a:p>
            <a:pPr marL="297733" lvl="1" indent="-296180" defTabSz="1018796">
              <a:spcBef>
                <a:spcPct val="30000"/>
              </a:spcBef>
              <a:spcAft>
                <a:spcPct val="20000"/>
              </a:spcAft>
              <a:buClr>
                <a:schemeClr val="accent1"/>
              </a:buClr>
              <a:buSzPct val="110000"/>
              <a:buFont typeface="Wingdings" pitchFamily="2" charset="2"/>
              <a:buChar char="§"/>
            </a:pPr>
            <a:r>
              <a:rPr lang="en-US" sz="1300" baseline="0" dirty="0" smtClean="0">
                <a:solidFill>
                  <a:schemeClr val="tx1"/>
                </a:solidFill>
              </a:rPr>
              <a:t>SCB’s FX income in H2 decreased -27% </a:t>
            </a:r>
            <a:r>
              <a:rPr lang="en-US" sz="1300" baseline="0" dirty="0" err="1" smtClean="0">
                <a:solidFill>
                  <a:schemeClr val="tx1"/>
                </a:solidFill>
              </a:rPr>
              <a:t>HoH</a:t>
            </a:r>
            <a:r>
              <a:rPr lang="en-US" sz="1300" baseline="0" dirty="0" smtClean="0">
                <a:solidFill>
                  <a:schemeClr val="tx1"/>
                </a:solidFill>
              </a:rPr>
              <a:t> driven by margin compression amid higher volumes (notably global corporate volumes). </a:t>
            </a:r>
          </a:p>
          <a:p>
            <a:pPr marL="297733" lvl="1" indent="-296180" defTabSz="1018796">
              <a:spcBef>
                <a:spcPct val="30000"/>
              </a:spcBef>
              <a:spcAft>
                <a:spcPct val="20000"/>
              </a:spcAft>
              <a:buClr>
                <a:schemeClr val="accent1"/>
              </a:buClr>
              <a:buSzPct val="110000"/>
              <a:buFont typeface="Wingdings" pitchFamily="2" charset="2"/>
              <a:buChar char="§"/>
            </a:pPr>
            <a:r>
              <a:rPr lang="en-US" sz="1300" baseline="0" dirty="0" smtClean="0">
                <a:solidFill>
                  <a:schemeClr val="tx1"/>
                </a:solidFill>
              </a:rPr>
              <a:t>HSBC FX </a:t>
            </a:r>
            <a:r>
              <a:rPr lang="en-US" sz="1300" baseline="0" dirty="0" err="1" smtClean="0">
                <a:solidFill>
                  <a:schemeClr val="tx1"/>
                </a:solidFill>
              </a:rPr>
              <a:t>HoH</a:t>
            </a:r>
            <a:r>
              <a:rPr lang="en-US" sz="1300" baseline="0" dirty="0" smtClean="0">
                <a:solidFill>
                  <a:schemeClr val="tx1"/>
                </a:solidFill>
              </a:rPr>
              <a:t> Income was also down, driven by reduced client flows and lower market volatility.</a:t>
            </a:r>
          </a:p>
          <a:p>
            <a:pPr marL="297733" lvl="1" indent="-296180" defTabSz="1018796">
              <a:spcBef>
                <a:spcPct val="30000"/>
              </a:spcBef>
              <a:spcAft>
                <a:spcPct val="20000"/>
              </a:spcAft>
              <a:buClr>
                <a:schemeClr val="accent1"/>
              </a:buClr>
              <a:buSzPct val="110000"/>
              <a:buFont typeface="Wingdings" pitchFamily="2" charset="2"/>
              <a:buChar char="§"/>
            </a:pPr>
            <a:r>
              <a:rPr lang="en-US" sz="1300" baseline="0" dirty="0" smtClean="0">
                <a:solidFill>
                  <a:schemeClr val="tx1"/>
                </a:solidFill>
              </a:rPr>
              <a:t>RBS commented on low H2 volumes as a driver of FX income decline.</a:t>
            </a:r>
          </a:p>
          <a:p>
            <a:pPr marL="297733" lvl="1" indent="-296180" defTabSz="1018796">
              <a:spcBef>
                <a:spcPct val="30000"/>
              </a:spcBef>
              <a:spcAft>
                <a:spcPct val="20000"/>
              </a:spcAft>
              <a:buClr>
                <a:schemeClr val="accent1"/>
              </a:buClr>
              <a:buSzPct val="110000"/>
              <a:buFont typeface="Wingdings" pitchFamily="2" charset="2"/>
              <a:buChar char="§"/>
            </a:pPr>
            <a:r>
              <a:rPr lang="en-US" sz="1300" baseline="0" dirty="0" smtClean="0">
                <a:solidFill>
                  <a:schemeClr val="tx1"/>
                </a:solidFill>
              </a:rPr>
              <a:t>The ratio of e-trading to total volume increased further in 2012 from 36.5% to 38.6%</a:t>
            </a:r>
            <a:r>
              <a:rPr lang="en-US" sz="1300" baseline="30000" dirty="0" smtClean="0">
                <a:solidFill>
                  <a:schemeClr val="tx1"/>
                </a:solidFill>
              </a:rPr>
              <a:t>3</a:t>
            </a:r>
            <a:r>
              <a:rPr lang="en-US" sz="1300" baseline="0" dirty="0" smtClean="0">
                <a:solidFill>
                  <a:schemeClr val="tx1"/>
                </a:solidFill>
              </a:rPr>
              <a:t>.HSBC’s e-FX income growth was driven by the launch of a real-time online FX margin trading product. </a:t>
            </a:r>
          </a:p>
        </p:txBody>
      </p:sp>
      <p:sp>
        <p:nvSpPr>
          <p:cNvPr id="9" name="Text Box 8"/>
          <p:cNvSpPr txBox="1">
            <a:spLocks noChangeArrowheads="1"/>
          </p:cNvSpPr>
          <p:nvPr/>
        </p:nvSpPr>
        <p:spPr bwMode="auto">
          <a:xfrm>
            <a:off x="414092" y="1266092"/>
            <a:ext cx="4809463" cy="290728"/>
          </a:xfrm>
          <a:prstGeom prst="rect">
            <a:avLst/>
          </a:prstGeom>
          <a:noFill/>
          <a:ln w="9525" algn="ctr">
            <a:noFill/>
            <a:miter lim="800000"/>
            <a:headEnd/>
            <a:tailEnd/>
          </a:ln>
        </p:spPr>
        <p:txBody>
          <a:bodyPr wrap="square" lIns="89795" tIns="44898" rIns="89795" bIns="44898">
            <a:spAutoFit/>
          </a:bodyPr>
          <a:lstStyle/>
          <a:p>
            <a:pPr eaLnBrk="0" hangingPunct="0"/>
            <a:r>
              <a:rPr lang="en-US" sz="1300" b="1" baseline="0" dirty="0" smtClean="0">
                <a:solidFill>
                  <a:srgbClr val="005C87"/>
                </a:solidFill>
              </a:rPr>
              <a:t>FX Income of Selected Measurable Peers</a:t>
            </a:r>
            <a:endParaRPr lang="en-GB" sz="1300" b="1" baseline="0" dirty="0">
              <a:solidFill>
                <a:srgbClr val="005C87"/>
              </a:solidFill>
            </a:endParaRPr>
          </a:p>
        </p:txBody>
      </p:sp>
      <p:sp>
        <p:nvSpPr>
          <p:cNvPr id="12" name="Text Box 8"/>
          <p:cNvSpPr txBox="1">
            <a:spLocks noChangeArrowheads="1"/>
          </p:cNvSpPr>
          <p:nvPr/>
        </p:nvSpPr>
        <p:spPr bwMode="auto">
          <a:xfrm>
            <a:off x="414092" y="2445540"/>
            <a:ext cx="4809463" cy="290728"/>
          </a:xfrm>
          <a:prstGeom prst="rect">
            <a:avLst/>
          </a:prstGeom>
          <a:noFill/>
          <a:ln w="9525" algn="ctr">
            <a:noFill/>
            <a:miter lim="800000"/>
            <a:headEnd/>
            <a:tailEnd/>
          </a:ln>
        </p:spPr>
        <p:txBody>
          <a:bodyPr wrap="square" lIns="89795" tIns="44898" rIns="89795" bIns="44898">
            <a:spAutoFit/>
          </a:bodyPr>
          <a:lstStyle/>
          <a:p>
            <a:pPr eaLnBrk="0" hangingPunct="0"/>
            <a:r>
              <a:rPr lang="en-US" sz="1300" b="1" baseline="0" dirty="0" smtClean="0">
                <a:solidFill>
                  <a:srgbClr val="005C87"/>
                </a:solidFill>
              </a:rPr>
              <a:t>JPM G7 Currencies Volatility Index  </a:t>
            </a:r>
            <a:endParaRPr lang="en-GB" sz="1300" b="1" baseline="0" dirty="0">
              <a:solidFill>
                <a:srgbClr val="005C87"/>
              </a:solidFill>
            </a:endParaRPr>
          </a:p>
        </p:txBody>
      </p:sp>
      <p:sp>
        <p:nvSpPr>
          <p:cNvPr id="15" name="Text Box 8"/>
          <p:cNvSpPr txBox="1">
            <a:spLocks noChangeArrowheads="1"/>
          </p:cNvSpPr>
          <p:nvPr/>
        </p:nvSpPr>
        <p:spPr bwMode="auto">
          <a:xfrm>
            <a:off x="414092" y="5035840"/>
            <a:ext cx="4809463" cy="290728"/>
          </a:xfrm>
          <a:prstGeom prst="rect">
            <a:avLst/>
          </a:prstGeom>
          <a:noFill/>
          <a:ln w="9525" algn="ctr">
            <a:noFill/>
            <a:miter lim="800000"/>
            <a:headEnd/>
            <a:tailEnd/>
          </a:ln>
        </p:spPr>
        <p:txBody>
          <a:bodyPr wrap="square" lIns="89795" tIns="44898" rIns="89795" bIns="44898">
            <a:spAutoFit/>
          </a:bodyPr>
          <a:lstStyle/>
          <a:p>
            <a:pPr eaLnBrk="0" hangingPunct="0"/>
            <a:r>
              <a:rPr lang="en-US" sz="1300" b="1" baseline="0" dirty="0" smtClean="0">
                <a:solidFill>
                  <a:srgbClr val="005C87"/>
                </a:solidFill>
              </a:rPr>
              <a:t>SCB FX </a:t>
            </a:r>
            <a:r>
              <a:rPr lang="en-US" sz="1300" b="1" baseline="0" dirty="0" err="1" smtClean="0">
                <a:solidFill>
                  <a:srgbClr val="005C87"/>
                </a:solidFill>
              </a:rPr>
              <a:t>vs</a:t>
            </a:r>
            <a:r>
              <a:rPr lang="en-US" sz="1300" b="1" baseline="0" dirty="0" smtClean="0">
                <a:solidFill>
                  <a:srgbClr val="005C87"/>
                </a:solidFill>
              </a:rPr>
              <a:t> Average Market Value</a:t>
            </a:r>
            <a:endParaRPr lang="en-GB" sz="1300" b="1" baseline="0" dirty="0">
              <a:solidFill>
                <a:srgbClr val="005C87"/>
              </a:solidFill>
            </a:endParaRPr>
          </a:p>
        </p:txBody>
      </p:sp>
      <p:pic>
        <p:nvPicPr>
          <p:cNvPr id="1026" name="Picture 2"/>
          <p:cNvPicPr>
            <a:picLocks noChangeAspect="1" noChangeArrowheads="1"/>
          </p:cNvPicPr>
          <p:nvPr/>
        </p:nvPicPr>
        <p:blipFill>
          <a:blip r:embed="rId3" cstate="print"/>
          <a:srcRect/>
          <a:stretch>
            <a:fillRect/>
          </a:stretch>
        </p:blipFill>
        <p:spPr bwMode="auto">
          <a:xfrm>
            <a:off x="413977" y="1594080"/>
            <a:ext cx="4862880" cy="760320"/>
          </a:xfrm>
          <a:prstGeom prst="rect">
            <a:avLst/>
          </a:prstGeom>
          <a:noFill/>
          <a:ln w="9525">
            <a:noFill/>
            <a:miter lim="800000"/>
            <a:headEnd/>
            <a:tailEnd/>
          </a:ln>
          <a:effectLst/>
        </p:spPr>
      </p:pic>
      <p:pic>
        <p:nvPicPr>
          <p:cNvPr id="3" name="Picture 3"/>
          <p:cNvPicPr>
            <a:picLocks noChangeAspect="1" noChangeArrowheads="1"/>
          </p:cNvPicPr>
          <p:nvPr/>
        </p:nvPicPr>
        <p:blipFill>
          <a:blip r:embed="rId4" cstate="print"/>
          <a:srcRect/>
          <a:stretch>
            <a:fillRect/>
          </a:stretch>
        </p:blipFill>
        <p:spPr bwMode="auto">
          <a:xfrm>
            <a:off x="413976" y="5327791"/>
            <a:ext cx="4467778" cy="1486428"/>
          </a:xfrm>
          <a:prstGeom prst="rect">
            <a:avLst/>
          </a:prstGeom>
          <a:noFill/>
          <a:ln w="9525">
            <a:noFill/>
            <a:miter lim="800000"/>
            <a:headEnd/>
            <a:tailEnd/>
          </a:ln>
          <a:effectLst/>
        </p:spPr>
      </p:pic>
      <p:sp>
        <p:nvSpPr>
          <p:cNvPr id="11" name="Rectangle 39"/>
          <p:cNvSpPr>
            <a:spLocks noChangeArrowheads="1"/>
          </p:cNvSpPr>
          <p:nvPr/>
        </p:nvSpPr>
        <p:spPr bwMode="auto">
          <a:xfrm>
            <a:off x="5823469" y="1266083"/>
            <a:ext cx="2707995" cy="468312"/>
          </a:xfrm>
          <a:prstGeom prst="rect">
            <a:avLst/>
          </a:prstGeom>
          <a:noFill/>
          <a:ln w="9525">
            <a:noFill/>
            <a:miter lim="800000"/>
            <a:headEnd/>
            <a:tailEnd/>
          </a:ln>
        </p:spPr>
        <p:txBody>
          <a:bodyPr lIns="0" tIns="0" rIns="0" bIns="0"/>
          <a:lstStyle/>
          <a:p>
            <a:pPr defTabSz="1007366">
              <a:spcBef>
                <a:spcPct val="40000"/>
              </a:spcBef>
              <a:spcAft>
                <a:spcPct val="20000"/>
              </a:spcAft>
              <a:buClr>
                <a:srgbClr val="005C87"/>
              </a:buClr>
            </a:pPr>
            <a:r>
              <a:rPr lang="en-AU" sz="1300" b="1" baseline="0" dirty="0" smtClean="0">
                <a:solidFill>
                  <a:srgbClr val="005C87"/>
                </a:solidFill>
              </a:rPr>
              <a:t>Highlights</a:t>
            </a:r>
            <a:endParaRPr lang="en-AU" sz="1300" baseline="0" dirty="0">
              <a:solidFill>
                <a:srgbClr val="005C87"/>
              </a:solidFill>
            </a:endParaRPr>
          </a:p>
        </p:txBody>
      </p:sp>
      <p:sp>
        <p:nvSpPr>
          <p:cNvPr id="13" name="Line 30"/>
          <p:cNvSpPr>
            <a:spLocks noChangeShapeType="1"/>
          </p:cNvSpPr>
          <p:nvPr/>
        </p:nvSpPr>
        <p:spPr bwMode="auto">
          <a:xfrm flipV="1">
            <a:off x="5814008" y="1519403"/>
            <a:ext cx="4480560" cy="0"/>
          </a:xfrm>
          <a:prstGeom prst="line">
            <a:avLst/>
          </a:prstGeom>
          <a:noFill/>
          <a:ln w="9525">
            <a:solidFill>
              <a:schemeClr val="accent1"/>
            </a:solidFill>
            <a:round/>
            <a:headEnd/>
            <a:tailEnd/>
          </a:ln>
        </p:spPr>
        <p:txBody>
          <a:bodyPr lIns="88299" tIns="44149" rIns="88299" bIns="44149"/>
          <a:lstStyle/>
          <a:p>
            <a:endParaRPr lang="en-US" dirty="0"/>
          </a:p>
        </p:txBody>
      </p:sp>
      <p:pic>
        <p:nvPicPr>
          <p:cNvPr id="14" name="Picture 13"/>
          <p:cNvPicPr>
            <a:picLocks noChangeAspect="1" noChangeArrowheads="1"/>
          </p:cNvPicPr>
          <p:nvPr/>
        </p:nvPicPr>
        <p:blipFill>
          <a:blip r:embed="rId5" cstate="print"/>
          <a:srcRect/>
          <a:stretch>
            <a:fillRect/>
          </a:stretch>
        </p:blipFill>
        <p:spPr bwMode="auto">
          <a:xfrm>
            <a:off x="443535" y="1519418"/>
            <a:ext cx="5029201" cy="57239"/>
          </a:xfrm>
          <a:prstGeom prst="rect">
            <a:avLst/>
          </a:prstGeom>
          <a:noFill/>
          <a:ln w="9525">
            <a:noFill/>
            <a:miter lim="800000"/>
            <a:headEnd/>
            <a:tailEnd/>
          </a:ln>
          <a:effectLst/>
        </p:spPr>
      </p:pic>
      <p:pic>
        <p:nvPicPr>
          <p:cNvPr id="16" name="Picture 15"/>
          <p:cNvPicPr>
            <a:picLocks noChangeAspect="1" noChangeArrowheads="1"/>
          </p:cNvPicPr>
          <p:nvPr/>
        </p:nvPicPr>
        <p:blipFill>
          <a:blip r:embed="rId5" cstate="print"/>
          <a:srcRect/>
          <a:stretch>
            <a:fillRect/>
          </a:stretch>
        </p:blipFill>
        <p:spPr bwMode="auto">
          <a:xfrm>
            <a:off x="443535" y="2702960"/>
            <a:ext cx="5029201" cy="57239"/>
          </a:xfrm>
          <a:prstGeom prst="rect">
            <a:avLst/>
          </a:prstGeom>
          <a:noFill/>
          <a:ln w="9525">
            <a:noFill/>
            <a:miter lim="800000"/>
            <a:headEnd/>
            <a:tailEnd/>
          </a:ln>
          <a:effectLst/>
        </p:spPr>
      </p:pic>
      <p:pic>
        <p:nvPicPr>
          <p:cNvPr id="17" name="Picture 16"/>
          <p:cNvPicPr>
            <a:picLocks noChangeAspect="1" noChangeArrowheads="1"/>
          </p:cNvPicPr>
          <p:nvPr/>
        </p:nvPicPr>
        <p:blipFill>
          <a:blip r:embed="rId5" cstate="print"/>
          <a:srcRect/>
          <a:stretch>
            <a:fillRect/>
          </a:stretch>
        </p:blipFill>
        <p:spPr bwMode="auto">
          <a:xfrm>
            <a:off x="443535" y="5317931"/>
            <a:ext cx="5029201" cy="57239"/>
          </a:xfrm>
          <a:prstGeom prst="rect">
            <a:avLst/>
          </a:prstGeom>
          <a:noFill/>
          <a:ln w="9525">
            <a:noFill/>
            <a:miter lim="800000"/>
            <a:headEnd/>
            <a:tailEnd/>
          </a:ln>
          <a:effectLst/>
        </p:spPr>
      </p:pic>
      <p:sp>
        <p:nvSpPr>
          <p:cNvPr id="18" name="Rectangle 3"/>
          <p:cNvSpPr>
            <a:spLocks noChangeArrowheads="1"/>
          </p:cNvSpPr>
          <p:nvPr/>
        </p:nvSpPr>
        <p:spPr bwMode="auto">
          <a:xfrm>
            <a:off x="3613151" y="1304192"/>
            <a:ext cx="254000" cy="92333"/>
          </a:xfrm>
          <a:prstGeom prst="rect">
            <a:avLst/>
          </a:prstGeom>
          <a:noFill/>
          <a:ln w="9525">
            <a:noFill/>
            <a:miter lim="800000"/>
            <a:headEnd/>
            <a:tailEnd/>
          </a:ln>
        </p:spPr>
        <p:txBody>
          <a:bodyPr wrap="square" lIns="0" tIns="0" rIns="0" bIns="0">
            <a:spAutoFit/>
          </a:bodyPr>
          <a:lstStyle/>
          <a:p>
            <a:pPr marL="7677" indent="-7677" algn="ctr" defTabSz="1007366">
              <a:spcBef>
                <a:spcPct val="30000"/>
              </a:spcBef>
              <a:spcAft>
                <a:spcPct val="20000"/>
              </a:spcAft>
              <a:buClr>
                <a:srgbClr val="22AA47"/>
              </a:buClr>
              <a:buSzPct val="110000"/>
            </a:pPr>
            <a:r>
              <a:rPr lang="en-US" sz="600" baseline="0" dirty="0" smtClean="0">
                <a:solidFill>
                  <a:srgbClr val="005C87"/>
                </a:solidFill>
              </a:rPr>
              <a:t>1</a:t>
            </a:r>
            <a:endParaRPr lang="en-US" sz="600" baseline="0" dirty="0">
              <a:solidFill>
                <a:srgbClr val="005C87"/>
              </a:solidFill>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 name="Picture 10"/>
          <p:cNvPicPr>
            <a:picLocks noChangeAspect="1" noChangeArrowheads="1"/>
          </p:cNvPicPr>
          <p:nvPr/>
        </p:nvPicPr>
        <p:blipFill>
          <a:blip r:embed="rId3" cstate="print"/>
          <a:srcRect/>
          <a:stretch>
            <a:fillRect/>
          </a:stretch>
        </p:blipFill>
        <p:spPr bwMode="auto">
          <a:xfrm>
            <a:off x="143332" y="2093123"/>
            <a:ext cx="2307771" cy="2208845"/>
          </a:xfrm>
          <a:prstGeom prst="rect">
            <a:avLst/>
          </a:prstGeom>
          <a:noFill/>
          <a:ln w="9525">
            <a:noFill/>
            <a:miter lim="800000"/>
            <a:headEnd/>
            <a:tailEnd/>
          </a:ln>
          <a:effectLst/>
        </p:spPr>
      </p:pic>
      <p:graphicFrame>
        <p:nvGraphicFramePr>
          <p:cNvPr id="18" name="Table 17"/>
          <p:cNvGraphicFramePr>
            <a:graphicFrameLocks noGrp="1"/>
          </p:cNvGraphicFramePr>
          <p:nvPr/>
        </p:nvGraphicFramePr>
        <p:xfrm>
          <a:off x="125825" y="4388463"/>
          <a:ext cx="10465981" cy="2344107"/>
        </p:xfrm>
        <a:graphic>
          <a:graphicData uri="http://schemas.openxmlformats.org/drawingml/2006/table">
            <a:tbl>
              <a:tblPr firstRow="1" bandRow="1">
                <a:tableStyleId>{5C22544A-7EE6-4342-B048-85BDC9FD1C3A}</a:tableStyleId>
              </a:tblPr>
              <a:tblGrid>
                <a:gridCol w="800885"/>
                <a:gridCol w="9665096"/>
              </a:tblGrid>
              <a:tr h="314236">
                <a:tc>
                  <a:txBody>
                    <a:bodyPr/>
                    <a:lstStyle/>
                    <a:p>
                      <a:pPr algn="l"/>
                      <a:r>
                        <a:rPr lang="en-US" sz="1100" dirty="0" smtClean="0"/>
                        <a:t>Bank</a:t>
                      </a:r>
                      <a:endParaRPr lang="en-GB" sz="1100" dirty="0"/>
                    </a:p>
                  </a:txBody>
                  <a:tcPr marL="106934" marR="106934" marT="50408" marB="50408" anchor="ctr"/>
                </a:tc>
                <a:tc>
                  <a:txBody>
                    <a:bodyPr/>
                    <a:lstStyle/>
                    <a:p>
                      <a:pPr algn="l"/>
                      <a:r>
                        <a:rPr lang="en-US" sz="1100" dirty="0" smtClean="0"/>
                        <a:t>Key Commentary on Bank Commodity</a:t>
                      </a:r>
                      <a:r>
                        <a:rPr lang="en-US" sz="1100" baseline="0" dirty="0" smtClean="0"/>
                        <a:t> Business Models</a:t>
                      </a:r>
                      <a:endParaRPr lang="en-GB" sz="1100" dirty="0"/>
                    </a:p>
                  </a:txBody>
                  <a:tcPr marL="106934" marR="106934" marT="50408" marB="50408" anchor="ctr"/>
                </a:tc>
              </a:tr>
              <a:tr h="295324">
                <a:tc>
                  <a:txBody>
                    <a:bodyPr/>
                    <a:lstStyle/>
                    <a:p>
                      <a:r>
                        <a:rPr lang="en-US" sz="1100" b="0" dirty="0" smtClean="0"/>
                        <a:t>Barclays</a:t>
                      </a:r>
                    </a:p>
                  </a:txBody>
                  <a:tcPr marL="106934" marR="106934" marT="50408" marB="50408" anchor="ctr"/>
                </a:tc>
                <a:tc>
                  <a:txBody>
                    <a:bodyPr/>
                    <a:lstStyle/>
                    <a:p>
                      <a:pPr marL="174625" marR="0" indent="-1746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100" dirty="0" smtClean="0">
                          <a:solidFill>
                            <a:srgbClr val="005C87"/>
                          </a:solidFill>
                          <a:cs typeface="Arial" charset="0"/>
                        </a:rPr>
                        <a:t>Shut its proprietary agriculture trading operations</a:t>
                      </a:r>
                      <a:r>
                        <a:rPr lang="en-US" sz="1100" kern="1200" baseline="30000" dirty="0" smtClean="0">
                          <a:solidFill>
                            <a:srgbClr val="005C87"/>
                          </a:solidFill>
                          <a:latin typeface="+mn-lt"/>
                          <a:ea typeface="+mn-ea"/>
                          <a:cs typeface="Arial" charset="0"/>
                        </a:rPr>
                        <a:t>3</a:t>
                      </a:r>
                    </a:p>
                  </a:txBody>
                  <a:tcPr marL="106934" marR="106934" marT="50408" marB="50408" anchor="ctr"/>
                </a:tc>
              </a:tr>
              <a:tr h="295324">
                <a:tc>
                  <a:txBody>
                    <a:bodyPr/>
                    <a:lstStyle/>
                    <a:p>
                      <a:r>
                        <a:rPr lang="en-US" sz="1100" b="0" dirty="0" smtClean="0"/>
                        <a:t>DB</a:t>
                      </a:r>
                      <a:endParaRPr lang="en-GB" sz="1100" b="0" dirty="0"/>
                    </a:p>
                  </a:txBody>
                  <a:tcPr marL="106934" marR="106934" marT="50408" marB="50408" anchor="ctr"/>
                </a:tc>
                <a:tc>
                  <a:txBody>
                    <a:bodyPr/>
                    <a:lstStyle/>
                    <a:p>
                      <a:pPr marL="174625" marR="0" indent="-1746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100" dirty="0" smtClean="0">
                          <a:solidFill>
                            <a:srgbClr val="005C87"/>
                          </a:solidFill>
                          <a:cs typeface="Arial" charset="0"/>
                        </a:rPr>
                        <a:t>Cut power and natural-gas traders in US and Europe</a:t>
                      </a:r>
                      <a:endParaRPr lang="en-US" sz="1100" b="0" kern="1200" baseline="0" dirty="0" smtClean="0">
                        <a:solidFill>
                          <a:schemeClr val="dk1"/>
                        </a:solidFill>
                        <a:latin typeface="+mn-lt"/>
                        <a:ea typeface="+mn-ea"/>
                        <a:cs typeface="+mn-cs"/>
                      </a:endParaRPr>
                    </a:p>
                  </a:txBody>
                  <a:tcPr marL="106934" marR="106934" marT="50408" marB="50408" anchor="ctr"/>
                </a:tc>
              </a:tr>
              <a:tr h="479741">
                <a:tc>
                  <a:txBody>
                    <a:bodyPr/>
                    <a:lstStyle/>
                    <a:p>
                      <a:pPr marL="0" marR="0" indent="0" algn="l" defTabSz="911813" rtl="0" eaLnBrk="1" fontAlgn="auto" latinLnBrk="0" hangingPunct="1">
                        <a:lnSpc>
                          <a:spcPct val="100000"/>
                        </a:lnSpc>
                        <a:spcBef>
                          <a:spcPts val="0"/>
                        </a:spcBef>
                        <a:spcAft>
                          <a:spcPts val="0"/>
                        </a:spcAft>
                        <a:buClrTx/>
                        <a:buSzTx/>
                        <a:buFontTx/>
                        <a:buNone/>
                        <a:tabLst/>
                        <a:defRPr/>
                      </a:pPr>
                      <a:r>
                        <a:rPr lang="en-US" sz="1100" b="0" dirty="0" smtClean="0"/>
                        <a:t>UBS</a:t>
                      </a:r>
                      <a:endParaRPr lang="en-GB" sz="1100" b="0" dirty="0" smtClean="0"/>
                    </a:p>
                  </a:txBody>
                  <a:tcPr marL="106934" marR="106934" marT="50408" marB="50408" anchor="ctr"/>
                </a:tc>
                <a:tc>
                  <a:txBody>
                    <a:bodyPr/>
                    <a:lstStyle/>
                    <a:p>
                      <a:pPr marL="174625" marR="0" indent="-1746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100" dirty="0" smtClean="0">
                          <a:solidFill>
                            <a:srgbClr val="005C87"/>
                          </a:solidFill>
                          <a:cs typeface="Arial" charset="0"/>
                        </a:rPr>
                        <a:t>Ceased trading in oil, industrial metals and agricultural products as part of its decision to wind down its Fixed Income, Currencies and Commodities division and focus on its commodities index business, which has been placed under the Equities division</a:t>
                      </a:r>
                      <a:r>
                        <a:rPr lang="en-US" sz="1100" kern="1200" baseline="30000" dirty="0" smtClean="0">
                          <a:solidFill>
                            <a:srgbClr val="005C87"/>
                          </a:solidFill>
                          <a:latin typeface="+mn-lt"/>
                          <a:ea typeface="+mn-ea"/>
                          <a:cs typeface="Arial" charset="0"/>
                        </a:rPr>
                        <a:t>4</a:t>
                      </a:r>
                      <a:endParaRPr lang="en-GB" sz="1100" kern="1200" baseline="30000" dirty="0">
                        <a:solidFill>
                          <a:srgbClr val="005C87"/>
                        </a:solidFill>
                        <a:latin typeface="+mn-lt"/>
                        <a:ea typeface="+mn-ea"/>
                        <a:cs typeface="Arial" charset="0"/>
                      </a:endParaRPr>
                    </a:p>
                  </a:txBody>
                  <a:tcPr marL="106934" marR="106934" marT="50408" marB="50408" anchor="ctr"/>
                </a:tc>
              </a:tr>
              <a:tr h="479741">
                <a:tc>
                  <a:txBody>
                    <a:bodyPr/>
                    <a:lstStyle/>
                    <a:p>
                      <a:r>
                        <a:rPr lang="en-US" sz="1100" b="0" dirty="0" smtClean="0"/>
                        <a:t>MS</a:t>
                      </a:r>
                      <a:endParaRPr lang="en-GB" sz="1100" b="0" dirty="0"/>
                    </a:p>
                  </a:txBody>
                  <a:tcPr marL="106934" marR="106934" marT="50408" marB="50408" anchor="ctr"/>
                </a:tc>
                <a:tc>
                  <a:txBody>
                    <a:bodyPr/>
                    <a:lstStyle/>
                    <a:p>
                      <a:pPr marL="174625" marR="0" indent="-1746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100" dirty="0" smtClean="0">
                          <a:solidFill>
                            <a:srgbClr val="005C87"/>
                          </a:solidFill>
                          <a:cs typeface="Arial" charset="0"/>
                        </a:rPr>
                        <a:t>Reportedly considering selling parts of its commodities business to Qatar Holding LLC or allowing the unit’s current management (possibly with together with a private equity firm) to buy it out</a:t>
                      </a:r>
                      <a:r>
                        <a:rPr lang="en-US" sz="1100" kern="1200" baseline="30000" dirty="0" smtClean="0">
                          <a:solidFill>
                            <a:srgbClr val="005C87"/>
                          </a:solidFill>
                          <a:latin typeface="+mn-lt"/>
                          <a:ea typeface="+mn-ea"/>
                          <a:cs typeface="Arial" charset="0"/>
                        </a:rPr>
                        <a:t>5</a:t>
                      </a:r>
                      <a:r>
                        <a:rPr lang="en-US" sz="1100" dirty="0" smtClean="0">
                          <a:solidFill>
                            <a:srgbClr val="005C87"/>
                          </a:solidFill>
                          <a:cs typeface="Arial" charset="0"/>
                        </a:rPr>
                        <a:t> </a:t>
                      </a:r>
                      <a:endParaRPr lang="en-GB" sz="1100" kern="1200" dirty="0" smtClean="0">
                        <a:solidFill>
                          <a:schemeClr val="dk1"/>
                        </a:solidFill>
                        <a:latin typeface="+mn-lt"/>
                        <a:ea typeface="+mn-ea"/>
                        <a:cs typeface="+mn-cs"/>
                      </a:endParaRPr>
                    </a:p>
                  </a:txBody>
                  <a:tcPr marL="106934" marR="106934" marT="50408" marB="50408" anchor="ctr"/>
                </a:tc>
              </a:tr>
              <a:tr h="479741">
                <a:tc>
                  <a:txBody>
                    <a:bodyPr/>
                    <a:lstStyle/>
                    <a:p>
                      <a:r>
                        <a:rPr lang="en-US" sz="1100" b="0" dirty="0" smtClean="0"/>
                        <a:t>DBS</a:t>
                      </a:r>
                      <a:endParaRPr lang="en-GB" sz="1100" b="0" dirty="0"/>
                    </a:p>
                  </a:txBody>
                  <a:tcPr marL="106934" marR="106934" marT="50408" marB="50408" anchor="ctr"/>
                </a:tc>
                <a:tc>
                  <a:txBody>
                    <a:bodyPr/>
                    <a:lstStyle/>
                    <a:p>
                      <a:pPr marL="174625" marR="0" indent="-1746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100" dirty="0" smtClean="0">
                          <a:solidFill>
                            <a:srgbClr val="005C87"/>
                          </a:solidFill>
                          <a:cs typeface="Arial" charset="0"/>
                        </a:rPr>
                        <a:t>CEO commented that the</a:t>
                      </a:r>
                      <a:r>
                        <a:rPr lang="en-US" sz="1100" baseline="0" dirty="0" smtClean="0">
                          <a:solidFill>
                            <a:srgbClr val="005C87"/>
                          </a:solidFill>
                          <a:cs typeface="Arial" charset="0"/>
                        </a:rPr>
                        <a:t> Bank has </a:t>
                      </a:r>
                      <a:r>
                        <a:rPr lang="en-US" sz="1100" dirty="0" smtClean="0">
                          <a:solidFill>
                            <a:srgbClr val="005C87"/>
                          </a:solidFill>
                          <a:cs typeface="Arial" charset="0"/>
                        </a:rPr>
                        <a:t>stepped in to fill the gap left by European lenders</a:t>
                      </a:r>
                      <a:r>
                        <a:rPr lang="en-US" sz="1100" baseline="0" dirty="0" smtClean="0">
                          <a:solidFill>
                            <a:srgbClr val="005C87"/>
                          </a:solidFill>
                          <a:cs typeface="Arial" charset="0"/>
                        </a:rPr>
                        <a:t> and</a:t>
                      </a:r>
                      <a:r>
                        <a:rPr lang="en-US" sz="1100" dirty="0" smtClean="0">
                          <a:solidFill>
                            <a:srgbClr val="005C87"/>
                          </a:solidFill>
                          <a:cs typeface="Arial" charset="0"/>
                        </a:rPr>
                        <a:t> increased its commodities loan book to US$20bn, up from around US$1bn two years ago</a:t>
                      </a:r>
                      <a:r>
                        <a:rPr lang="en-US" sz="1100" baseline="30000" dirty="0" smtClean="0">
                          <a:solidFill>
                            <a:srgbClr val="005C87"/>
                          </a:solidFill>
                          <a:cs typeface="Arial" charset="0"/>
                        </a:rPr>
                        <a:t>6.</a:t>
                      </a:r>
                      <a:r>
                        <a:rPr lang="en-US" sz="1100" dirty="0" smtClean="0">
                          <a:solidFill>
                            <a:srgbClr val="005C87"/>
                          </a:solidFill>
                          <a:cs typeface="Arial" charset="0"/>
                        </a:rPr>
                        <a:t> SCB FY’12 commodity</a:t>
                      </a:r>
                      <a:r>
                        <a:rPr lang="en-US" sz="1100" baseline="0" dirty="0" smtClean="0">
                          <a:solidFill>
                            <a:srgbClr val="005C87"/>
                          </a:solidFill>
                          <a:cs typeface="Arial" charset="0"/>
                        </a:rPr>
                        <a:t> loans assets were US$13.5bn.</a:t>
                      </a:r>
                      <a:endParaRPr lang="en-US" sz="1100" b="0" kern="1200" baseline="0" dirty="0" smtClean="0">
                        <a:solidFill>
                          <a:schemeClr val="dk1"/>
                        </a:solidFill>
                        <a:latin typeface="+mn-lt"/>
                        <a:ea typeface="+mn-ea"/>
                        <a:cs typeface="+mn-cs"/>
                      </a:endParaRPr>
                    </a:p>
                  </a:txBody>
                  <a:tcPr marL="106934" marR="106934" marT="50408" marB="50408" anchor="ctr"/>
                </a:tc>
              </a:tr>
            </a:tbl>
          </a:graphicData>
        </a:graphic>
      </p:graphicFrame>
      <p:sp>
        <p:nvSpPr>
          <p:cNvPr id="14337" name="Rectangle 2"/>
          <p:cNvSpPr>
            <a:spLocks noGrp="1" noChangeArrowheads="1"/>
          </p:cNvSpPr>
          <p:nvPr>
            <p:ph type="title" idx="4294967295"/>
          </p:nvPr>
        </p:nvSpPr>
        <p:spPr>
          <a:xfrm>
            <a:off x="354551" y="367562"/>
            <a:ext cx="9869117" cy="588098"/>
          </a:xfrm>
        </p:spPr>
        <p:txBody>
          <a:bodyPr tIns="51313" rIns="102628" bIns="51313"/>
          <a:lstStyle/>
          <a:p>
            <a:pPr defTabSz="1023660" eaLnBrk="1" hangingPunct="1">
              <a:defRPr/>
            </a:pPr>
            <a:r>
              <a:rPr lang="en-US" sz="2200" dirty="0" smtClean="0">
                <a:latin typeface="Arial"/>
                <a:ea typeface="+mn-ea"/>
                <a:cs typeface="Arial" charset="0"/>
              </a:rPr>
              <a:t>FY’12 Commodities Income for the peer group was impacted by lower price volatility and changing regulation</a:t>
            </a:r>
          </a:p>
        </p:txBody>
      </p:sp>
      <p:sp>
        <p:nvSpPr>
          <p:cNvPr id="112" name="Line 30"/>
          <p:cNvSpPr>
            <a:spLocks noChangeShapeType="1"/>
          </p:cNvSpPr>
          <p:nvPr/>
        </p:nvSpPr>
        <p:spPr bwMode="auto">
          <a:xfrm>
            <a:off x="4807993" y="1430599"/>
            <a:ext cx="5719957" cy="5513"/>
          </a:xfrm>
          <a:prstGeom prst="line">
            <a:avLst/>
          </a:prstGeom>
          <a:noFill/>
          <a:ln w="9525">
            <a:solidFill>
              <a:schemeClr val="accent1"/>
            </a:solidFill>
            <a:round/>
            <a:headEnd/>
            <a:tailEnd/>
          </a:ln>
        </p:spPr>
        <p:txBody>
          <a:bodyPr lIns="89731" tIns="44866" rIns="89731" bIns="44866"/>
          <a:lstStyle/>
          <a:p>
            <a:pPr defTabSz="1030067"/>
            <a:endParaRPr lang="en-US" dirty="0">
              <a:latin typeface="Arial"/>
            </a:endParaRPr>
          </a:p>
        </p:txBody>
      </p:sp>
      <p:sp>
        <p:nvSpPr>
          <p:cNvPr id="117" name="Line 30"/>
          <p:cNvSpPr>
            <a:spLocks noChangeShapeType="1"/>
          </p:cNvSpPr>
          <p:nvPr/>
        </p:nvSpPr>
        <p:spPr bwMode="auto">
          <a:xfrm>
            <a:off x="231694" y="1429132"/>
            <a:ext cx="4473045" cy="1462"/>
          </a:xfrm>
          <a:prstGeom prst="line">
            <a:avLst/>
          </a:prstGeom>
          <a:noFill/>
          <a:ln w="9525">
            <a:solidFill>
              <a:schemeClr val="accent1"/>
            </a:solidFill>
            <a:round/>
            <a:headEnd/>
            <a:tailEnd/>
          </a:ln>
        </p:spPr>
        <p:txBody>
          <a:bodyPr lIns="89731" tIns="44866" rIns="89731" bIns="44866"/>
          <a:lstStyle/>
          <a:p>
            <a:pPr defTabSz="1030067"/>
            <a:endParaRPr lang="en-US" dirty="0">
              <a:latin typeface="Arial"/>
            </a:endParaRPr>
          </a:p>
        </p:txBody>
      </p:sp>
      <p:sp>
        <p:nvSpPr>
          <p:cNvPr id="59" name="Text Box 144"/>
          <p:cNvSpPr txBox="1">
            <a:spLocks noChangeArrowheads="1"/>
          </p:cNvSpPr>
          <p:nvPr/>
        </p:nvSpPr>
        <p:spPr bwMode="auto">
          <a:xfrm>
            <a:off x="1403201" y="6818991"/>
            <a:ext cx="5061099" cy="665060"/>
          </a:xfrm>
          <a:prstGeom prst="rect">
            <a:avLst/>
          </a:prstGeom>
          <a:noFill/>
          <a:ln w="9525">
            <a:noFill/>
            <a:miter lim="800000"/>
            <a:headEnd/>
            <a:tailEnd/>
          </a:ln>
        </p:spPr>
        <p:txBody>
          <a:bodyPr wrap="square" lIns="89667" tIns="44834" rIns="89667" bIns="44834" anchor="b">
            <a:spAutoFit/>
          </a:bodyPr>
          <a:lstStyle/>
          <a:p>
            <a:pPr defTabSz="900138">
              <a:spcBef>
                <a:spcPct val="50000"/>
              </a:spcBef>
            </a:pPr>
            <a:r>
              <a:rPr lang="en-US" sz="700" baseline="30000" dirty="0" smtClean="0"/>
              <a:t>Sources (unless stated otherwise): Various company reports and company media releases </a:t>
            </a:r>
          </a:p>
          <a:p>
            <a:pPr defTabSz="900138">
              <a:spcBef>
                <a:spcPct val="50000"/>
              </a:spcBef>
            </a:pPr>
            <a:r>
              <a:rPr lang="en-US" sz="700" baseline="30000" dirty="0" smtClean="0"/>
              <a:t>1 Source: </a:t>
            </a:r>
            <a:r>
              <a:rPr lang="en-US" sz="700" baseline="30000" dirty="0" err="1" smtClean="0"/>
              <a:t>Icedata</a:t>
            </a:r>
            <a:r>
              <a:rPr lang="en-US" sz="700" baseline="30000" dirty="0" smtClean="0"/>
              <a:t>. Commodity classes selected to reflect key exposures in SCB commodity book. 2 Banks covered by Coalition’s research include GS, JPMC, </a:t>
            </a:r>
            <a:r>
              <a:rPr lang="en-US" sz="700" baseline="30000" dirty="0" err="1" smtClean="0"/>
              <a:t>BoA</a:t>
            </a:r>
            <a:r>
              <a:rPr lang="en-US" sz="700" baseline="30000" dirty="0" smtClean="0"/>
              <a:t>, </a:t>
            </a:r>
            <a:r>
              <a:rPr lang="en-US" sz="700" baseline="30000" dirty="0" err="1" smtClean="0"/>
              <a:t>Citi</a:t>
            </a:r>
            <a:r>
              <a:rPr lang="en-US" sz="700" baseline="30000" dirty="0" smtClean="0"/>
              <a:t>, </a:t>
            </a:r>
            <a:r>
              <a:rPr lang="en-US" sz="700" baseline="30000" dirty="0" err="1" smtClean="0"/>
              <a:t>Barc</a:t>
            </a:r>
            <a:r>
              <a:rPr lang="en-US" sz="700" baseline="30000" dirty="0" smtClean="0"/>
              <a:t>, CS, DB, MS, RBS and UBS. Banks covered by </a:t>
            </a:r>
            <a:r>
              <a:rPr lang="en-US" sz="700" baseline="30000" dirty="0" err="1" smtClean="0"/>
              <a:t>Tricumen’s</a:t>
            </a:r>
            <a:r>
              <a:rPr lang="en-US" sz="700" baseline="30000" dirty="0" smtClean="0"/>
              <a:t> research include </a:t>
            </a:r>
            <a:r>
              <a:rPr lang="en-US" sz="700" baseline="30000" dirty="0" err="1" smtClean="0"/>
              <a:t>BoA</a:t>
            </a:r>
            <a:r>
              <a:rPr lang="en-US" sz="700" baseline="30000" dirty="0" smtClean="0"/>
              <a:t>, </a:t>
            </a:r>
            <a:r>
              <a:rPr lang="en-US" sz="700" baseline="30000" dirty="0" err="1" smtClean="0"/>
              <a:t>Citi</a:t>
            </a:r>
            <a:r>
              <a:rPr lang="en-US" sz="700" baseline="30000" dirty="0" smtClean="0"/>
              <a:t>, GS, MS and JPMC. </a:t>
            </a:r>
          </a:p>
          <a:p>
            <a:pPr defTabSz="900138">
              <a:spcBef>
                <a:spcPct val="50000"/>
              </a:spcBef>
            </a:pPr>
            <a:r>
              <a:rPr lang="en-US" sz="700" baseline="30000" dirty="0" smtClean="0"/>
              <a:t>3Source: Reuters. 4 Source: Bloomberg.</a:t>
            </a:r>
          </a:p>
          <a:p>
            <a:pPr defTabSz="900138">
              <a:spcBef>
                <a:spcPct val="50000"/>
              </a:spcBef>
            </a:pPr>
            <a:r>
              <a:rPr lang="en-US" sz="700" baseline="30000" dirty="0" smtClean="0"/>
              <a:t>5 On 15th Oct 2012, the Prime minister of Qatar told reporters that they “are looking at it (the potential acquisition of MS’ commodities business) seriously”</a:t>
            </a:r>
          </a:p>
          <a:p>
            <a:pPr defTabSz="900138">
              <a:spcBef>
                <a:spcPct val="50000"/>
              </a:spcBef>
            </a:pPr>
            <a:r>
              <a:rPr lang="en-US" sz="700" baseline="30000" dirty="0" smtClean="0"/>
              <a:t>6 As revealed by DBS Group CEO </a:t>
            </a:r>
            <a:r>
              <a:rPr lang="en-US" sz="700" baseline="30000" dirty="0" err="1" smtClean="0"/>
              <a:t>Piyush</a:t>
            </a:r>
            <a:r>
              <a:rPr lang="en-US" sz="700" baseline="30000" dirty="0" smtClean="0"/>
              <a:t> Gupta at the inauguration ceremony of its new headquarters at Marina Bay Financial Centre on Oct 17th 2012</a:t>
            </a:r>
          </a:p>
        </p:txBody>
      </p:sp>
      <p:grpSp>
        <p:nvGrpSpPr>
          <p:cNvPr id="2" name="Group 49"/>
          <p:cNvGrpSpPr/>
          <p:nvPr/>
        </p:nvGrpSpPr>
        <p:grpSpPr>
          <a:xfrm>
            <a:off x="2630170" y="2199177"/>
            <a:ext cx="2130111" cy="1926775"/>
            <a:chOff x="2374815" y="1926680"/>
            <a:chExt cx="2407099" cy="1848816"/>
          </a:xfrm>
        </p:grpSpPr>
        <p:pic>
          <p:nvPicPr>
            <p:cNvPr id="1033" name="Picture 9"/>
            <p:cNvPicPr>
              <a:picLocks noChangeAspect="1" noChangeArrowheads="1"/>
            </p:cNvPicPr>
            <p:nvPr/>
          </p:nvPicPr>
          <p:blipFill>
            <a:blip r:embed="rId4" cstate="print"/>
            <a:srcRect l="30374"/>
            <a:stretch>
              <a:fillRect/>
            </a:stretch>
          </p:blipFill>
          <p:spPr bwMode="auto">
            <a:xfrm>
              <a:off x="2374815" y="1926680"/>
              <a:ext cx="2407099" cy="1848816"/>
            </a:xfrm>
            <a:prstGeom prst="rect">
              <a:avLst/>
            </a:prstGeom>
            <a:noFill/>
            <a:ln w="9525">
              <a:noFill/>
              <a:miter lim="800000"/>
              <a:headEnd/>
              <a:tailEnd/>
            </a:ln>
            <a:effectLst/>
          </p:spPr>
        </p:pic>
        <p:sp>
          <p:nvSpPr>
            <p:cNvPr id="25" name="Text Box 6"/>
            <p:cNvSpPr txBox="1">
              <a:spLocks noChangeArrowheads="1"/>
            </p:cNvSpPr>
            <p:nvPr/>
          </p:nvSpPr>
          <p:spPr bwMode="auto">
            <a:xfrm>
              <a:off x="3877158" y="2032956"/>
              <a:ext cx="842887" cy="217072"/>
            </a:xfrm>
            <a:prstGeom prst="rect">
              <a:avLst/>
            </a:prstGeom>
            <a:noFill/>
            <a:ln w="9525">
              <a:noFill/>
              <a:miter lim="800000"/>
              <a:headEnd/>
              <a:tailEnd/>
            </a:ln>
          </p:spPr>
          <p:txBody>
            <a:bodyPr wrap="square">
              <a:spAutoFit/>
            </a:bodyPr>
            <a:lstStyle/>
            <a:p>
              <a:pPr algn="r" defTabSz="1030067">
                <a:spcBef>
                  <a:spcPct val="50000"/>
                </a:spcBef>
              </a:pPr>
              <a:r>
                <a:rPr lang="en-US" altLang="ko-KR" sz="1300" b="1" dirty="0">
                  <a:solidFill>
                    <a:srgbClr val="FFFFFF"/>
                  </a:solidFill>
                  <a:latin typeface="Arial"/>
                </a:rPr>
                <a:t>Coal</a:t>
              </a:r>
            </a:p>
          </p:txBody>
        </p:sp>
        <p:sp>
          <p:nvSpPr>
            <p:cNvPr id="26" name="Text Box 6"/>
            <p:cNvSpPr txBox="1">
              <a:spLocks noChangeArrowheads="1"/>
            </p:cNvSpPr>
            <p:nvPr/>
          </p:nvSpPr>
          <p:spPr bwMode="auto">
            <a:xfrm>
              <a:off x="3877158" y="3420936"/>
              <a:ext cx="842887" cy="217072"/>
            </a:xfrm>
            <a:prstGeom prst="rect">
              <a:avLst/>
            </a:prstGeom>
            <a:noFill/>
            <a:ln w="9525">
              <a:noFill/>
              <a:miter lim="800000"/>
              <a:headEnd/>
              <a:tailEnd/>
            </a:ln>
          </p:spPr>
          <p:txBody>
            <a:bodyPr wrap="square">
              <a:spAutoFit/>
            </a:bodyPr>
            <a:lstStyle/>
            <a:p>
              <a:pPr algn="r" defTabSz="1030067">
                <a:spcBef>
                  <a:spcPct val="50000"/>
                </a:spcBef>
              </a:pPr>
              <a:r>
                <a:rPr lang="en-US" altLang="ko-KR" sz="1300" b="1" dirty="0">
                  <a:solidFill>
                    <a:srgbClr val="FFFFFF"/>
                  </a:solidFill>
                  <a:latin typeface="Arial"/>
                </a:rPr>
                <a:t>Corn</a:t>
              </a:r>
            </a:p>
          </p:txBody>
        </p:sp>
        <p:sp>
          <p:nvSpPr>
            <p:cNvPr id="27" name="Text Box 6"/>
            <p:cNvSpPr txBox="1">
              <a:spLocks noChangeArrowheads="1"/>
            </p:cNvSpPr>
            <p:nvPr/>
          </p:nvSpPr>
          <p:spPr bwMode="auto">
            <a:xfrm>
              <a:off x="3972317" y="3077564"/>
              <a:ext cx="747728" cy="217072"/>
            </a:xfrm>
            <a:prstGeom prst="rect">
              <a:avLst/>
            </a:prstGeom>
            <a:noFill/>
            <a:ln w="9525">
              <a:noFill/>
              <a:miter lim="800000"/>
              <a:headEnd/>
              <a:tailEnd/>
            </a:ln>
          </p:spPr>
          <p:txBody>
            <a:bodyPr wrap="square">
              <a:spAutoFit/>
            </a:bodyPr>
            <a:lstStyle/>
            <a:p>
              <a:pPr algn="r" defTabSz="1030067">
                <a:spcBef>
                  <a:spcPct val="50000"/>
                </a:spcBef>
              </a:pPr>
              <a:r>
                <a:rPr lang="en-US" altLang="ko-KR" sz="1300" b="1" dirty="0">
                  <a:solidFill>
                    <a:srgbClr val="FFFFFF"/>
                  </a:solidFill>
                  <a:latin typeface="Arial"/>
                </a:rPr>
                <a:t>Gold</a:t>
              </a:r>
            </a:p>
          </p:txBody>
        </p:sp>
        <p:sp>
          <p:nvSpPr>
            <p:cNvPr id="28" name="Text Box 6"/>
            <p:cNvSpPr txBox="1">
              <a:spLocks noChangeArrowheads="1"/>
            </p:cNvSpPr>
            <p:nvPr/>
          </p:nvSpPr>
          <p:spPr bwMode="auto">
            <a:xfrm>
              <a:off x="4217648" y="2727944"/>
              <a:ext cx="502395" cy="217072"/>
            </a:xfrm>
            <a:prstGeom prst="rect">
              <a:avLst/>
            </a:prstGeom>
            <a:noFill/>
            <a:ln w="9525">
              <a:noFill/>
              <a:miter lim="800000"/>
              <a:headEnd/>
              <a:tailEnd/>
            </a:ln>
          </p:spPr>
          <p:txBody>
            <a:bodyPr wrap="square">
              <a:spAutoFit/>
            </a:bodyPr>
            <a:lstStyle/>
            <a:p>
              <a:pPr algn="r" defTabSz="1030067">
                <a:spcBef>
                  <a:spcPct val="50000"/>
                </a:spcBef>
              </a:pPr>
              <a:r>
                <a:rPr lang="en-US" altLang="ko-KR" sz="1300" b="1" dirty="0">
                  <a:solidFill>
                    <a:srgbClr val="FFFFFF"/>
                  </a:solidFill>
                  <a:latin typeface="Arial"/>
                </a:rPr>
                <a:t>Oil</a:t>
              </a:r>
            </a:p>
          </p:txBody>
        </p:sp>
        <p:sp>
          <p:nvSpPr>
            <p:cNvPr id="29" name="Text Box 6"/>
            <p:cNvSpPr txBox="1">
              <a:spLocks noChangeArrowheads="1"/>
            </p:cNvSpPr>
            <p:nvPr/>
          </p:nvSpPr>
          <p:spPr bwMode="auto">
            <a:xfrm>
              <a:off x="3971026" y="2373460"/>
              <a:ext cx="749019" cy="217072"/>
            </a:xfrm>
            <a:prstGeom prst="rect">
              <a:avLst/>
            </a:prstGeom>
            <a:noFill/>
            <a:ln w="9525">
              <a:noFill/>
              <a:miter lim="800000"/>
              <a:headEnd/>
              <a:tailEnd/>
            </a:ln>
          </p:spPr>
          <p:txBody>
            <a:bodyPr wrap="square">
              <a:spAutoFit/>
            </a:bodyPr>
            <a:lstStyle/>
            <a:p>
              <a:pPr algn="r" defTabSz="1030067">
                <a:spcBef>
                  <a:spcPct val="50000"/>
                </a:spcBef>
              </a:pPr>
              <a:r>
                <a:rPr lang="en-US" altLang="ko-KR" sz="1300" b="1" dirty="0">
                  <a:solidFill>
                    <a:srgbClr val="FFFFFF"/>
                  </a:solidFill>
                  <a:latin typeface="Arial"/>
                </a:rPr>
                <a:t>Copper</a:t>
              </a:r>
            </a:p>
          </p:txBody>
        </p:sp>
      </p:grpSp>
      <p:sp>
        <p:nvSpPr>
          <p:cNvPr id="44" name="Rectangle 39"/>
          <p:cNvSpPr>
            <a:spLocks noChangeArrowheads="1"/>
          </p:cNvSpPr>
          <p:nvPr/>
        </p:nvSpPr>
        <p:spPr bwMode="auto">
          <a:xfrm>
            <a:off x="184916" y="1463972"/>
            <a:ext cx="2046039" cy="448633"/>
          </a:xfrm>
          <a:prstGeom prst="rect">
            <a:avLst/>
          </a:prstGeom>
          <a:noFill/>
          <a:ln w="9525">
            <a:noFill/>
            <a:miter lim="800000"/>
            <a:headEnd/>
            <a:tailEnd/>
          </a:ln>
        </p:spPr>
        <p:txBody>
          <a:bodyPr lIns="0" tIns="0" rIns="0" bIns="0"/>
          <a:lstStyle/>
          <a:p>
            <a:pPr defTabSz="1023479">
              <a:spcBef>
                <a:spcPts val="0"/>
              </a:spcBef>
              <a:spcAft>
                <a:spcPct val="20000"/>
              </a:spcAft>
              <a:buClr>
                <a:srgbClr val="005C87"/>
              </a:buClr>
            </a:pPr>
            <a:r>
              <a:rPr lang="en-AU" sz="1300" b="1" baseline="0" dirty="0" smtClean="0">
                <a:solidFill>
                  <a:srgbClr val="005C87"/>
                </a:solidFill>
                <a:latin typeface="Arial"/>
              </a:rPr>
              <a:t>Key Commodity Indices: 2009-2012 </a:t>
            </a:r>
          </a:p>
          <a:p>
            <a:pPr defTabSz="1023479">
              <a:spcBef>
                <a:spcPts val="0"/>
              </a:spcBef>
              <a:spcAft>
                <a:spcPct val="20000"/>
              </a:spcAft>
              <a:buClr>
                <a:srgbClr val="005C87"/>
              </a:buClr>
            </a:pPr>
            <a:r>
              <a:rPr lang="en-AU" sz="1300" baseline="0" dirty="0" smtClean="0">
                <a:solidFill>
                  <a:srgbClr val="005C87"/>
                </a:solidFill>
                <a:latin typeface="Arial"/>
              </a:rPr>
              <a:t>(Indexed to 1 Jan 2009)</a:t>
            </a:r>
            <a:endParaRPr lang="en-AU" sz="1300" baseline="0" dirty="0">
              <a:solidFill>
                <a:srgbClr val="005C87"/>
              </a:solidFill>
              <a:latin typeface="Arial"/>
            </a:endParaRPr>
          </a:p>
        </p:txBody>
      </p:sp>
      <p:sp>
        <p:nvSpPr>
          <p:cNvPr id="45" name="Rectangle 39"/>
          <p:cNvSpPr>
            <a:spLocks noChangeArrowheads="1"/>
          </p:cNvSpPr>
          <p:nvPr/>
        </p:nvSpPr>
        <p:spPr bwMode="auto">
          <a:xfrm>
            <a:off x="2695339" y="1464051"/>
            <a:ext cx="2100070" cy="303645"/>
          </a:xfrm>
          <a:prstGeom prst="rect">
            <a:avLst/>
          </a:prstGeom>
          <a:noFill/>
          <a:ln w="9525">
            <a:noFill/>
            <a:miter lim="800000"/>
            <a:headEnd/>
            <a:tailEnd/>
          </a:ln>
        </p:spPr>
        <p:txBody>
          <a:bodyPr lIns="0" tIns="0" rIns="0" bIns="0"/>
          <a:lstStyle/>
          <a:p>
            <a:pPr defTabSz="1023479">
              <a:spcBef>
                <a:spcPts val="0"/>
              </a:spcBef>
              <a:spcAft>
                <a:spcPct val="20000"/>
              </a:spcAft>
              <a:buClr>
                <a:srgbClr val="005C87"/>
              </a:buClr>
            </a:pPr>
            <a:r>
              <a:rPr lang="en-US" sz="1300" b="1" baseline="0" dirty="0" smtClean="0">
                <a:solidFill>
                  <a:srgbClr val="005C87"/>
                </a:solidFill>
                <a:latin typeface="Arial"/>
              </a:rPr>
              <a:t>Change </a:t>
            </a:r>
            <a:r>
              <a:rPr lang="en-US" sz="1300" b="1" baseline="0" dirty="0">
                <a:solidFill>
                  <a:srgbClr val="005C87"/>
                </a:solidFill>
                <a:latin typeface="Arial"/>
              </a:rPr>
              <a:t>in Commodity Price Implied </a:t>
            </a:r>
            <a:r>
              <a:rPr lang="en-US" sz="1300" b="1" baseline="0" dirty="0" smtClean="0">
                <a:solidFill>
                  <a:srgbClr val="005C87"/>
                </a:solidFill>
                <a:latin typeface="Arial"/>
              </a:rPr>
              <a:t>Volatility</a:t>
            </a:r>
            <a:r>
              <a:rPr lang="en-US" sz="1300" b="1" baseline="30000" dirty="0" smtClean="0">
                <a:solidFill>
                  <a:srgbClr val="005C87"/>
                </a:solidFill>
                <a:latin typeface="Arial"/>
              </a:rPr>
              <a:t>1</a:t>
            </a:r>
          </a:p>
          <a:p>
            <a:pPr defTabSz="1023479">
              <a:spcBef>
                <a:spcPts val="0"/>
              </a:spcBef>
              <a:spcAft>
                <a:spcPct val="20000"/>
              </a:spcAft>
              <a:buClr>
                <a:srgbClr val="005C87"/>
              </a:buClr>
            </a:pPr>
            <a:r>
              <a:rPr lang="en-US" sz="1300" baseline="0" dirty="0">
                <a:solidFill>
                  <a:srgbClr val="005C87"/>
                </a:solidFill>
                <a:latin typeface="Arial"/>
              </a:rPr>
              <a:t>(FY’12 YoY)</a:t>
            </a:r>
          </a:p>
          <a:p>
            <a:pPr defTabSz="1023479">
              <a:spcBef>
                <a:spcPts val="0"/>
              </a:spcBef>
              <a:spcAft>
                <a:spcPct val="20000"/>
              </a:spcAft>
              <a:buClr>
                <a:srgbClr val="005C87"/>
              </a:buClr>
            </a:pPr>
            <a:endParaRPr lang="en-AU" sz="1300" b="1" dirty="0">
              <a:solidFill>
                <a:srgbClr val="005C87"/>
              </a:solidFill>
              <a:latin typeface="Arial"/>
            </a:endParaRPr>
          </a:p>
        </p:txBody>
      </p:sp>
      <p:sp>
        <p:nvSpPr>
          <p:cNvPr id="22" name="Rectangle 3"/>
          <p:cNvSpPr>
            <a:spLocks noChangeArrowheads="1"/>
          </p:cNvSpPr>
          <p:nvPr/>
        </p:nvSpPr>
        <p:spPr bwMode="auto">
          <a:xfrm>
            <a:off x="4852219" y="1446099"/>
            <a:ext cx="5728694" cy="3302899"/>
          </a:xfrm>
          <a:prstGeom prst="rect">
            <a:avLst/>
          </a:prstGeom>
          <a:noFill/>
          <a:ln w="9525">
            <a:noFill/>
            <a:miter lim="800000"/>
            <a:headEnd/>
            <a:tailEnd/>
          </a:ln>
        </p:spPr>
        <p:txBody>
          <a:bodyPr lIns="0" tIns="0" rIns="0" bIns="0"/>
          <a:lstStyle/>
          <a:p>
            <a:pPr marL="171775" lvl="1" indent="-170216" defTabSz="1022757">
              <a:spcBef>
                <a:spcPts val="0"/>
              </a:spcBef>
              <a:spcAft>
                <a:spcPts val="200"/>
              </a:spcAft>
              <a:buClr>
                <a:srgbClr val="22AA47"/>
              </a:buClr>
              <a:buSzPct val="110000"/>
              <a:buFont typeface="Wingdings" pitchFamily="2" charset="2"/>
              <a:buChar char="§"/>
            </a:pPr>
            <a:r>
              <a:rPr lang="en-US" sz="1200" baseline="0" dirty="0">
                <a:solidFill>
                  <a:srgbClr val="005C87"/>
                </a:solidFill>
                <a:latin typeface="Arial"/>
              </a:rPr>
              <a:t>Commodity prices remained high in 2012, although still lower than 2011 levels. Volatilities were, however, significantly lower, impacting client hedging </a:t>
            </a:r>
            <a:r>
              <a:rPr lang="en-US" sz="1200" baseline="0" dirty="0" smtClean="0">
                <a:solidFill>
                  <a:srgbClr val="005C87"/>
                </a:solidFill>
                <a:latin typeface="Arial"/>
              </a:rPr>
              <a:t>activities.</a:t>
            </a:r>
            <a:endParaRPr lang="en-US" sz="1200" baseline="0" dirty="0">
              <a:solidFill>
                <a:srgbClr val="005C87"/>
              </a:solidFill>
              <a:latin typeface="Arial"/>
            </a:endParaRPr>
          </a:p>
          <a:p>
            <a:pPr marL="171775" lvl="1" indent="-170216" defTabSz="1022757">
              <a:spcBef>
                <a:spcPts val="0"/>
              </a:spcBef>
              <a:spcAft>
                <a:spcPts val="200"/>
              </a:spcAft>
              <a:buClr>
                <a:srgbClr val="22AA47"/>
              </a:buClr>
              <a:buSzPct val="110000"/>
              <a:buFont typeface="Wingdings" pitchFamily="2" charset="2"/>
              <a:buChar char="§"/>
            </a:pPr>
            <a:r>
              <a:rPr lang="en-US" sz="1200" baseline="0" dirty="0">
                <a:solidFill>
                  <a:srgbClr val="005C87"/>
                </a:solidFill>
                <a:latin typeface="Arial"/>
              </a:rPr>
              <a:t>Market research estimates by Coalition</a:t>
            </a:r>
            <a:r>
              <a:rPr lang="en-US" sz="1200" baseline="30000" dirty="0">
                <a:solidFill>
                  <a:srgbClr val="005C87"/>
                </a:solidFill>
                <a:latin typeface="Arial"/>
              </a:rPr>
              <a:t>2</a:t>
            </a:r>
            <a:r>
              <a:rPr lang="en-US" sz="1200" baseline="0" dirty="0">
                <a:solidFill>
                  <a:srgbClr val="005C87"/>
                </a:solidFill>
                <a:latin typeface="Arial"/>
              </a:rPr>
              <a:t> reveal that FY’12 Global Commodities income of about $6bn was down -24% </a:t>
            </a:r>
            <a:r>
              <a:rPr lang="en-US" sz="1200" baseline="0" dirty="0" smtClean="0">
                <a:solidFill>
                  <a:srgbClr val="005C87"/>
                </a:solidFill>
                <a:latin typeface="Arial"/>
              </a:rPr>
              <a:t>YoY. Research published by Tricumen</a:t>
            </a:r>
            <a:r>
              <a:rPr lang="en-US" sz="1200" baseline="30000" dirty="0" smtClean="0">
                <a:solidFill>
                  <a:srgbClr val="005C87"/>
                </a:solidFill>
                <a:latin typeface="Arial"/>
              </a:rPr>
              <a:t>2</a:t>
            </a:r>
            <a:r>
              <a:rPr lang="en-US" sz="1200" baseline="0" dirty="0" smtClean="0">
                <a:solidFill>
                  <a:srgbClr val="005C87"/>
                </a:solidFill>
                <a:latin typeface="Arial"/>
              </a:rPr>
              <a:t> </a:t>
            </a:r>
            <a:r>
              <a:rPr lang="en-US" sz="1200" baseline="0" dirty="0">
                <a:solidFill>
                  <a:srgbClr val="005C87"/>
                </a:solidFill>
                <a:latin typeface="Arial"/>
              </a:rPr>
              <a:t>concluded that </a:t>
            </a:r>
            <a:r>
              <a:rPr lang="en-US" sz="1200" baseline="0" dirty="0" smtClean="0">
                <a:solidFill>
                  <a:srgbClr val="005C87"/>
                </a:solidFill>
                <a:latin typeface="Arial"/>
              </a:rPr>
              <a:t>total US bank Q4’12 commodities earnings fell by -</a:t>
            </a:r>
            <a:r>
              <a:rPr lang="en-US" sz="1200" baseline="0" dirty="0">
                <a:solidFill>
                  <a:srgbClr val="005C87"/>
                </a:solidFill>
                <a:latin typeface="Arial"/>
              </a:rPr>
              <a:t>32% YoY </a:t>
            </a:r>
            <a:r>
              <a:rPr lang="en-US" sz="1200" baseline="0" dirty="0" smtClean="0">
                <a:solidFill>
                  <a:srgbClr val="005C87"/>
                </a:solidFill>
                <a:latin typeface="Arial"/>
              </a:rPr>
              <a:t>to </a:t>
            </a:r>
            <a:r>
              <a:rPr lang="en-US" sz="1200" baseline="0" dirty="0">
                <a:solidFill>
                  <a:srgbClr val="005C87"/>
                </a:solidFill>
                <a:latin typeface="Arial"/>
              </a:rPr>
              <a:t>around $800m - $</a:t>
            </a:r>
            <a:r>
              <a:rPr lang="en-US" sz="1200" baseline="0" dirty="0" smtClean="0">
                <a:solidFill>
                  <a:srgbClr val="005C87"/>
                </a:solidFill>
                <a:latin typeface="Arial"/>
              </a:rPr>
              <a:t>900m.</a:t>
            </a:r>
            <a:endParaRPr lang="en-US" sz="1200" baseline="0" dirty="0">
              <a:solidFill>
                <a:srgbClr val="005C87"/>
              </a:solidFill>
              <a:latin typeface="Arial"/>
            </a:endParaRPr>
          </a:p>
          <a:p>
            <a:pPr marL="171775" lvl="1" indent="-170216" defTabSz="1022757">
              <a:spcBef>
                <a:spcPts val="0"/>
              </a:spcBef>
              <a:spcAft>
                <a:spcPts val="200"/>
              </a:spcAft>
              <a:buClr>
                <a:srgbClr val="22AA47"/>
              </a:buClr>
              <a:buSzPct val="110000"/>
              <a:buFont typeface="Wingdings" pitchFamily="2" charset="2"/>
              <a:buChar char="§"/>
            </a:pPr>
            <a:r>
              <a:rPr lang="en-US" sz="1200" baseline="0" dirty="0" smtClean="0">
                <a:solidFill>
                  <a:srgbClr val="005C87"/>
                </a:solidFill>
                <a:latin typeface="Arial"/>
              </a:rPr>
              <a:t>GS FY’12 commodities revenue fell -64% </a:t>
            </a:r>
            <a:r>
              <a:rPr lang="en-US" sz="1200" baseline="0" dirty="0" err="1" smtClean="0">
                <a:solidFill>
                  <a:srgbClr val="005C87"/>
                </a:solidFill>
                <a:latin typeface="Arial"/>
              </a:rPr>
              <a:t>YoY</a:t>
            </a:r>
            <a:r>
              <a:rPr lang="en-US" sz="1200" baseline="0" dirty="0" smtClean="0">
                <a:solidFill>
                  <a:srgbClr val="005C87"/>
                </a:solidFill>
                <a:latin typeface="Arial"/>
              </a:rPr>
              <a:t> to $575m while MS FY’12 commodities revenue fell by -20%, according to Reuters estimates. The declines were driven by lower market volatility and the impact of the Volcker rule &amp; Dodd-Frank Act on proprietary trading.</a:t>
            </a:r>
            <a:endParaRPr lang="en-GB" sz="1200" baseline="0" dirty="0" smtClean="0">
              <a:solidFill>
                <a:srgbClr val="005C87"/>
              </a:solidFill>
              <a:latin typeface="Arial"/>
            </a:endParaRPr>
          </a:p>
          <a:p>
            <a:pPr marL="171775" lvl="1" indent="-170216" defTabSz="1022757">
              <a:spcBef>
                <a:spcPts val="0"/>
              </a:spcBef>
              <a:spcAft>
                <a:spcPts val="200"/>
              </a:spcAft>
              <a:buClr>
                <a:srgbClr val="22AA47"/>
              </a:buClr>
              <a:buSzPct val="110000"/>
              <a:buFont typeface="Wingdings" pitchFamily="2" charset="2"/>
              <a:buChar char="§"/>
            </a:pPr>
            <a:r>
              <a:rPr lang="en-US" sz="1200" baseline="0" dirty="0" smtClean="0">
                <a:solidFill>
                  <a:srgbClr val="005C87"/>
                </a:solidFill>
                <a:latin typeface="Arial"/>
              </a:rPr>
              <a:t>Q4’12 commodities </a:t>
            </a:r>
            <a:r>
              <a:rPr lang="en-US" sz="1200" baseline="0" dirty="0" err="1" smtClean="0">
                <a:solidFill>
                  <a:srgbClr val="005C87"/>
                </a:solidFill>
                <a:latin typeface="Arial"/>
              </a:rPr>
              <a:t>VaR</a:t>
            </a:r>
            <a:r>
              <a:rPr lang="en-US" sz="1200" baseline="0" dirty="0" smtClean="0">
                <a:solidFill>
                  <a:srgbClr val="005C87"/>
                </a:solidFill>
                <a:latin typeface="Arial"/>
              </a:rPr>
              <a:t> fell -23% YoY at Goldman Sachs and </a:t>
            </a:r>
            <a:r>
              <a:rPr lang="en-US" sz="1200" baseline="0" dirty="0">
                <a:solidFill>
                  <a:srgbClr val="005C87"/>
                </a:solidFill>
                <a:latin typeface="Arial"/>
              </a:rPr>
              <a:t>-30% </a:t>
            </a:r>
            <a:r>
              <a:rPr lang="en-US" sz="1200" baseline="0" dirty="0" smtClean="0">
                <a:solidFill>
                  <a:srgbClr val="005C87"/>
                </a:solidFill>
                <a:latin typeface="Arial"/>
              </a:rPr>
              <a:t>at JPMC. Risk.net reported a -50% reduction of y/e </a:t>
            </a:r>
            <a:r>
              <a:rPr lang="en-US" sz="1200" baseline="0" dirty="0" err="1" smtClean="0">
                <a:solidFill>
                  <a:srgbClr val="005C87"/>
                </a:solidFill>
                <a:latin typeface="Arial"/>
              </a:rPr>
              <a:t>VaR</a:t>
            </a:r>
            <a:r>
              <a:rPr lang="en-US" sz="1200" baseline="0" dirty="0" smtClean="0">
                <a:solidFill>
                  <a:srgbClr val="005C87"/>
                </a:solidFill>
                <a:latin typeface="Arial"/>
              </a:rPr>
              <a:t> at that Barclays.</a:t>
            </a:r>
          </a:p>
          <a:p>
            <a:pPr marL="171775" lvl="1" indent="-170216" defTabSz="1022757">
              <a:spcBef>
                <a:spcPts val="0"/>
              </a:spcBef>
              <a:spcAft>
                <a:spcPts val="200"/>
              </a:spcAft>
              <a:buClr>
                <a:srgbClr val="22AA47"/>
              </a:buClr>
              <a:buSzPct val="110000"/>
              <a:buFont typeface="Wingdings" pitchFamily="2" charset="2"/>
              <a:buChar char="§"/>
            </a:pPr>
            <a:r>
              <a:rPr lang="en-US" sz="1200" baseline="0" dirty="0" smtClean="0">
                <a:solidFill>
                  <a:srgbClr val="005C87"/>
                </a:solidFill>
                <a:latin typeface="Arial"/>
              </a:rPr>
              <a:t>Anecdotal evidence suggests that French banks (BNPP, </a:t>
            </a:r>
            <a:r>
              <a:rPr lang="en-US" sz="1200" baseline="0" dirty="0" err="1" smtClean="0">
                <a:solidFill>
                  <a:srgbClr val="005C87"/>
                </a:solidFill>
                <a:latin typeface="Arial"/>
              </a:rPr>
              <a:t>SocGen</a:t>
            </a:r>
            <a:r>
              <a:rPr lang="en-US" sz="1200" baseline="0" dirty="0" smtClean="0">
                <a:solidFill>
                  <a:srgbClr val="005C87"/>
                </a:solidFill>
                <a:latin typeface="Arial"/>
              </a:rPr>
              <a:t> and </a:t>
            </a:r>
            <a:r>
              <a:rPr lang="en-US" sz="1200" baseline="0" dirty="0" err="1" smtClean="0">
                <a:solidFill>
                  <a:srgbClr val="005C87"/>
                </a:solidFill>
                <a:latin typeface="Arial"/>
              </a:rPr>
              <a:t>Natexis</a:t>
            </a:r>
            <a:r>
              <a:rPr lang="en-US" sz="1200" baseline="0" dirty="0" smtClean="0">
                <a:solidFill>
                  <a:srgbClr val="005C87"/>
                </a:solidFill>
                <a:latin typeface="Arial"/>
              </a:rPr>
              <a:t>) are becoming more active in metals and energy, with BNPP identifying APAC in its results as a focus region.</a:t>
            </a:r>
            <a:endParaRPr lang="en-US" sz="1200" baseline="0" dirty="0">
              <a:solidFill>
                <a:srgbClr val="005C87"/>
              </a:solidFill>
              <a:latin typeface="Arial"/>
            </a:endParaRPr>
          </a:p>
        </p:txBody>
      </p:sp>
      <p:sp>
        <p:nvSpPr>
          <p:cNvPr id="23" name="Rectangle 39"/>
          <p:cNvSpPr>
            <a:spLocks noChangeArrowheads="1"/>
          </p:cNvSpPr>
          <p:nvPr/>
        </p:nvSpPr>
        <p:spPr bwMode="auto">
          <a:xfrm>
            <a:off x="5025958" y="1182680"/>
            <a:ext cx="2707995" cy="468312"/>
          </a:xfrm>
          <a:prstGeom prst="rect">
            <a:avLst/>
          </a:prstGeom>
          <a:noFill/>
          <a:ln w="9525">
            <a:noFill/>
            <a:miter lim="800000"/>
            <a:headEnd/>
            <a:tailEnd/>
          </a:ln>
        </p:spPr>
        <p:txBody>
          <a:bodyPr lIns="0" tIns="0" rIns="0" bIns="0"/>
          <a:lstStyle/>
          <a:p>
            <a:pPr defTabSz="1022757">
              <a:spcBef>
                <a:spcPct val="40000"/>
              </a:spcBef>
              <a:spcAft>
                <a:spcPct val="20000"/>
              </a:spcAft>
              <a:buClr>
                <a:srgbClr val="005C87"/>
              </a:buClr>
            </a:pPr>
            <a:r>
              <a:rPr lang="en-AU" sz="1300" b="1" baseline="0" dirty="0">
                <a:solidFill>
                  <a:srgbClr val="005C87"/>
                </a:solidFill>
                <a:latin typeface="Arial"/>
              </a:rPr>
              <a:t>Highlights</a:t>
            </a:r>
            <a:endParaRPr lang="en-AU" sz="1300" baseline="0" dirty="0">
              <a:solidFill>
                <a:srgbClr val="005C87"/>
              </a:solidFill>
              <a:latin typeface="Arial"/>
            </a:endParaRPr>
          </a:p>
        </p:txBody>
      </p:sp>
      <p:sp>
        <p:nvSpPr>
          <p:cNvPr id="24" name="Rectangle 39"/>
          <p:cNvSpPr>
            <a:spLocks noChangeArrowheads="1"/>
          </p:cNvSpPr>
          <p:nvPr/>
        </p:nvSpPr>
        <p:spPr bwMode="auto">
          <a:xfrm>
            <a:off x="251194" y="1182682"/>
            <a:ext cx="5120457" cy="429752"/>
          </a:xfrm>
          <a:prstGeom prst="rect">
            <a:avLst/>
          </a:prstGeom>
          <a:noFill/>
          <a:ln w="9525">
            <a:noFill/>
            <a:miter lim="800000"/>
            <a:headEnd/>
            <a:tailEnd/>
          </a:ln>
        </p:spPr>
        <p:txBody>
          <a:bodyPr lIns="0" tIns="0" rIns="0" bIns="0"/>
          <a:lstStyle/>
          <a:p>
            <a:pPr defTabSz="1022757">
              <a:spcBef>
                <a:spcPct val="40000"/>
              </a:spcBef>
              <a:spcAft>
                <a:spcPct val="20000"/>
              </a:spcAft>
              <a:buClr>
                <a:srgbClr val="005C87"/>
              </a:buClr>
            </a:pPr>
            <a:r>
              <a:rPr lang="en-US" sz="1300" b="1" baseline="0" dirty="0">
                <a:solidFill>
                  <a:srgbClr val="005C87"/>
                </a:solidFill>
                <a:latin typeface="Arial"/>
              </a:rPr>
              <a:t>Key Market Data</a:t>
            </a:r>
            <a:endParaRPr lang="en-US" sz="1300" b="1" baseline="30000" dirty="0">
              <a:solidFill>
                <a:srgbClr val="005C87"/>
              </a:solidFill>
              <a:latin typeface="Arial"/>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p:cNvCxnSpPr/>
          <p:nvPr/>
        </p:nvCxnSpPr>
        <p:spPr bwMode="auto">
          <a:xfrm>
            <a:off x="6209072" y="2551477"/>
            <a:ext cx="464236" cy="1889900"/>
          </a:xfrm>
          <a:prstGeom prst="line">
            <a:avLst/>
          </a:prstGeom>
          <a:solidFill>
            <a:srgbClr val="E6E7E8"/>
          </a:solidFill>
          <a:ln w="9525" cap="flat" cmpd="sng" algn="ctr">
            <a:solidFill>
              <a:srgbClr val="005C87"/>
            </a:solidFill>
            <a:prstDash val="solid"/>
            <a:round/>
            <a:headEnd type="none" w="med" len="med"/>
            <a:tailEnd type="none" w="med" len="med"/>
          </a:ln>
          <a:effectLst/>
        </p:spPr>
      </p:cxnSp>
      <p:sp>
        <p:nvSpPr>
          <p:cNvPr id="14337" name="Rectangle 2"/>
          <p:cNvSpPr>
            <a:spLocks noGrp="1" noChangeArrowheads="1"/>
          </p:cNvSpPr>
          <p:nvPr>
            <p:ph type="title" idx="4294967295"/>
          </p:nvPr>
        </p:nvSpPr>
        <p:spPr/>
        <p:txBody>
          <a:bodyPr tIns="50514" rIns="101015" bIns="50514"/>
          <a:lstStyle/>
          <a:p>
            <a:pPr eaLnBrk="1" hangingPunct="1"/>
            <a:r>
              <a:rPr lang="en-US" sz="2400" dirty="0" smtClean="0"/>
              <a:t>SCB has a consistently lower number of loss-making trading days compared to its peer group</a:t>
            </a:r>
          </a:p>
        </p:txBody>
      </p:sp>
      <p:sp>
        <p:nvSpPr>
          <p:cNvPr id="14338" name="Line 30"/>
          <p:cNvSpPr>
            <a:spLocks noChangeShapeType="1"/>
          </p:cNvSpPr>
          <p:nvPr/>
        </p:nvSpPr>
        <p:spPr bwMode="auto">
          <a:xfrm>
            <a:off x="248770" y="1832557"/>
            <a:ext cx="9982364" cy="0"/>
          </a:xfrm>
          <a:prstGeom prst="line">
            <a:avLst/>
          </a:prstGeom>
          <a:noFill/>
          <a:ln w="9525">
            <a:solidFill>
              <a:schemeClr val="accent1"/>
            </a:solidFill>
            <a:round/>
            <a:headEnd/>
            <a:tailEnd/>
          </a:ln>
        </p:spPr>
        <p:txBody>
          <a:bodyPr lIns="101051" tIns="50530" rIns="101051" bIns="50530"/>
          <a:lstStyle/>
          <a:p>
            <a:endParaRPr lang="en-US" sz="2100" baseline="0" dirty="0">
              <a:solidFill>
                <a:srgbClr val="005C87"/>
              </a:solidFill>
            </a:endParaRPr>
          </a:p>
        </p:txBody>
      </p:sp>
      <p:sp>
        <p:nvSpPr>
          <p:cNvPr id="14339" name="Rectangle 39"/>
          <p:cNvSpPr>
            <a:spLocks noChangeArrowheads="1"/>
          </p:cNvSpPr>
          <p:nvPr/>
        </p:nvSpPr>
        <p:spPr bwMode="auto">
          <a:xfrm>
            <a:off x="258053" y="1226958"/>
            <a:ext cx="5931495" cy="500584"/>
          </a:xfrm>
          <a:prstGeom prst="rect">
            <a:avLst/>
          </a:prstGeom>
          <a:noFill/>
          <a:ln w="9525">
            <a:noFill/>
            <a:miter lim="800000"/>
            <a:headEnd/>
            <a:tailEnd/>
          </a:ln>
        </p:spPr>
        <p:txBody>
          <a:bodyPr lIns="0" tIns="0" rIns="0" bIns="0"/>
          <a:lstStyle/>
          <a:p>
            <a:pPr>
              <a:spcBef>
                <a:spcPct val="40000"/>
              </a:spcBef>
              <a:spcAft>
                <a:spcPct val="20000"/>
              </a:spcAft>
              <a:buClr>
                <a:srgbClr val="005C87"/>
              </a:buClr>
            </a:pPr>
            <a:r>
              <a:rPr lang="en-US" sz="1300" b="1" baseline="0" dirty="0" smtClean="0">
                <a:solidFill>
                  <a:srgbClr val="005C87"/>
                </a:solidFill>
              </a:rPr>
              <a:t># Loss-making Trading </a:t>
            </a:r>
            <a:r>
              <a:rPr lang="en-US" sz="1300" b="1" baseline="0" dirty="0">
                <a:solidFill>
                  <a:srgbClr val="005C87"/>
                </a:solidFill>
              </a:rPr>
              <a:t>Days </a:t>
            </a:r>
            <a:r>
              <a:rPr lang="en-US" sz="1300" b="1" baseline="0" dirty="0" smtClean="0">
                <a:solidFill>
                  <a:srgbClr val="005C87"/>
                </a:solidFill>
              </a:rPr>
              <a:t>per Full Year </a:t>
            </a:r>
            <a:r>
              <a:rPr lang="en-US" sz="1300" b="1" baseline="0" dirty="0">
                <a:solidFill>
                  <a:srgbClr val="005C87"/>
                </a:solidFill>
              </a:rPr>
              <a:t>Period</a:t>
            </a:r>
          </a:p>
          <a:p>
            <a:pPr>
              <a:spcBef>
                <a:spcPct val="40000"/>
              </a:spcBef>
              <a:spcAft>
                <a:spcPct val="20000"/>
              </a:spcAft>
              <a:buClr>
                <a:srgbClr val="005C87"/>
              </a:buClr>
            </a:pPr>
            <a:r>
              <a:rPr lang="en-US" sz="1300" baseline="0" dirty="0" smtClean="0">
                <a:solidFill>
                  <a:srgbClr val="005C87"/>
                </a:solidFill>
              </a:rPr>
              <a:t>(# Days: FY’10, FY’11, FY’12)</a:t>
            </a:r>
            <a:endParaRPr lang="en-US" sz="1300" baseline="0" dirty="0">
              <a:solidFill>
                <a:srgbClr val="005C87"/>
              </a:solidFill>
            </a:endParaRPr>
          </a:p>
        </p:txBody>
      </p:sp>
      <p:sp>
        <p:nvSpPr>
          <p:cNvPr id="14435" name="Text Box 22"/>
          <p:cNvSpPr txBox="1">
            <a:spLocks noChangeArrowheads="1"/>
          </p:cNvSpPr>
          <p:nvPr/>
        </p:nvSpPr>
        <p:spPr bwMode="auto">
          <a:xfrm>
            <a:off x="1461068" y="7032227"/>
            <a:ext cx="5203749" cy="455958"/>
          </a:xfrm>
          <a:prstGeom prst="rect">
            <a:avLst/>
          </a:prstGeom>
          <a:noFill/>
          <a:ln w="9525">
            <a:noFill/>
            <a:miter lim="800000"/>
            <a:headEnd/>
            <a:tailEnd/>
          </a:ln>
        </p:spPr>
        <p:txBody>
          <a:bodyPr lIns="101015" tIns="50514" rIns="101015" bIns="50514">
            <a:spAutoFit/>
          </a:bodyPr>
          <a:lstStyle/>
          <a:p>
            <a:pPr>
              <a:spcBef>
                <a:spcPct val="50000"/>
              </a:spcBef>
            </a:pPr>
            <a:r>
              <a:rPr lang="en-GB" sz="700" baseline="0" dirty="0" smtClean="0"/>
              <a:t>Source: </a:t>
            </a:r>
            <a:r>
              <a:rPr lang="en-GB" sz="700" baseline="0" dirty="0"/>
              <a:t>Company </a:t>
            </a:r>
            <a:r>
              <a:rPr lang="en-GB" sz="700" baseline="0" dirty="0" smtClean="0"/>
              <a:t>reports and for US Banks their respective 10Q/10K filings. SCB data sourced from Financial Markets Business finance</a:t>
            </a:r>
          </a:p>
          <a:p>
            <a:pPr>
              <a:spcBef>
                <a:spcPct val="50000"/>
              </a:spcBef>
            </a:pPr>
            <a:endParaRPr lang="en-US" dirty="0"/>
          </a:p>
        </p:txBody>
      </p:sp>
      <p:sp>
        <p:nvSpPr>
          <p:cNvPr id="14" name="Line 83"/>
          <p:cNvSpPr>
            <a:spLocks noChangeShapeType="1"/>
          </p:cNvSpPr>
          <p:nvPr/>
        </p:nvSpPr>
        <p:spPr bwMode="auto">
          <a:xfrm flipV="1">
            <a:off x="7135126" y="1950543"/>
            <a:ext cx="0" cy="4192290"/>
          </a:xfrm>
          <a:prstGeom prst="line">
            <a:avLst/>
          </a:prstGeom>
          <a:noFill/>
          <a:ln w="19050">
            <a:solidFill>
              <a:srgbClr val="005C87"/>
            </a:solidFill>
            <a:prstDash val="dash"/>
            <a:round/>
            <a:headEnd/>
            <a:tailEnd/>
          </a:ln>
        </p:spPr>
        <p:txBody>
          <a:bodyPr lIns="88078" tIns="44038" rIns="88078" bIns="44038"/>
          <a:lstStyle/>
          <a:p>
            <a:endParaRPr lang="en-US" sz="1300" baseline="0" dirty="0">
              <a:solidFill>
                <a:srgbClr val="005C87"/>
              </a:solidFill>
            </a:endParaRPr>
          </a:p>
        </p:txBody>
      </p:sp>
      <p:sp>
        <p:nvSpPr>
          <p:cNvPr id="15" name="Line 83"/>
          <p:cNvSpPr>
            <a:spLocks noChangeShapeType="1"/>
          </p:cNvSpPr>
          <p:nvPr/>
        </p:nvSpPr>
        <p:spPr bwMode="auto">
          <a:xfrm rot="5400000" flipV="1">
            <a:off x="3921179" y="1408473"/>
            <a:ext cx="0" cy="6094177"/>
          </a:xfrm>
          <a:prstGeom prst="line">
            <a:avLst/>
          </a:prstGeom>
          <a:noFill/>
          <a:ln w="19050">
            <a:solidFill>
              <a:srgbClr val="DA0000"/>
            </a:solidFill>
            <a:prstDash val="dash"/>
            <a:round/>
            <a:headEnd/>
            <a:tailEnd/>
          </a:ln>
        </p:spPr>
        <p:txBody>
          <a:bodyPr lIns="88078" tIns="44038" rIns="88078" bIns="44038"/>
          <a:lstStyle/>
          <a:p>
            <a:endParaRPr lang="en-US" sz="1300" baseline="0" dirty="0">
              <a:solidFill>
                <a:srgbClr val="005C87"/>
              </a:solidFill>
            </a:endParaRPr>
          </a:p>
        </p:txBody>
      </p:sp>
      <p:sp>
        <p:nvSpPr>
          <p:cNvPr id="14433" name="Rectangle 3"/>
          <p:cNvSpPr>
            <a:spLocks noChangeArrowheads="1"/>
          </p:cNvSpPr>
          <p:nvPr/>
        </p:nvSpPr>
        <p:spPr bwMode="auto">
          <a:xfrm>
            <a:off x="3900714" y="2234856"/>
            <a:ext cx="2893786" cy="345055"/>
          </a:xfrm>
          <a:prstGeom prst="rect">
            <a:avLst/>
          </a:prstGeom>
          <a:noFill/>
          <a:ln w="9525">
            <a:noFill/>
            <a:miter lim="800000"/>
            <a:headEnd/>
            <a:tailEnd/>
          </a:ln>
        </p:spPr>
        <p:txBody>
          <a:bodyPr lIns="0" tIns="0" rIns="0" bIns="0"/>
          <a:lstStyle/>
          <a:p>
            <a:pPr marL="8791" indent="-8791" algn="ctr" defTabSz="1152542">
              <a:spcBef>
                <a:spcPct val="30000"/>
              </a:spcBef>
              <a:spcAft>
                <a:spcPct val="20000"/>
              </a:spcAft>
              <a:buClr>
                <a:srgbClr val="22AA47"/>
              </a:buClr>
              <a:buSzPct val="110000"/>
            </a:pPr>
            <a:r>
              <a:rPr lang="en-US" sz="1500" i="1" baseline="0" dirty="0" smtClean="0">
                <a:solidFill>
                  <a:srgbClr val="005C87"/>
                </a:solidFill>
              </a:rPr>
              <a:t>FY’10 – FY’12 average: 29 days</a:t>
            </a:r>
            <a:endParaRPr lang="en-US" sz="1500" i="1" baseline="0" dirty="0">
              <a:solidFill>
                <a:srgbClr val="005C87"/>
              </a:solidFill>
            </a:endParaRPr>
          </a:p>
        </p:txBody>
      </p:sp>
      <p:sp>
        <p:nvSpPr>
          <p:cNvPr id="16" name="Rectangle 3"/>
          <p:cNvSpPr>
            <a:spLocks noChangeArrowheads="1"/>
          </p:cNvSpPr>
          <p:nvPr/>
        </p:nvSpPr>
        <p:spPr bwMode="auto">
          <a:xfrm>
            <a:off x="7144668" y="2234856"/>
            <a:ext cx="2893786" cy="345055"/>
          </a:xfrm>
          <a:prstGeom prst="rect">
            <a:avLst/>
          </a:prstGeom>
          <a:noFill/>
          <a:ln w="9525">
            <a:noFill/>
            <a:miter lim="800000"/>
            <a:headEnd/>
            <a:tailEnd/>
          </a:ln>
        </p:spPr>
        <p:txBody>
          <a:bodyPr lIns="0" tIns="0" rIns="0" bIns="0"/>
          <a:lstStyle/>
          <a:p>
            <a:pPr marL="8791" indent="-8791" algn="ctr" defTabSz="1152542">
              <a:spcBef>
                <a:spcPct val="30000"/>
              </a:spcBef>
              <a:spcAft>
                <a:spcPct val="20000"/>
              </a:spcAft>
              <a:buClr>
                <a:srgbClr val="22AA47"/>
              </a:buClr>
              <a:buSzPct val="110000"/>
            </a:pPr>
            <a:r>
              <a:rPr lang="en-US" sz="1500" baseline="0" dirty="0" smtClean="0">
                <a:solidFill>
                  <a:srgbClr val="005C87"/>
                </a:solidFill>
              </a:rPr>
              <a:t>FY’12 data not yet available</a:t>
            </a:r>
            <a:endParaRPr lang="en-US" sz="1500" baseline="0" dirty="0">
              <a:solidFill>
                <a:srgbClr val="005C87"/>
              </a:solidFill>
            </a:endParaRPr>
          </a:p>
        </p:txBody>
      </p:sp>
      <p:sp>
        <p:nvSpPr>
          <p:cNvPr id="17" name="Rectangle 16"/>
          <p:cNvSpPr/>
          <p:nvPr/>
        </p:nvSpPr>
        <p:spPr bwMode="auto">
          <a:xfrm>
            <a:off x="6475632" y="4994037"/>
            <a:ext cx="606206" cy="920200"/>
          </a:xfrm>
          <a:prstGeom prst="rect">
            <a:avLst/>
          </a:prstGeom>
          <a:noFill/>
          <a:ln w="9525" cap="flat" cmpd="sng" algn="ctr">
            <a:solidFill>
              <a:srgbClr val="FF0000"/>
            </a:solidFill>
            <a:prstDash val="dash"/>
            <a:round/>
            <a:headEnd type="none" w="med" len="med"/>
            <a:tailEnd type="none" w="med" len="med"/>
          </a:ln>
          <a:effectLst/>
        </p:spPr>
        <p:txBody>
          <a:bodyPr vert="horz" wrap="square" lIns="91184" tIns="45593" rIns="91184" bIns="45593" numCol="1" rtlCol="0" anchor="t" anchorCtr="0" compatLnSpc="1">
            <a:prstTxWarp prst="textNoShape">
              <a:avLst/>
            </a:prstTxWarp>
          </a:bodyPr>
          <a:lstStyle/>
          <a:p>
            <a:pPr defTabSz="1040048">
              <a:spcBef>
                <a:spcPct val="40000"/>
              </a:spcBef>
              <a:spcAft>
                <a:spcPct val="40000"/>
              </a:spcAft>
            </a:pPr>
            <a:endParaRPr lang="en-GB" baseline="0" dirty="0" smtClean="0"/>
          </a:p>
        </p:txBody>
      </p:sp>
      <p:pic>
        <p:nvPicPr>
          <p:cNvPr id="2" name="Picture 2"/>
          <p:cNvPicPr>
            <a:picLocks noChangeAspect="1" noChangeArrowheads="1"/>
          </p:cNvPicPr>
          <p:nvPr/>
        </p:nvPicPr>
        <p:blipFill>
          <a:blip r:embed="rId3" cstate="print"/>
          <a:srcRect/>
          <a:stretch>
            <a:fillRect/>
          </a:stretch>
        </p:blipFill>
        <p:spPr bwMode="auto">
          <a:xfrm>
            <a:off x="488952" y="2637631"/>
            <a:ext cx="9582149" cy="34861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Line 83"/>
          <p:cNvSpPr>
            <a:spLocks noChangeShapeType="1"/>
          </p:cNvSpPr>
          <p:nvPr/>
        </p:nvSpPr>
        <p:spPr bwMode="auto">
          <a:xfrm flipH="1" flipV="1">
            <a:off x="4214666" y="2670042"/>
            <a:ext cx="6460" cy="3263033"/>
          </a:xfrm>
          <a:prstGeom prst="line">
            <a:avLst/>
          </a:prstGeom>
          <a:noFill/>
          <a:ln w="19050">
            <a:solidFill>
              <a:srgbClr val="DA0000"/>
            </a:solidFill>
            <a:prstDash val="dash"/>
            <a:round/>
            <a:headEnd/>
            <a:tailEnd/>
          </a:ln>
        </p:spPr>
        <p:txBody>
          <a:bodyPr lIns="89317" tIns="44658" rIns="89317" bIns="44658"/>
          <a:lstStyle/>
          <a:p>
            <a:endParaRPr lang="en-US"/>
          </a:p>
        </p:txBody>
      </p:sp>
      <p:pic>
        <p:nvPicPr>
          <p:cNvPr id="1026" name="Picture 2"/>
          <p:cNvPicPr>
            <a:picLocks noChangeAspect="1" noChangeArrowheads="1"/>
          </p:cNvPicPr>
          <p:nvPr/>
        </p:nvPicPr>
        <p:blipFill>
          <a:blip r:embed="rId3" cstate="print"/>
          <a:srcRect/>
          <a:stretch>
            <a:fillRect/>
          </a:stretch>
        </p:blipFill>
        <p:spPr bwMode="auto">
          <a:xfrm>
            <a:off x="357217" y="2254011"/>
            <a:ext cx="5524500" cy="4438650"/>
          </a:xfrm>
          <a:prstGeom prst="rect">
            <a:avLst/>
          </a:prstGeom>
          <a:noFill/>
          <a:ln w="9525">
            <a:noFill/>
            <a:miter lim="800000"/>
            <a:headEnd/>
            <a:tailEnd/>
          </a:ln>
          <a:effectLst/>
        </p:spPr>
      </p:pic>
      <p:sp>
        <p:nvSpPr>
          <p:cNvPr id="33795" name="Rectangle 14"/>
          <p:cNvSpPr>
            <a:spLocks noGrp="1" noChangeArrowheads="1"/>
          </p:cNvSpPr>
          <p:nvPr>
            <p:ph type="title" idx="4294967295"/>
          </p:nvPr>
        </p:nvSpPr>
        <p:spPr/>
        <p:txBody>
          <a:bodyPr/>
          <a:lstStyle/>
          <a:p>
            <a:pPr eaLnBrk="1" hangingPunct="1"/>
            <a:r>
              <a:rPr lang="en-US" sz="2200" dirty="0" smtClean="0"/>
              <a:t>Average FY’12 WB-Equivalent Equities income of peers declined -7% </a:t>
            </a:r>
            <a:r>
              <a:rPr lang="en-US" sz="2200" dirty="0" err="1" smtClean="0"/>
              <a:t>YoY</a:t>
            </a:r>
            <a:r>
              <a:rPr lang="en-US" sz="2200" dirty="0" smtClean="0"/>
              <a:t> compared to SCB’s growth of +18%</a:t>
            </a:r>
            <a:endParaRPr lang="en-GB" sz="2200" dirty="0" smtClean="0"/>
          </a:p>
        </p:txBody>
      </p:sp>
      <p:sp>
        <p:nvSpPr>
          <p:cNvPr id="33796" name="Rectangle 39"/>
          <p:cNvSpPr>
            <a:spLocks noChangeArrowheads="1"/>
          </p:cNvSpPr>
          <p:nvPr/>
        </p:nvSpPr>
        <p:spPr bwMode="auto">
          <a:xfrm>
            <a:off x="441326" y="1320982"/>
            <a:ext cx="5927724" cy="468312"/>
          </a:xfrm>
          <a:prstGeom prst="rect">
            <a:avLst/>
          </a:prstGeom>
          <a:noFill/>
          <a:ln w="9525">
            <a:noFill/>
            <a:miter lim="800000"/>
            <a:headEnd/>
            <a:tailEnd/>
          </a:ln>
        </p:spPr>
        <p:txBody>
          <a:bodyPr lIns="0" tIns="0" rIns="0" bIns="0"/>
          <a:lstStyle/>
          <a:p>
            <a:pPr defTabSz="1018796">
              <a:spcBef>
                <a:spcPct val="40000"/>
              </a:spcBef>
              <a:spcAft>
                <a:spcPct val="20000"/>
              </a:spcAft>
              <a:buClr>
                <a:srgbClr val="005C87"/>
              </a:buClr>
            </a:pPr>
            <a:r>
              <a:rPr lang="en-AU" sz="1300" b="1" baseline="0" dirty="0">
                <a:solidFill>
                  <a:srgbClr val="005C87"/>
                </a:solidFill>
              </a:rPr>
              <a:t>WB-Equivalent Income: </a:t>
            </a:r>
            <a:r>
              <a:rPr lang="en-AU" sz="1300" b="1" baseline="0" dirty="0" smtClean="0">
                <a:solidFill>
                  <a:srgbClr val="005C87"/>
                </a:solidFill>
              </a:rPr>
              <a:t>FY’12 Ex-CVA/DVA</a:t>
            </a:r>
            <a:endParaRPr lang="en-AU" sz="1300" b="1" baseline="0" dirty="0">
              <a:solidFill>
                <a:srgbClr val="005C87"/>
              </a:solidFill>
            </a:endParaRPr>
          </a:p>
          <a:p>
            <a:pPr defTabSz="1018796">
              <a:spcBef>
                <a:spcPct val="40000"/>
              </a:spcBef>
              <a:spcAft>
                <a:spcPct val="20000"/>
              </a:spcAft>
              <a:buClr>
                <a:srgbClr val="005C87"/>
              </a:buClr>
            </a:pPr>
            <a:r>
              <a:rPr lang="en-AU" sz="1300" baseline="0" dirty="0" smtClean="0">
                <a:solidFill>
                  <a:srgbClr val="005C87"/>
                </a:solidFill>
              </a:rPr>
              <a:t>(</a:t>
            </a:r>
            <a:r>
              <a:rPr lang="en-AU" sz="1300" baseline="0" dirty="0" err="1" smtClean="0">
                <a:solidFill>
                  <a:srgbClr val="005C87"/>
                </a:solidFill>
              </a:rPr>
              <a:t>US$m</a:t>
            </a:r>
            <a:r>
              <a:rPr lang="en-AU" sz="1300" baseline="0" dirty="0" smtClean="0">
                <a:solidFill>
                  <a:srgbClr val="005C87"/>
                </a:solidFill>
              </a:rPr>
              <a:t> </a:t>
            </a:r>
            <a:r>
              <a:rPr lang="en-AU" sz="1300" baseline="0" dirty="0">
                <a:solidFill>
                  <a:srgbClr val="005C87"/>
                </a:solidFill>
              </a:rPr>
              <a:t>and YoY %, Bubble size scaled to </a:t>
            </a:r>
            <a:r>
              <a:rPr lang="en-AU" sz="1300" baseline="0" dirty="0" smtClean="0">
                <a:solidFill>
                  <a:srgbClr val="005C87"/>
                </a:solidFill>
              </a:rPr>
              <a:t>FY’12 WB-Equivalent Income</a:t>
            </a:r>
            <a:r>
              <a:rPr lang="en-AU" sz="1300" baseline="0" dirty="0">
                <a:solidFill>
                  <a:srgbClr val="005C87"/>
                </a:solidFill>
              </a:rPr>
              <a:t>)</a:t>
            </a:r>
          </a:p>
        </p:txBody>
      </p:sp>
      <p:sp>
        <p:nvSpPr>
          <p:cNvPr id="33798" name="Line 30"/>
          <p:cNvSpPr>
            <a:spLocks noChangeShapeType="1"/>
          </p:cNvSpPr>
          <p:nvPr/>
        </p:nvSpPr>
        <p:spPr bwMode="auto">
          <a:xfrm>
            <a:off x="6499225" y="1857887"/>
            <a:ext cx="3781426" cy="0"/>
          </a:xfrm>
          <a:prstGeom prst="line">
            <a:avLst/>
          </a:prstGeom>
          <a:noFill/>
          <a:ln w="9525">
            <a:solidFill>
              <a:schemeClr val="accent1"/>
            </a:solidFill>
            <a:round/>
            <a:headEnd/>
            <a:tailEnd/>
          </a:ln>
        </p:spPr>
        <p:txBody>
          <a:bodyPr lIns="89317" tIns="44658" rIns="89317" bIns="44658"/>
          <a:lstStyle/>
          <a:p>
            <a:endParaRPr lang="en-US"/>
          </a:p>
        </p:txBody>
      </p:sp>
      <p:sp>
        <p:nvSpPr>
          <p:cNvPr id="33799" name="Line 31"/>
          <p:cNvSpPr>
            <a:spLocks noChangeShapeType="1"/>
          </p:cNvSpPr>
          <p:nvPr/>
        </p:nvSpPr>
        <p:spPr bwMode="auto">
          <a:xfrm>
            <a:off x="374652" y="1857887"/>
            <a:ext cx="5824950" cy="0"/>
          </a:xfrm>
          <a:prstGeom prst="line">
            <a:avLst/>
          </a:prstGeom>
          <a:noFill/>
          <a:ln w="9525">
            <a:solidFill>
              <a:schemeClr val="accent1"/>
            </a:solidFill>
            <a:round/>
            <a:headEnd/>
            <a:tailEnd/>
          </a:ln>
        </p:spPr>
        <p:txBody>
          <a:bodyPr lIns="89317" tIns="44658" rIns="89317" bIns="44658"/>
          <a:lstStyle/>
          <a:p>
            <a:endParaRPr lang="en-US"/>
          </a:p>
        </p:txBody>
      </p:sp>
      <p:sp>
        <p:nvSpPr>
          <p:cNvPr id="33800" name="Rectangle 3"/>
          <p:cNvSpPr>
            <a:spLocks noChangeArrowheads="1"/>
          </p:cNvSpPr>
          <p:nvPr/>
        </p:nvSpPr>
        <p:spPr bwMode="auto">
          <a:xfrm>
            <a:off x="6491289" y="1912011"/>
            <a:ext cx="3808413" cy="5212556"/>
          </a:xfrm>
          <a:prstGeom prst="rect">
            <a:avLst/>
          </a:prstGeom>
          <a:noFill/>
          <a:ln w="9525">
            <a:noFill/>
            <a:miter lim="800000"/>
            <a:headEnd/>
            <a:tailEnd/>
          </a:ln>
        </p:spPr>
        <p:txBody>
          <a:bodyPr lIns="0" tIns="0" rIns="0" bIns="0"/>
          <a:lstStyle/>
          <a:p>
            <a:pPr marL="297733" lvl="1" indent="-296180" defTabSz="1018796">
              <a:spcBef>
                <a:spcPct val="30000"/>
              </a:spcBef>
              <a:spcAft>
                <a:spcPct val="20000"/>
              </a:spcAft>
              <a:buClr>
                <a:schemeClr val="accent1"/>
              </a:buClr>
              <a:buSzPct val="110000"/>
              <a:buFont typeface="Wingdings" pitchFamily="2" charset="2"/>
              <a:buChar char="§"/>
            </a:pPr>
            <a:r>
              <a:rPr lang="en-US" sz="1300" baseline="0" dirty="0" smtClean="0">
                <a:solidFill>
                  <a:schemeClr val="tx1"/>
                </a:solidFill>
              </a:rPr>
              <a:t>Excluding SCB, more than half of peers incl. GS, MS, </a:t>
            </a:r>
            <a:r>
              <a:rPr lang="en-US" sz="1300" baseline="0" dirty="0" err="1" smtClean="0">
                <a:solidFill>
                  <a:schemeClr val="tx1"/>
                </a:solidFill>
              </a:rPr>
              <a:t>SocGen</a:t>
            </a:r>
            <a:r>
              <a:rPr lang="en-US" sz="1300" baseline="0" dirty="0" smtClean="0">
                <a:solidFill>
                  <a:schemeClr val="tx1"/>
                </a:solidFill>
              </a:rPr>
              <a:t> and HSBC reported lower </a:t>
            </a:r>
            <a:r>
              <a:rPr lang="en-US" sz="1300" baseline="0" dirty="0" err="1" smtClean="0">
                <a:solidFill>
                  <a:schemeClr val="tx1"/>
                </a:solidFill>
              </a:rPr>
              <a:t>YoY</a:t>
            </a:r>
            <a:r>
              <a:rPr lang="en-US" sz="1300" baseline="0" dirty="0" smtClean="0">
                <a:solidFill>
                  <a:schemeClr val="tx1"/>
                </a:solidFill>
              </a:rPr>
              <a:t> WB equivalent income, generally reflective of the cash equities market in 2012 – lower volatility compared to 2011 and lack of investor appetite leading to suppressed volumes. </a:t>
            </a:r>
          </a:p>
          <a:p>
            <a:pPr marL="297733" lvl="1" indent="-296180" defTabSz="1018796">
              <a:spcBef>
                <a:spcPct val="30000"/>
              </a:spcBef>
              <a:spcAft>
                <a:spcPct val="20000"/>
              </a:spcAft>
              <a:buClr>
                <a:schemeClr val="accent1"/>
              </a:buClr>
              <a:buSzPct val="110000"/>
              <a:buFont typeface="Wingdings" pitchFamily="2" charset="2"/>
              <a:buChar char="§"/>
            </a:pPr>
            <a:r>
              <a:rPr lang="en-US" sz="1300" baseline="0" dirty="0" smtClean="0">
                <a:solidFill>
                  <a:schemeClr val="tx1"/>
                </a:solidFill>
              </a:rPr>
              <a:t>Despite market conditions, some peers reported that they managed to increase market share e.g. DB in Europe and HSBC within a number of their target emerging markets. </a:t>
            </a:r>
          </a:p>
          <a:p>
            <a:pPr marL="297733" lvl="1" indent="-296180" defTabSz="1018796">
              <a:spcBef>
                <a:spcPct val="30000"/>
              </a:spcBef>
              <a:spcAft>
                <a:spcPct val="20000"/>
              </a:spcAft>
              <a:buClr>
                <a:schemeClr val="accent1"/>
              </a:buClr>
              <a:buSzPct val="110000"/>
              <a:buFont typeface="Wingdings" pitchFamily="2" charset="2"/>
              <a:buChar char="§"/>
            </a:pPr>
            <a:r>
              <a:rPr lang="en-US" sz="1300" baseline="0" dirty="0" smtClean="0">
                <a:solidFill>
                  <a:schemeClr val="tx1"/>
                </a:solidFill>
              </a:rPr>
              <a:t>Barclays achieved the highest growth FY 2012 </a:t>
            </a:r>
            <a:r>
              <a:rPr lang="en-US" sz="1300" baseline="0" dirty="0" err="1" smtClean="0">
                <a:solidFill>
                  <a:schemeClr val="tx1"/>
                </a:solidFill>
              </a:rPr>
              <a:t>YoY</a:t>
            </a:r>
            <a:r>
              <a:rPr lang="en-US" sz="1300" baseline="0" dirty="0" smtClean="0">
                <a:solidFill>
                  <a:schemeClr val="tx1"/>
                </a:solidFill>
              </a:rPr>
              <a:t> income (incl. CVA/DVA) of +14% to US$3.2bn among peers excl. SCB, driven by higher market share gains in cash equities and equity derivatives. </a:t>
            </a:r>
          </a:p>
          <a:p>
            <a:pPr marL="297733" lvl="1" indent="-296180" defTabSz="1018796">
              <a:spcBef>
                <a:spcPct val="30000"/>
              </a:spcBef>
              <a:spcAft>
                <a:spcPct val="20000"/>
              </a:spcAft>
              <a:buClr>
                <a:schemeClr val="accent1"/>
              </a:buClr>
              <a:buSzPct val="110000"/>
              <a:buFont typeface="Wingdings" pitchFamily="2" charset="2"/>
              <a:buChar char="§"/>
            </a:pPr>
            <a:r>
              <a:rPr lang="en-US" sz="1300" baseline="0" dirty="0" smtClean="0">
                <a:solidFill>
                  <a:schemeClr val="tx1"/>
                </a:solidFill>
              </a:rPr>
              <a:t>CS’ modest +1% YoY revenue growth (excl. CVA/DVA) was from convertibles, derivatives and prime services, which offset the revenue fall in cash equities.</a:t>
            </a:r>
          </a:p>
          <a:p>
            <a:pPr marL="297733" lvl="1" indent="-296180" defTabSz="1018796">
              <a:spcBef>
                <a:spcPct val="30000"/>
              </a:spcBef>
              <a:spcAft>
                <a:spcPct val="20000"/>
              </a:spcAft>
              <a:buClr>
                <a:schemeClr val="accent1"/>
              </a:buClr>
              <a:buSzPct val="110000"/>
              <a:buFont typeface="Wingdings" pitchFamily="2" charset="2"/>
              <a:buChar char="§"/>
            </a:pPr>
            <a:r>
              <a:rPr lang="en-US" sz="1300" baseline="0" dirty="0" smtClean="0">
                <a:solidFill>
                  <a:schemeClr val="tx1"/>
                </a:solidFill>
              </a:rPr>
              <a:t>RBS was the worst performer reflecting its exit of the cash equities business as part of its deleveraging plans.</a:t>
            </a:r>
          </a:p>
        </p:txBody>
      </p:sp>
      <p:sp>
        <p:nvSpPr>
          <p:cNvPr id="33801" name="Rectangle 39"/>
          <p:cNvSpPr>
            <a:spLocks noChangeArrowheads="1"/>
          </p:cNvSpPr>
          <p:nvPr/>
        </p:nvSpPr>
        <p:spPr bwMode="auto">
          <a:xfrm>
            <a:off x="6478820" y="1320982"/>
            <a:ext cx="3322638" cy="468312"/>
          </a:xfrm>
          <a:prstGeom prst="rect">
            <a:avLst/>
          </a:prstGeom>
          <a:noFill/>
          <a:ln w="9525">
            <a:noFill/>
            <a:miter lim="800000"/>
            <a:headEnd/>
            <a:tailEnd/>
          </a:ln>
        </p:spPr>
        <p:txBody>
          <a:bodyPr lIns="0" tIns="0" rIns="0" bIns="0"/>
          <a:lstStyle/>
          <a:p>
            <a:pPr defTabSz="1018796">
              <a:spcBef>
                <a:spcPct val="40000"/>
              </a:spcBef>
              <a:spcAft>
                <a:spcPct val="20000"/>
              </a:spcAft>
              <a:buClr>
                <a:srgbClr val="005C87"/>
              </a:buClr>
            </a:pPr>
            <a:r>
              <a:rPr lang="en-AU" sz="1300" b="1" baseline="0" dirty="0" smtClean="0">
                <a:solidFill>
                  <a:srgbClr val="005C87"/>
                </a:solidFill>
              </a:rPr>
              <a:t>Highlights</a:t>
            </a:r>
            <a:endParaRPr lang="en-AU" sz="1300" baseline="0" dirty="0">
              <a:solidFill>
                <a:srgbClr val="005C87"/>
              </a:solidFill>
            </a:endParaRPr>
          </a:p>
        </p:txBody>
      </p:sp>
      <p:sp>
        <p:nvSpPr>
          <p:cNvPr id="33804" name="Rectangle 3"/>
          <p:cNvSpPr>
            <a:spLocks noChangeArrowheads="1"/>
          </p:cNvSpPr>
          <p:nvPr/>
        </p:nvSpPr>
        <p:spPr bwMode="auto">
          <a:xfrm>
            <a:off x="3280304" y="2159027"/>
            <a:ext cx="1868953" cy="415925"/>
          </a:xfrm>
          <a:prstGeom prst="rect">
            <a:avLst/>
          </a:prstGeom>
          <a:noFill/>
          <a:ln w="9525">
            <a:noFill/>
            <a:miter lim="800000"/>
            <a:headEnd/>
            <a:tailEnd/>
          </a:ln>
        </p:spPr>
        <p:txBody>
          <a:bodyPr lIns="0" tIns="0" rIns="0" bIns="0"/>
          <a:lstStyle/>
          <a:p>
            <a:pPr marL="7762" indent="-7762" algn="ctr" defTabSz="1018796">
              <a:spcBef>
                <a:spcPct val="30000"/>
              </a:spcBef>
              <a:spcAft>
                <a:spcPct val="20000"/>
              </a:spcAft>
              <a:buClr>
                <a:schemeClr val="accent1"/>
              </a:buClr>
              <a:buSzPct val="110000"/>
            </a:pPr>
            <a:r>
              <a:rPr lang="en-US" sz="1300" i="1" baseline="0" dirty="0" smtClean="0">
                <a:solidFill>
                  <a:schemeClr val="tx1"/>
                </a:solidFill>
              </a:rPr>
              <a:t>FY’12 Average </a:t>
            </a:r>
            <a:r>
              <a:rPr lang="en-US" sz="1300" i="1" baseline="0" dirty="0">
                <a:solidFill>
                  <a:schemeClr val="tx1"/>
                </a:solidFill>
              </a:rPr>
              <a:t>YoY Income </a:t>
            </a:r>
            <a:r>
              <a:rPr lang="en-US" sz="1300" i="1" baseline="0" dirty="0" smtClean="0">
                <a:solidFill>
                  <a:schemeClr val="tx1"/>
                </a:solidFill>
              </a:rPr>
              <a:t>Growth -7%</a:t>
            </a:r>
            <a:endParaRPr lang="en-US" sz="1300" i="1" baseline="0" dirty="0">
              <a:solidFill>
                <a:schemeClr val="tx1"/>
              </a:solidFill>
            </a:endParaRPr>
          </a:p>
        </p:txBody>
      </p:sp>
      <p:sp>
        <p:nvSpPr>
          <p:cNvPr id="12" name="Text Box 22"/>
          <p:cNvSpPr txBox="1">
            <a:spLocks noChangeArrowheads="1"/>
          </p:cNvSpPr>
          <p:nvPr/>
        </p:nvSpPr>
        <p:spPr bwMode="auto">
          <a:xfrm>
            <a:off x="378507" y="1857942"/>
            <a:ext cx="5806397" cy="213218"/>
          </a:xfrm>
          <a:prstGeom prst="rect">
            <a:avLst/>
          </a:prstGeom>
          <a:noFill/>
          <a:ln w="9525">
            <a:noFill/>
            <a:miter lim="800000"/>
            <a:headEnd/>
            <a:tailEnd/>
          </a:ln>
        </p:spPr>
        <p:txBody>
          <a:bodyPr wrap="square" lIns="89237" tIns="44618" rIns="89237" bIns="44618">
            <a:spAutoFit/>
          </a:bodyPr>
          <a:lstStyle/>
          <a:p>
            <a:pPr>
              <a:spcBef>
                <a:spcPct val="50000"/>
              </a:spcBef>
            </a:pPr>
            <a:r>
              <a:rPr lang="en-US" sz="800" b="1" baseline="0" dirty="0" smtClean="0">
                <a:solidFill>
                  <a:schemeClr val="tx1"/>
                </a:solidFill>
              </a:rPr>
              <a:t>Note</a:t>
            </a:r>
            <a:r>
              <a:rPr lang="en-US" sz="800" baseline="0" dirty="0" smtClean="0">
                <a:solidFill>
                  <a:schemeClr val="tx1"/>
                </a:solidFill>
              </a:rPr>
              <a:t>: Blue shading indicates figures excluding CVA/DVA</a:t>
            </a:r>
            <a:endParaRPr lang="en-US" sz="800" dirty="0">
              <a:solidFill>
                <a:schemeClr val="tx1"/>
              </a:solidFill>
            </a:endParaRPr>
          </a:p>
        </p:txBody>
      </p:sp>
      <p:sp>
        <p:nvSpPr>
          <p:cNvPr id="13" name="Text Box 144"/>
          <p:cNvSpPr txBox="1">
            <a:spLocks noChangeArrowheads="1"/>
          </p:cNvSpPr>
          <p:nvPr/>
        </p:nvSpPr>
        <p:spPr bwMode="auto">
          <a:xfrm>
            <a:off x="1452567" y="7063523"/>
            <a:ext cx="5026254" cy="274822"/>
          </a:xfrm>
          <a:prstGeom prst="rect">
            <a:avLst/>
          </a:prstGeom>
          <a:noFill/>
          <a:ln w="9525">
            <a:noFill/>
            <a:miter lim="800000"/>
            <a:headEnd/>
            <a:tailEnd/>
          </a:ln>
        </p:spPr>
        <p:txBody>
          <a:bodyPr wrap="square" lIns="89285" tIns="44642" rIns="89285" bIns="44642" anchor="b">
            <a:spAutoFit/>
          </a:bodyPr>
          <a:lstStyle/>
          <a:p>
            <a:pPr>
              <a:spcBef>
                <a:spcPct val="50000"/>
              </a:spcBef>
            </a:pPr>
            <a:r>
              <a:rPr lang="en-US" sz="600" baseline="0" dirty="0" smtClean="0">
                <a:solidFill>
                  <a:srgbClr val="005C87"/>
                </a:solidFill>
              </a:rPr>
              <a:t>CVA/DVA excluded from </a:t>
            </a:r>
            <a:r>
              <a:rPr lang="en-US" sz="600" baseline="0" dirty="0" err="1" smtClean="0">
                <a:solidFill>
                  <a:srgbClr val="005C87"/>
                </a:solidFill>
              </a:rPr>
              <a:t>BoA</a:t>
            </a:r>
            <a:r>
              <a:rPr lang="en-US" sz="600" baseline="0" dirty="0" smtClean="0">
                <a:solidFill>
                  <a:srgbClr val="005C87"/>
                </a:solidFill>
              </a:rPr>
              <a:t>, </a:t>
            </a:r>
            <a:r>
              <a:rPr lang="en-US" sz="600" baseline="0" dirty="0" err="1" smtClean="0">
                <a:solidFill>
                  <a:srgbClr val="005C87"/>
                </a:solidFill>
              </a:rPr>
              <a:t>Citi</a:t>
            </a:r>
            <a:r>
              <a:rPr lang="en-US" sz="600" baseline="0" dirty="0" smtClean="0">
                <a:solidFill>
                  <a:srgbClr val="005C87"/>
                </a:solidFill>
              </a:rPr>
              <a:t>, Credit Suisse, Goldman Sachs, JPMC (only for 2011 ; not disclosed in 2012), Morgan Stanley and UBS. No CVA/DVA disclosure available for Barclays, BNP Paribas, Deutsche Bank and </a:t>
            </a:r>
            <a:r>
              <a:rPr lang="en-US" sz="600" baseline="0" dirty="0" err="1" smtClean="0">
                <a:solidFill>
                  <a:srgbClr val="005C87"/>
                </a:solidFill>
              </a:rPr>
              <a:t>SocGen</a:t>
            </a:r>
            <a:endParaRPr lang="en-US" sz="600" baseline="0" dirty="0" smtClean="0">
              <a:solidFill>
                <a:srgbClr val="005C87"/>
              </a:solidFill>
            </a:endParaRPr>
          </a:p>
        </p:txBody>
      </p:sp>
    </p:spTree>
  </p:cSld>
  <p:clrMapOvr>
    <a:masterClrMapping/>
  </p:clrMapOvr>
  <p:transition spd="med"/>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1745" name="Picture 2" descr="Visual Identitiy Band"/>
          <p:cNvPicPr preferRelativeResize="0">
            <a:picLocks noChangeArrowheads="1"/>
          </p:cNvPicPr>
          <p:nvPr/>
        </p:nvPicPr>
        <p:blipFill>
          <a:blip r:embed="rId3" cstate="print"/>
          <a:srcRect/>
          <a:stretch>
            <a:fillRect/>
          </a:stretch>
        </p:blipFill>
        <p:spPr bwMode="auto">
          <a:xfrm>
            <a:off x="0" y="2381484"/>
            <a:ext cx="10693400" cy="61913"/>
          </a:xfrm>
          <a:prstGeom prst="rect">
            <a:avLst/>
          </a:prstGeom>
          <a:noFill/>
          <a:ln w="9525">
            <a:noFill/>
            <a:miter lim="800000"/>
            <a:headEnd/>
            <a:tailEnd/>
          </a:ln>
        </p:spPr>
      </p:pic>
      <p:sp>
        <p:nvSpPr>
          <p:cNvPr id="31746" name="Rectangle 3"/>
          <p:cNvSpPr>
            <a:spLocks noGrp="1" noChangeArrowheads="1"/>
          </p:cNvSpPr>
          <p:nvPr>
            <p:ph type="ctrTitle"/>
          </p:nvPr>
        </p:nvSpPr>
        <p:spPr>
          <a:xfrm>
            <a:off x="669925" y="2522543"/>
            <a:ext cx="8834438" cy="2424112"/>
          </a:xfrm>
        </p:spPr>
        <p:txBody>
          <a:bodyPr/>
          <a:lstStyle/>
          <a:p>
            <a:pPr eaLnBrk="1" hangingPunct="1"/>
            <a:r>
              <a:rPr lang="en-US" dirty="0" smtClean="0">
                <a:solidFill>
                  <a:srgbClr val="6C6C6C"/>
                </a:solidFill>
              </a:rPr>
              <a:t>WB Equivalent Product Drill Down</a:t>
            </a:r>
            <a:br>
              <a:rPr lang="en-US" dirty="0" smtClean="0">
                <a:solidFill>
                  <a:srgbClr val="6C6C6C"/>
                </a:solidFill>
              </a:rPr>
            </a:br>
            <a:r>
              <a:rPr lang="en-US" dirty="0" smtClean="0">
                <a:solidFill>
                  <a:srgbClr val="6C6C6C"/>
                </a:solidFill>
              </a:rPr>
              <a:t/>
            </a:r>
            <a:br>
              <a:rPr lang="en-US" dirty="0" smtClean="0">
                <a:solidFill>
                  <a:srgbClr val="6C6C6C"/>
                </a:solidFill>
              </a:rPr>
            </a:br>
            <a:r>
              <a:rPr lang="en-US" sz="2900" dirty="0" smtClean="0">
                <a:solidFill>
                  <a:srgbClr val="6C6C6C"/>
                </a:solidFill>
              </a:rPr>
              <a:t>Investment Banking </a:t>
            </a:r>
            <a:br>
              <a:rPr lang="en-US" sz="2900" dirty="0" smtClean="0">
                <a:solidFill>
                  <a:srgbClr val="6C6C6C"/>
                </a:solidFill>
              </a:rPr>
            </a:br>
            <a:r>
              <a:rPr lang="en-US" sz="2900" dirty="0" smtClean="0">
                <a:solidFill>
                  <a:srgbClr val="6C6C6C"/>
                </a:solidFill>
              </a:rPr>
              <a:t>(Capital Markets + Corporate Finance)</a:t>
            </a:r>
            <a:endParaRPr lang="en-GB" dirty="0" smtClean="0">
              <a:solidFill>
                <a:srgbClr val="6C6C6C"/>
              </a:solidFill>
            </a:endParaRPr>
          </a:p>
        </p:txBody>
      </p:sp>
    </p:spTree>
  </p:cSld>
  <p:clrMapOvr>
    <a:masterClrMapping/>
  </p:clrMapOvr>
  <p:transition spd="med"/>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Line 83"/>
          <p:cNvSpPr>
            <a:spLocks noChangeShapeType="1"/>
          </p:cNvSpPr>
          <p:nvPr/>
        </p:nvSpPr>
        <p:spPr bwMode="auto">
          <a:xfrm flipV="1">
            <a:off x="8431480" y="2764632"/>
            <a:ext cx="0" cy="3291840"/>
          </a:xfrm>
          <a:prstGeom prst="line">
            <a:avLst/>
          </a:prstGeom>
          <a:noFill/>
          <a:ln w="19050">
            <a:solidFill>
              <a:srgbClr val="DA0000"/>
            </a:solidFill>
            <a:prstDash val="dash"/>
            <a:round/>
            <a:headEnd/>
            <a:tailEnd/>
          </a:ln>
        </p:spPr>
        <p:txBody>
          <a:bodyPr lIns="88078" tIns="44038" rIns="88078" bIns="44038"/>
          <a:lstStyle/>
          <a:p>
            <a:endParaRPr lang="en-US" sz="1300" baseline="0" dirty="0">
              <a:solidFill>
                <a:srgbClr val="005C87"/>
              </a:solidFill>
            </a:endParaRPr>
          </a:p>
        </p:txBody>
      </p:sp>
      <p:pic>
        <p:nvPicPr>
          <p:cNvPr id="231463" name="Picture 39"/>
          <p:cNvPicPr>
            <a:picLocks noChangeAspect="1" noChangeArrowheads="1"/>
          </p:cNvPicPr>
          <p:nvPr/>
        </p:nvPicPr>
        <p:blipFill>
          <a:blip r:embed="rId2" cstate="print"/>
          <a:srcRect/>
          <a:stretch>
            <a:fillRect/>
          </a:stretch>
        </p:blipFill>
        <p:spPr bwMode="auto">
          <a:xfrm>
            <a:off x="6552523" y="2796501"/>
            <a:ext cx="3876674" cy="3781425"/>
          </a:xfrm>
          <a:prstGeom prst="rect">
            <a:avLst/>
          </a:prstGeom>
          <a:noFill/>
          <a:ln w="9525">
            <a:noFill/>
            <a:miter lim="800000"/>
            <a:headEnd/>
            <a:tailEnd/>
          </a:ln>
          <a:effectLst/>
        </p:spPr>
      </p:pic>
      <p:sp>
        <p:nvSpPr>
          <p:cNvPr id="4" name="Rectangle 14"/>
          <p:cNvSpPr txBox="1">
            <a:spLocks noChangeArrowheads="1"/>
          </p:cNvSpPr>
          <p:nvPr/>
        </p:nvSpPr>
        <p:spPr bwMode="auto">
          <a:xfrm>
            <a:off x="412751" y="368300"/>
            <a:ext cx="9867900" cy="587375"/>
          </a:xfrm>
          <a:prstGeom prst="rect">
            <a:avLst/>
          </a:prstGeom>
          <a:noFill/>
          <a:ln w="9525">
            <a:noFill/>
            <a:miter lim="800000"/>
            <a:headEnd/>
            <a:tailEnd/>
          </a:ln>
        </p:spPr>
        <p:txBody>
          <a:bodyPr vert="horz" wrap="square" lIns="0" tIns="50238" rIns="100412" bIns="50238" numCol="1" anchor="ctr" anchorCtr="0" compatLnSpc="1">
            <a:prstTxWarp prst="textNoShape">
              <a:avLst/>
            </a:prstTxWarp>
          </a:bodyPr>
          <a:lstStyle/>
          <a:p>
            <a:pPr defTabSz="1004522">
              <a:defRPr/>
            </a:pPr>
            <a:r>
              <a:rPr lang="en-GB" sz="2200" kern="0" baseline="0" dirty="0" smtClean="0">
                <a:solidFill>
                  <a:srgbClr val="6D6E71"/>
                </a:solidFill>
                <a:latin typeface="+mj-lt"/>
                <a:ea typeface="+mj-ea"/>
                <a:cs typeface="+mj-cs"/>
              </a:rPr>
              <a:t>GS reported the highest FY’12 growth vs. the peer group with an average decline of -1% </a:t>
            </a:r>
            <a:r>
              <a:rPr lang="en-GB" sz="2200" kern="0" baseline="0" dirty="0" err="1" smtClean="0">
                <a:solidFill>
                  <a:srgbClr val="6D6E71"/>
                </a:solidFill>
                <a:latin typeface="+mj-lt"/>
                <a:ea typeface="+mj-ea"/>
                <a:cs typeface="+mj-cs"/>
              </a:rPr>
              <a:t>YoY</a:t>
            </a:r>
            <a:endParaRPr lang="en-GB" sz="2200" kern="0" baseline="0" dirty="0" smtClean="0">
              <a:solidFill>
                <a:srgbClr val="6D6E71"/>
              </a:solidFill>
              <a:latin typeface="+mj-lt"/>
              <a:ea typeface="+mj-ea"/>
              <a:cs typeface="+mj-cs"/>
            </a:endParaRPr>
          </a:p>
        </p:txBody>
      </p:sp>
      <p:sp>
        <p:nvSpPr>
          <p:cNvPr id="5" name="Rectangle 39"/>
          <p:cNvSpPr>
            <a:spLocks noChangeArrowheads="1"/>
          </p:cNvSpPr>
          <p:nvPr/>
        </p:nvSpPr>
        <p:spPr bwMode="auto">
          <a:xfrm>
            <a:off x="441571" y="1395413"/>
            <a:ext cx="4962525" cy="468312"/>
          </a:xfrm>
          <a:prstGeom prst="rect">
            <a:avLst/>
          </a:prstGeom>
          <a:noFill/>
          <a:ln w="9525">
            <a:noFill/>
            <a:miter lim="800000"/>
            <a:headEnd/>
            <a:tailEnd/>
          </a:ln>
        </p:spPr>
        <p:txBody>
          <a:bodyPr lIns="0" tIns="0" rIns="0" bIns="0"/>
          <a:lstStyle/>
          <a:p>
            <a:pPr defTabSz="1005053">
              <a:spcBef>
                <a:spcPct val="40000"/>
              </a:spcBef>
              <a:spcAft>
                <a:spcPct val="20000"/>
              </a:spcAft>
              <a:buClr>
                <a:srgbClr val="005C87"/>
              </a:buClr>
            </a:pPr>
            <a:r>
              <a:rPr lang="en-AU" sz="1300" b="1" baseline="0" dirty="0" smtClean="0">
                <a:solidFill>
                  <a:srgbClr val="005C87"/>
                </a:solidFill>
              </a:rPr>
              <a:t>WB-Equivalent Investment Banking</a:t>
            </a:r>
            <a:r>
              <a:rPr lang="en-AU" sz="1300" b="1" baseline="30000" dirty="0" smtClean="0">
                <a:solidFill>
                  <a:srgbClr val="005C87"/>
                </a:solidFill>
              </a:rPr>
              <a:t>1</a:t>
            </a:r>
            <a:r>
              <a:rPr lang="en-AU" sz="1300" b="1" baseline="0" dirty="0" smtClean="0">
                <a:solidFill>
                  <a:srgbClr val="005C87"/>
                </a:solidFill>
              </a:rPr>
              <a:t> Income: FY’12 </a:t>
            </a:r>
          </a:p>
          <a:p>
            <a:pPr defTabSz="1005053">
              <a:spcBef>
                <a:spcPct val="40000"/>
              </a:spcBef>
              <a:spcAft>
                <a:spcPct val="20000"/>
              </a:spcAft>
              <a:buClr>
                <a:srgbClr val="005C87"/>
              </a:buClr>
            </a:pPr>
            <a:r>
              <a:rPr lang="en-AU" sz="1300" baseline="0" dirty="0" smtClean="0">
                <a:solidFill>
                  <a:srgbClr val="005C87"/>
                </a:solidFill>
              </a:rPr>
              <a:t>($m &amp; </a:t>
            </a:r>
            <a:r>
              <a:rPr lang="en-AU" sz="1300" baseline="0" dirty="0" err="1" smtClean="0">
                <a:solidFill>
                  <a:srgbClr val="005C87"/>
                </a:solidFill>
              </a:rPr>
              <a:t>YoY</a:t>
            </a:r>
            <a:r>
              <a:rPr lang="en-AU" sz="1300" baseline="0" dirty="0" smtClean="0">
                <a:solidFill>
                  <a:srgbClr val="005C87"/>
                </a:solidFill>
              </a:rPr>
              <a:t> %)</a:t>
            </a:r>
            <a:endParaRPr lang="en-AU" sz="1300" baseline="0" dirty="0">
              <a:solidFill>
                <a:srgbClr val="005C87"/>
              </a:solidFill>
            </a:endParaRPr>
          </a:p>
        </p:txBody>
      </p:sp>
      <p:sp>
        <p:nvSpPr>
          <p:cNvPr id="6" name="Line 31"/>
          <p:cNvSpPr>
            <a:spLocks noChangeShapeType="1"/>
          </p:cNvSpPr>
          <p:nvPr/>
        </p:nvSpPr>
        <p:spPr bwMode="auto">
          <a:xfrm>
            <a:off x="374650" y="1974850"/>
            <a:ext cx="4663440" cy="0"/>
          </a:xfrm>
          <a:prstGeom prst="line">
            <a:avLst/>
          </a:prstGeom>
          <a:noFill/>
          <a:ln w="9525">
            <a:solidFill>
              <a:schemeClr val="accent1"/>
            </a:solidFill>
            <a:round/>
            <a:headEnd/>
            <a:tailEnd/>
          </a:ln>
        </p:spPr>
        <p:txBody>
          <a:bodyPr lIns="88094" tIns="44046" rIns="88094" bIns="44046"/>
          <a:lstStyle/>
          <a:p>
            <a:endParaRPr lang="en-US"/>
          </a:p>
        </p:txBody>
      </p:sp>
      <p:sp>
        <p:nvSpPr>
          <p:cNvPr id="7" name="Rectangle 39"/>
          <p:cNvSpPr>
            <a:spLocks noChangeArrowheads="1"/>
          </p:cNvSpPr>
          <p:nvPr/>
        </p:nvSpPr>
        <p:spPr bwMode="auto">
          <a:xfrm>
            <a:off x="5489821" y="1372394"/>
            <a:ext cx="4962525" cy="468312"/>
          </a:xfrm>
          <a:prstGeom prst="rect">
            <a:avLst/>
          </a:prstGeom>
          <a:noFill/>
          <a:ln w="9525">
            <a:noFill/>
            <a:miter lim="800000"/>
            <a:headEnd/>
            <a:tailEnd/>
          </a:ln>
        </p:spPr>
        <p:txBody>
          <a:bodyPr lIns="0" tIns="0" rIns="0" bIns="0"/>
          <a:lstStyle/>
          <a:p>
            <a:pPr defTabSz="1005053">
              <a:spcBef>
                <a:spcPct val="40000"/>
              </a:spcBef>
              <a:spcAft>
                <a:spcPct val="20000"/>
              </a:spcAft>
              <a:buClr>
                <a:srgbClr val="005C87"/>
              </a:buClr>
            </a:pPr>
            <a:r>
              <a:rPr lang="en-AU" sz="1300" b="1" baseline="0" dirty="0" smtClean="0">
                <a:solidFill>
                  <a:srgbClr val="005C87"/>
                </a:solidFill>
              </a:rPr>
              <a:t>WB-Equivalent Investment Banking</a:t>
            </a:r>
            <a:r>
              <a:rPr lang="en-AU" sz="1300" b="1" baseline="30000" dirty="0" smtClean="0">
                <a:solidFill>
                  <a:srgbClr val="005C87"/>
                </a:solidFill>
              </a:rPr>
              <a:t>1</a:t>
            </a:r>
            <a:r>
              <a:rPr lang="en-AU" sz="1300" b="1" baseline="0" dirty="0" smtClean="0">
                <a:solidFill>
                  <a:srgbClr val="005C87"/>
                </a:solidFill>
              </a:rPr>
              <a:t> Income: Q4’12 </a:t>
            </a:r>
          </a:p>
          <a:p>
            <a:pPr defTabSz="1005053">
              <a:spcBef>
                <a:spcPct val="40000"/>
              </a:spcBef>
              <a:spcAft>
                <a:spcPct val="20000"/>
              </a:spcAft>
              <a:buClr>
                <a:srgbClr val="005C87"/>
              </a:buClr>
            </a:pPr>
            <a:r>
              <a:rPr lang="en-AU" sz="1300" baseline="0" dirty="0" smtClean="0">
                <a:solidFill>
                  <a:srgbClr val="005C87"/>
                </a:solidFill>
              </a:rPr>
              <a:t>($m &amp; </a:t>
            </a:r>
            <a:r>
              <a:rPr lang="en-AU" sz="1300" baseline="0" dirty="0" err="1" smtClean="0">
                <a:solidFill>
                  <a:srgbClr val="005C87"/>
                </a:solidFill>
              </a:rPr>
              <a:t>YoY</a:t>
            </a:r>
            <a:r>
              <a:rPr lang="en-AU" sz="1300" baseline="0" dirty="0" smtClean="0">
                <a:solidFill>
                  <a:srgbClr val="005C87"/>
                </a:solidFill>
              </a:rPr>
              <a:t> %)</a:t>
            </a:r>
            <a:endParaRPr lang="en-AU" sz="1300" baseline="0" dirty="0">
              <a:solidFill>
                <a:srgbClr val="005C87"/>
              </a:solidFill>
            </a:endParaRPr>
          </a:p>
        </p:txBody>
      </p:sp>
      <p:sp>
        <p:nvSpPr>
          <p:cNvPr id="8" name="Line 31"/>
          <p:cNvSpPr>
            <a:spLocks noChangeShapeType="1"/>
          </p:cNvSpPr>
          <p:nvPr/>
        </p:nvSpPr>
        <p:spPr bwMode="auto">
          <a:xfrm>
            <a:off x="5422900" y="1951831"/>
            <a:ext cx="4663440" cy="0"/>
          </a:xfrm>
          <a:prstGeom prst="line">
            <a:avLst/>
          </a:prstGeom>
          <a:noFill/>
          <a:ln w="9525">
            <a:solidFill>
              <a:schemeClr val="accent1"/>
            </a:solidFill>
            <a:round/>
            <a:headEnd/>
            <a:tailEnd/>
          </a:ln>
        </p:spPr>
        <p:txBody>
          <a:bodyPr lIns="88094" tIns="44046" rIns="88094" bIns="44046"/>
          <a:lstStyle/>
          <a:p>
            <a:endParaRPr lang="en-US"/>
          </a:p>
        </p:txBody>
      </p:sp>
      <p:sp>
        <p:nvSpPr>
          <p:cNvPr id="11" name="Text Box 144"/>
          <p:cNvSpPr txBox="1">
            <a:spLocks noChangeArrowheads="1"/>
          </p:cNvSpPr>
          <p:nvPr/>
        </p:nvSpPr>
        <p:spPr bwMode="auto">
          <a:xfrm>
            <a:off x="1452569" y="6874592"/>
            <a:ext cx="5099957" cy="550601"/>
          </a:xfrm>
          <a:prstGeom prst="rect">
            <a:avLst/>
          </a:prstGeom>
          <a:noFill/>
          <a:ln w="9525">
            <a:noFill/>
            <a:miter lim="800000"/>
            <a:headEnd/>
            <a:tailEnd/>
          </a:ln>
        </p:spPr>
        <p:txBody>
          <a:bodyPr wrap="square" lIns="88078" tIns="44038" rIns="88078" bIns="44038" anchor="b">
            <a:spAutoFit/>
          </a:bodyPr>
          <a:lstStyle/>
          <a:p>
            <a:pPr>
              <a:spcBef>
                <a:spcPct val="50000"/>
              </a:spcBef>
            </a:pPr>
            <a:r>
              <a:rPr lang="en-GB" sz="600" baseline="0" dirty="0" smtClean="0">
                <a:solidFill>
                  <a:srgbClr val="005C87"/>
                </a:solidFill>
              </a:rPr>
              <a:t>Sources: Company reports, WB Performance Management Analysis. SCB figures on management basis. </a:t>
            </a:r>
          </a:p>
          <a:p>
            <a:pPr>
              <a:spcBef>
                <a:spcPct val="50000"/>
              </a:spcBef>
            </a:pPr>
            <a:r>
              <a:rPr lang="en-GB" sz="600" baseline="30000" dirty="0" smtClean="0">
                <a:solidFill>
                  <a:srgbClr val="005C87"/>
                </a:solidFill>
              </a:rPr>
              <a:t>1</a:t>
            </a:r>
            <a:r>
              <a:rPr lang="en-GB" sz="600" baseline="0" dirty="0" smtClean="0">
                <a:solidFill>
                  <a:srgbClr val="005C87"/>
                </a:solidFill>
              </a:rPr>
              <a:t> Investment Banking defined as Corporate Finance and Debt and Equity Capital Markets</a:t>
            </a:r>
          </a:p>
          <a:p>
            <a:pPr>
              <a:spcBef>
                <a:spcPct val="50000"/>
              </a:spcBef>
            </a:pPr>
            <a:r>
              <a:rPr lang="en-US" sz="600" baseline="30000" dirty="0" smtClean="0">
                <a:solidFill>
                  <a:srgbClr val="005C87"/>
                </a:solidFill>
              </a:rPr>
              <a:t>2</a:t>
            </a:r>
            <a:r>
              <a:rPr lang="en-US" sz="600" baseline="0" dirty="0" smtClean="0">
                <a:solidFill>
                  <a:srgbClr val="005C87"/>
                </a:solidFill>
              </a:rPr>
              <a:t> BNP Paribas Corporate Finance income consists of the Corporate Bank division. In addition to Structured Finance and Syndications, the Corporate Bank includes Cash Management, Trade Finance and Lending. No breakdown currently disclosed</a:t>
            </a:r>
          </a:p>
        </p:txBody>
      </p:sp>
      <p:sp>
        <p:nvSpPr>
          <p:cNvPr id="20" name="Line 83"/>
          <p:cNvSpPr>
            <a:spLocks noChangeShapeType="1"/>
          </p:cNvSpPr>
          <p:nvPr/>
        </p:nvSpPr>
        <p:spPr bwMode="auto">
          <a:xfrm flipV="1">
            <a:off x="4096987" y="2826327"/>
            <a:ext cx="0" cy="3254558"/>
          </a:xfrm>
          <a:prstGeom prst="line">
            <a:avLst/>
          </a:prstGeom>
          <a:noFill/>
          <a:ln w="19050">
            <a:solidFill>
              <a:srgbClr val="DA0000"/>
            </a:solidFill>
            <a:prstDash val="dash"/>
            <a:round/>
            <a:headEnd/>
            <a:tailEnd/>
          </a:ln>
        </p:spPr>
        <p:txBody>
          <a:bodyPr lIns="88078" tIns="44038" rIns="88078" bIns="44038"/>
          <a:lstStyle/>
          <a:p>
            <a:endParaRPr lang="en-US" sz="1300" baseline="0" dirty="0">
              <a:solidFill>
                <a:srgbClr val="005C87"/>
              </a:solidFill>
            </a:endParaRPr>
          </a:p>
        </p:txBody>
      </p:sp>
      <p:sp>
        <p:nvSpPr>
          <p:cNvPr id="22" name="Rectangle 3"/>
          <p:cNvSpPr>
            <a:spLocks noChangeArrowheads="1"/>
          </p:cNvSpPr>
          <p:nvPr/>
        </p:nvSpPr>
        <p:spPr bwMode="auto">
          <a:xfrm>
            <a:off x="2070100" y="2485394"/>
            <a:ext cx="1752600" cy="415925"/>
          </a:xfrm>
          <a:prstGeom prst="rect">
            <a:avLst/>
          </a:prstGeom>
          <a:noFill/>
          <a:ln w="9525">
            <a:noFill/>
            <a:miter lim="800000"/>
            <a:headEnd/>
            <a:tailEnd/>
          </a:ln>
        </p:spPr>
        <p:txBody>
          <a:bodyPr lIns="0" tIns="0" rIns="0" bIns="0"/>
          <a:lstStyle/>
          <a:p>
            <a:pPr marL="7659" indent="-7659" algn="ctr" defTabSz="1004876">
              <a:spcBef>
                <a:spcPct val="30000"/>
              </a:spcBef>
              <a:spcAft>
                <a:spcPct val="20000"/>
              </a:spcAft>
              <a:buClr>
                <a:srgbClr val="22AA47"/>
              </a:buClr>
              <a:buSzPct val="110000"/>
            </a:pPr>
            <a:r>
              <a:rPr lang="en-US" sz="1300" i="1" baseline="0" dirty="0" smtClean="0">
                <a:solidFill>
                  <a:srgbClr val="005C87"/>
                </a:solidFill>
              </a:rPr>
              <a:t>FY’12 Average </a:t>
            </a:r>
            <a:r>
              <a:rPr lang="en-US" sz="1300" i="1" baseline="0" dirty="0" err="1" smtClean="0">
                <a:solidFill>
                  <a:srgbClr val="005C87"/>
                </a:solidFill>
              </a:rPr>
              <a:t>YoY</a:t>
            </a:r>
            <a:r>
              <a:rPr lang="en-US" sz="1300" i="1" baseline="0" dirty="0" smtClean="0">
                <a:solidFill>
                  <a:srgbClr val="005C87"/>
                </a:solidFill>
              </a:rPr>
              <a:t> </a:t>
            </a:r>
            <a:r>
              <a:rPr lang="en-US" sz="1300" i="1" baseline="0" dirty="0">
                <a:solidFill>
                  <a:srgbClr val="005C87"/>
                </a:solidFill>
              </a:rPr>
              <a:t>Income Growth: </a:t>
            </a:r>
            <a:r>
              <a:rPr lang="en-US" sz="1300" i="1" baseline="0" dirty="0" smtClean="0">
                <a:solidFill>
                  <a:srgbClr val="005C87"/>
                </a:solidFill>
              </a:rPr>
              <a:t>-1%</a:t>
            </a:r>
            <a:endParaRPr lang="en-US" sz="1300" i="1" baseline="0" dirty="0">
              <a:solidFill>
                <a:srgbClr val="005C87"/>
              </a:solidFill>
            </a:endParaRPr>
          </a:p>
        </p:txBody>
      </p:sp>
      <p:sp>
        <p:nvSpPr>
          <p:cNvPr id="23" name="Rectangle 22"/>
          <p:cNvSpPr/>
          <p:nvPr/>
        </p:nvSpPr>
        <p:spPr>
          <a:xfrm>
            <a:off x="266701" y="2113869"/>
            <a:ext cx="1098925" cy="397064"/>
          </a:xfrm>
          <a:prstGeom prst="rect">
            <a:avLst/>
          </a:prstGeom>
        </p:spPr>
        <p:txBody>
          <a:bodyPr wrap="square" lIns="88427" tIns="44212" rIns="88427" bIns="44212">
            <a:spAutoFit/>
          </a:bodyPr>
          <a:lstStyle/>
          <a:p>
            <a:pPr algn="ctr"/>
            <a:r>
              <a:rPr lang="en-GB" sz="1000" b="1" baseline="0" dirty="0" smtClean="0">
                <a:solidFill>
                  <a:srgbClr val="005C87"/>
                </a:solidFill>
                <a:latin typeface="Arial"/>
              </a:rPr>
              <a:t>FY'12 Income (</a:t>
            </a:r>
            <a:r>
              <a:rPr lang="en-GB" sz="1000" b="1" baseline="0" dirty="0" err="1" smtClean="0">
                <a:solidFill>
                  <a:srgbClr val="005C87"/>
                </a:solidFill>
                <a:latin typeface="Arial"/>
              </a:rPr>
              <a:t>US$m</a:t>
            </a:r>
            <a:r>
              <a:rPr lang="en-GB" sz="1000" b="1" baseline="0" dirty="0" smtClean="0">
                <a:solidFill>
                  <a:srgbClr val="005C87"/>
                </a:solidFill>
                <a:latin typeface="Arial"/>
              </a:rPr>
              <a:t>)</a:t>
            </a:r>
            <a:endParaRPr lang="en-GB" sz="1000" dirty="0"/>
          </a:p>
        </p:txBody>
      </p:sp>
      <p:sp>
        <p:nvSpPr>
          <p:cNvPr id="24" name="TextBox 23"/>
          <p:cNvSpPr txBox="1"/>
          <p:nvPr/>
        </p:nvSpPr>
        <p:spPr>
          <a:xfrm>
            <a:off x="1787075" y="5598545"/>
            <a:ext cx="296863" cy="146837"/>
          </a:xfrm>
          <a:prstGeom prst="rect">
            <a:avLst/>
          </a:prstGeom>
          <a:noFill/>
        </p:spPr>
        <p:txBody>
          <a:bodyPr wrap="square" lIns="88094" tIns="44046" rIns="88094" bIns="44046" rtlCol="0">
            <a:noAutofit/>
          </a:bodyPr>
          <a:lstStyle/>
          <a:p>
            <a:pPr fontAlgn="base">
              <a:spcBef>
                <a:spcPct val="0"/>
              </a:spcBef>
              <a:spcAft>
                <a:spcPct val="0"/>
              </a:spcAft>
            </a:pPr>
            <a:r>
              <a:rPr lang="en-US" sz="800" baseline="30000" dirty="0" smtClean="0">
                <a:solidFill>
                  <a:srgbClr val="005C87"/>
                </a:solidFill>
              </a:rPr>
              <a:t>2</a:t>
            </a:r>
            <a:endParaRPr lang="en-GB" sz="800" baseline="30000" dirty="0">
              <a:solidFill>
                <a:srgbClr val="005C87"/>
              </a:solidFill>
            </a:endParaRPr>
          </a:p>
        </p:txBody>
      </p:sp>
      <p:sp>
        <p:nvSpPr>
          <p:cNvPr id="29" name="Rectangle 3"/>
          <p:cNvSpPr>
            <a:spLocks noChangeArrowheads="1"/>
          </p:cNvSpPr>
          <p:nvPr/>
        </p:nvSpPr>
        <p:spPr bwMode="auto">
          <a:xfrm>
            <a:off x="7475128" y="2277435"/>
            <a:ext cx="1912815" cy="415925"/>
          </a:xfrm>
          <a:prstGeom prst="rect">
            <a:avLst/>
          </a:prstGeom>
          <a:noFill/>
          <a:ln w="9525">
            <a:noFill/>
            <a:miter lim="800000"/>
            <a:headEnd/>
            <a:tailEnd/>
          </a:ln>
        </p:spPr>
        <p:txBody>
          <a:bodyPr lIns="0" tIns="0" rIns="0" bIns="0"/>
          <a:lstStyle/>
          <a:p>
            <a:pPr marL="7659" indent="-7659" algn="ctr" defTabSz="1004876">
              <a:spcBef>
                <a:spcPct val="30000"/>
              </a:spcBef>
              <a:spcAft>
                <a:spcPct val="20000"/>
              </a:spcAft>
              <a:buClr>
                <a:srgbClr val="22AA47"/>
              </a:buClr>
              <a:buSzPct val="110000"/>
            </a:pPr>
            <a:r>
              <a:rPr lang="en-US" sz="1300" i="1" baseline="0" dirty="0" smtClean="0">
                <a:solidFill>
                  <a:srgbClr val="005C87"/>
                </a:solidFill>
              </a:rPr>
              <a:t>Q4’12 YTD Average </a:t>
            </a:r>
            <a:r>
              <a:rPr lang="en-US" sz="1300" i="1" baseline="0" dirty="0">
                <a:solidFill>
                  <a:srgbClr val="005C87"/>
                </a:solidFill>
              </a:rPr>
              <a:t>YoY Income </a:t>
            </a:r>
            <a:r>
              <a:rPr lang="en-US" sz="1300" i="1" baseline="0" dirty="0" smtClean="0">
                <a:solidFill>
                  <a:srgbClr val="005C87"/>
                </a:solidFill>
              </a:rPr>
              <a:t>Growth: +32%</a:t>
            </a:r>
            <a:endParaRPr lang="en-US" sz="1300" i="1" baseline="0" dirty="0">
              <a:solidFill>
                <a:srgbClr val="005C87"/>
              </a:solidFill>
            </a:endParaRPr>
          </a:p>
        </p:txBody>
      </p:sp>
      <p:sp>
        <p:nvSpPr>
          <p:cNvPr id="30" name="Text Box 144"/>
          <p:cNvSpPr txBox="1">
            <a:spLocks noChangeArrowheads="1"/>
          </p:cNvSpPr>
          <p:nvPr/>
        </p:nvSpPr>
        <p:spPr bwMode="auto">
          <a:xfrm>
            <a:off x="6931726" y="5776515"/>
            <a:ext cx="363537" cy="181269"/>
          </a:xfrm>
          <a:prstGeom prst="rect">
            <a:avLst/>
          </a:prstGeom>
          <a:noFill/>
          <a:ln w="9525">
            <a:noFill/>
            <a:miter lim="800000"/>
            <a:headEnd/>
            <a:tailEnd/>
          </a:ln>
        </p:spPr>
        <p:txBody>
          <a:bodyPr wrap="square" lIns="88078" tIns="44038" rIns="88078" bIns="44038" anchor="b">
            <a:spAutoFit/>
          </a:bodyPr>
          <a:lstStyle/>
          <a:p>
            <a:pPr algn="ctr">
              <a:spcBef>
                <a:spcPct val="50000"/>
              </a:spcBef>
            </a:pPr>
            <a:r>
              <a:rPr lang="en-US" sz="600" baseline="0" dirty="0" smtClean="0">
                <a:solidFill>
                  <a:srgbClr val="005C87"/>
                </a:solidFill>
              </a:rPr>
              <a:t>2</a:t>
            </a:r>
          </a:p>
        </p:txBody>
      </p:sp>
      <p:sp>
        <p:nvSpPr>
          <p:cNvPr id="31" name="Rectangle 30"/>
          <p:cNvSpPr/>
          <p:nvPr/>
        </p:nvSpPr>
        <p:spPr>
          <a:xfrm>
            <a:off x="5356097" y="2150328"/>
            <a:ext cx="1224086" cy="397064"/>
          </a:xfrm>
          <a:prstGeom prst="rect">
            <a:avLst/>
          </a:prstGeom>
        </p:spPr>
        <p:txBody>
          <a:bodyPr wrap="square" lIns="88427" tIns="44212" rIns="88427" bIns="44212">
            <a:spAutoFit/>
          </a:bodyPr>
          <a:lstStyle/>
          <a:p>
            <a:pPr algn="ctr"/>
            <a:r>
              <a:rPr lang="en-GB" sz="1000" b="1" baseline="0" dirty="0" smtClean="0">
                <a:solidFill>
                  <a:srgbClr val="005C87"/>
                </a:solidFill>
                <a:latin typeface="Arial"/>
              </a:rPr>
              <a:t>Q4'12 Income (</a:t>
            </a:r>
            <a:r>
              <a:rPr lang="en-GB" sz="1000" b="1" baseline="0" dirty="0" err="1" smtClean="0">
                <a:solidFill>
                  <a:srgbClr val="005C87"/>
                </a:solidFill>
                <a:latin typeface="Arial"/>
              </a:rPr>
              <a:t>US$m</a:t>
            </a:r>
            <a:r>
              <a:rPr lang="en-GB" sz="1000" b="1" baseline="0" dirty="0" smtClean="0">
                <a:solidFill>
                  <a:srgbClr val="005C87"/>
                </a:solidFill>
                <a:latin typeface="Arial"/>
              </a:rPr>
              <a:t>)</a:t>
            </a:r>
            <a:endParaRPr lang="en-GB" sz="1000" dirty="0"/>
          </a:p>
        </p:txBody>
      </p:sp>
      <p:pic>
        <p:nvPicPr>
          <p:cNvPr id="231427" name="Picture 3"/>
          <p:cNvPicPr>
            <a:picLocks noChangeAspect="1" noChangeArrowheads="1"/>
          </p:cNvPicPr>
          <p:nvPr/>
        </p:nvPicPr>
        <p:blipFill>
          <a:blip r:embed="rId3" cstate="print"/>
          <a:srcRect/>
          <a:stretch>
            <a:fillRect/>
          </a:stretch>
        </p:blipFill>
        <p:spPr bwMode="auto">
          <a:xfrm>
            <a:off x="1338389" y="2779800"/>
            <a:ext cx="3876674" cy="3810000"/>
          </a:xfrm>
          <a:prstGeom prst="rect">
            <a:avLst/>
          </a:prstGeom>
          <a:noFill/>
          <a:ln w="9525">
            <a:noFill/>
            <a:miter lim="800000"/>
            <a:headEnd/>
            <a:tailEnd/>
          </a:ln>
          <a:effectLst/>
        </p:spPr>
      </p:pic>
      <p:sp>
        <p:nvSpPr>
          <p:cNvPr id="231432" name="Rectangle 8"/>
          <p:cNvSpPr>
            <a:spLocks noChangeArrowheads="1"/>
          </p:cNvSpPr>
          <p:nvPr/>
        </p:nvSpPr>
        <p:spPr bwMode="auto">
          <a:xfrm>
            <a:off x="642348" y="2880695"/>
            <a:ext cx="317395"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03161"/>
            <a:r>
              <a:rPr lang="en-US" sz="1000" baseline="0" dirty="0" smtClean="0">
                <a:solidFill>
                  <a:srgbClr val="005C87"/>
                </a:solidFill>
                <a:latin typeface="Arial" pitchFamily="34" charset="0"/>
                <a:cs typeface="Arial" pitchFamily="34" charset="0"/>
              </a:rPr>
              <a:t>4,926</a:t>
            </a:r>
            <a:endParaRPr lang="en-US" sz="1000" baseline="0" dirty="0" smtClean="0">
              <a:solidFill>
                <a:schemeClr val="tx1"/>
              </a:solidFill>
              <a:latin typeface="Arial" pitchFamily="34" charset="0"/>
              <a:cs typeface="Arial" pitchFamily="34" charset="0"/>
            </a:endParaRPr>
          </a:p>
        </p:txBody>
      </p:sp>
      <p:sp>
        <p:nvSpPr>
          <p:cNvPr id="231433" name="Rectangle 9"/>
          <p:cNvSpPr>
            <a:spLocks noChangeArrowheads="1"/>
          </p:cNvSpPr>
          <p:nvPr/>
        </p:nvSpPr>
        <p:spPr bwMode="auto">
          <a:xfrm>
            <a:off x="642428" y="3105642"/>
            <a:ext cx="317395" cy="153888"/>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defTabSz="903161"/>
            <a:r>
              <a:rPr lang="en-US" sz="1000" baseline="0" dirty="0" smtClean="0">
                <a:solidFill>
                  <a:srgbClr val="005C87"/>
                </a:solidFill>
                <a:latin typeface="Arial" pitchFamily="34" charset="0"/>
                <a:cs typeface="Arial" pitchFamily="34" charset="0"/>
              </a:rPr>
              <a:t>3,243</a:t>
            </a:r>
            <a:endParaRPr lang="en-US" sz="1000" baseline="0" dirty="0" smtClean="0">
              <a:solidFill>
                <a:schemeClr val="tx1"/>
              </a:solidFill>
              <a:latin typeface="Arial" pitchFamily="34" charset="0"/>
              <a:cs typeface="Arial" pitchFamily="34" charset="0"/>
            </a:endParaRPr>
          </a:p>
        </p:txBody>
      </p:sp>
      <p:sp>
        <p:nvSpPr>
          <p:cNvPr id="231434" name="Rectangle 10"/>
          <p:cNvSpPr>
            <a:spLocks noChangeArrowheads="1"/>
          </p:cNvSpPr>
          <p:nvPr/>
        </p:nvSpPr>
        <p:spPr bwMode="auto">
          <a:xfrm>
            <a:off x="642348" y="3343149"/>
            <a:ext cx="317395"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03161"/>
            <a:r>
              <a:rPr lang="en-US" sz="1000" baseline="0" dirty="0" smtClean="0">
                <a:solidFill>
                  <a:srgbClr val="005C87"/>
                </a:solidFill>
                <a:latin typeface="Arial" pitchFamily="34" charset="0"/>
                <a:cs typeface="Arial" pitchFamily="34" charset="0"/>
              </a:rPr>
              <a:t>2,631</a:t>
            </a:r>
            <a:endParaRPr lang="en-US" sz="1000" baseline="0" dirty="0" smtClean="0">
              <a:solidFill>
                <a:schemeClr val="tx1"/>
              </a:solidFill>
              <a:latin typeface="Arial" pitchFamily="34" charset="0"/>
              <a:cs typeface="Arial" pitchFamily="34" charset="0"/>
            </a:endParaRPr>
          </a:p>
        </p:txBody>
      </p:sp>
      <p:sp>
        <p:nvSpPr>
          <p:cNvPr id="231435" name="Rectangle 11"/>
          <p:cNvSpPr>
            <a:spLocks noChangeArrowheads="1"/>
          </p:cNvSpPr>
          <p:nvPr/>
        </p:nvSpPr>
        <p:spPr bwMode="auto">
          <a:xfrm>
            <a:off x="642348" y="3577405"/>
            <a:ext cx="317395"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03161"/>
            <a:r>
              <a:rPr lang="en-US" sz="1000" baseline="0" dirty="0" smtClean="0">
                <a:solidFill>
                  <a:srgbClr val="005C87"/>
                </a:solidFill>
                <a:latin typeface="Arial" pitchFamily="34" charset="0"/>
                <a:cs typeface="Arial" pitchFamily="34" charset="0"/>
              </a:rPr>
              <a:t>3,641</a:t>
            </a:r>
            <a:endParaRPr lang="en-US" sz="1000" baseline="0" dirty="0" smtClean="0">
              <a:solidFill>
                <a:schemeClr val="tx1"/>
              </a:solidFill>
              <a:latin typeface="Arial" pitchFamily="34" charset="0"/>
              <a:cs typeface="Arial" pitchFamily="34" charset="0"/>
            </a:endParaRPr>
          </a:p>
        </p:txBody>
      </p:sp>
      <p:sp>
        <p:nvSpPr>
          <p:cNvPr id="231436" name="Rectangle 12"/>
          <p:cNvSpPr>
            <a:spLocks noChangeArrowheads="1"/>
          </p:cNvSpPr>
          <p:nvPr/>
        </p:nvSpPr>
        <p:spPr bwMode="auto">
          <a:xfrm>
            <a:off x="642348" y="3812253"/>
            <a:ext cx="317395"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03161"/>
            <a:r>
              <a:rPr lang="en-US" sz="1000" baseline="0" dirty="0" smtClean="0">
                <a:solidFill>
                  <a:srgbClr val="005C87"/>
                </a:solidFill>
                <a:latin typeface="Arial" pitchFamily="34" charset="0"/>
                <a:cs typeface="Arial" pitchFamily="34" charset="0"/>
              </a:rPr>
              <a:t>3,423</a:t>
            </a:r>
            <a:endParaRPr lang="en-US" sz="1000" baseline="0" dirty="0" smtClean="0">
              <a:solidFill>
                <a:schemeClr val="tx1"/>
              </a:solidFill>
              <a:latin typeface="Arial" pitchFamily="34" charset="0"/>
              <a:cs typeface="Arial" pitchFamily="34" charset="0"/>
            </a:endParaRPr>
          </a:p>
        </p:txBody>
      </p:sp>
      <p:sp>
        <p:nvSpPr>
          <p:cNvPr id="231437" name="Rectangle 13"/>
          <p:cNvSpPr>
            <a:spLocks noChangeArrowheads="1"/>
          </p:cNvSpPr>
          <p:nvPr/>
        </p:nvSpPr>
        <p:spPr bwMode="auto">
          <a:xfrm>
            <a:off x="642348" y="4048521"/>
            <a:ext cx="317395"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03161"/>
            <a:r>
              <a:rPr lang="en-US" sz="1000" baseline="0" dirty="0" smtClean="0">
                <a:solidFill>
                  <a:srgbClr val="005C87"/>
                </a:solidFill>
                <a:latin typeface="Arial" pitchFamily="34" charset="0"/>
                <a:cs typeface="Arial" pitchFamily="34" charset="0"/>
              </a:rPr>
              <a:t>3,364</a:t>
            </a:r>
            <a:endParaRPr lang="en-US" sz="1000" baseline="0" dirty="0" smtClean="0">
              <a:solidFill>
                <a:schemeClr val="tx1"/>
              </a:solidFill>
              <a:latin typeface="Arial" pitchFamily="34" charset="0"/>
              <a:cs typeface="Arial" pitchFamily="34" charset="0"/>
            </a:endParaRPr>
          </a:p>
        </p:txBody>
      </p:sp>
      <p:sp>
        <p:nvSpPr>
          <p:cNvPr id="231438" name="Rectangle 14"/>
          <p:cNvSpPr>
            <a:spLocks noChangeArrowheads="1"/>
          </p:cNvSpPr>
          <p:nvPr/>
        </p:nvSpPr>
        <p:spPr bwMode="auto">
          <a:xfrm>
            <a:off x="642348" y="4243140"/>
            <a:ext cx="317395"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03161"/>
            <a:r>
              <a:rPr lang="en-US" sz="1000" baseline="0" dirty="0" smtClean="0">
                <a:solidFill>
                  <a:srgbClr val="005C87"/>
                </a:solidFill>
                <a:latin typeface="Arial" pitchFamily="34" charset="0"/>
                <a:cs typeface="Arial" pitchFamily="34" charset="0"/>
              </a:rPr>
              <a:t>2,522</a:t>
            </a:r>
            <a:endParaRPr lang="en-US" sz="1000" baseline="0" dirty="0" smtClean="0">
              <a:solidFill>
                <a:schemeClr val="tx1"/>
              </a:solidFill>
              <a:latin typeface="Arial" pitchFamily="34" charset="0"/>
              <a:cs typeface="Arial" pitchFamily="34" charset="0"/>
            </a:endParaRPr>
          </a:p>
        </p:txBody>
      </p:sp>
      <p:sp>
        <p:nvSpPr>
          <p:cNvPr id="231439" name="Rectangle 15"/>
          <p:cNvSpPr>
            <a:spLocks noChangeArrowheads="1"/>
          </p:cNvSpPr>
          <p:nvPr/>
        </p:nvSpPr>
        <p:spPr bwMode="auto">
          <a:xfrm>
            <a:off x="642348" y="4478915"/>
            <a:ext cx="317395"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03161"/>
            <a:r>
              <a:rPr lang="en-US" sz="1000" baseline="0" dirty="0" smtClean="0">
                <a:solidFill>
                  <a:srgbClr val="005C87"/>
                </a:solidFill>
                <a:latin typeface="Arial" pitchFamily="34" charset="0"/>
                <a:cs typeface="Arial" pitchFamily="34" charset="0"/>
              </a:rPr>
              <a:t>3,697</a:t>
            </a:r>
            <a:endParaRPr lang="en-US" sz="1000" baseline="0" dirty="0" smtClean="0">
              <a:solidFill>
                <a:schemeClr val="tx1"/>
              </a:solidFill>
              <a:latin typeface="Arial" pitchFamily="34" charset="0"/>
              <a:cs typeface="Arial" pitchFamily="34" charset="0"/>
            </a:endParaRPr>
          </a:p>
        </p:txBody>
      </p:sp>
      <p:sp>
        <p:nvSpPr>
          <p:cNvPr id="231440" name="Rectangle 16"/>
          <p:cNvSpPr>
            <a:spLocks noChangeArrowheads="1"/>
          </p:cNvSpPr>
          <p:nvPr/>
        </p:nvSpPr>
        <p:spPr bwMode="auto">
          <a:xfrm>
            <a:off x="642348" y="4709164"/>
            <a:ext cx="317395"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03161"/>
            <a:r>
              <a:rPr lang="en-US" sz="1000" baseline="0" dirty="0" smtClean="0">
                <a:solidFill>
                  <a:srgbClr val="005C87"/>
                </a:solidFill>
                <a:latin typeface="Arial" pitchFamily="34" charset="0"/>
                <a:cs typeface="Arial" pitchFamily="34" charset="0"/>
              </a:rPr>
              <a:t>5,892</a:t>
            </a:r>
            <a:endParaRPr lang="en-US" sz="1000" baseline="0" dirty="0" smtClean="0">
              <a:solidFill>
                <a:schemeClr val="tx1"/>
              </a:solidFill>
              <a:latin typeface="Arial" pitchFamily="34" charset="0"/>
              <a:cs typeface="Arial" pitchFamily="34" charset="0"/>
            </a:endParaRPr>
          </a:p>
        </p:txBody>
      </p:sp>
      <p:sp>
        <p:nvSpPr>
          <p:cNvPr id="231441" name="Rectangle 17"/>
          <p:cNvSpPr>
            <a:spLocks noChangeArrowheads="1"/>
          </p:cNvSpPr>
          <p:nvPr/>
        </p:nvSpPr>
        <p:spPr bwMode="auto">
          <a:xfrm>
            <a:off x="642348" y="4956814"/>
            <a:ext cx="317395"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03161"/>
            <a:r>
              <a:rPr lang="en-US" sz="1000" baseline="0" dirty="0" smtClean="0">
                <a:solidFill>
                  <a:srgbClr val="005C87"/>
                </a:solidFill>
                <a:latin typeface="Arial" pitchFamily="34" charset="0"/>
                <a:cs typeface="Arial" pitchFamily="34" charset="0"/>
              </a:rPr>
              <a:t>5,454</a:t>
            </a:r>
            <a:endParaRPr lang="en-US" sz="1000" baseline="0" dirty="0" smtClean="0">
              <a:solidFill>
                <a:schemeClr val="tx1"/>
              </a:solidFill>
              <a:latin typeface="Arial" pitchFamily="34" charset="0"/>
              <a:cs typeface="Arial" pitchFamily="34" charset="0"/>
            </a:endParaRPr>
          </a:p>
        </p:txBody>
      </p:sp>
      <p:sp>
        <p:nvSpPr>
          <p:cNvPr id="231442" name="Rectangle 18"/>
          <p:cNvSpPr>
            <a:spLocks noChangeArrowheads="1"/>
          </p:cNvSpPr>
          <p:nvPr/>
        </p:nvSpPr>
        <p:spPr bwMode="auto">
          <a:xfrm>
            <a:off x="642348" y="5163313"/>
            <a:ext cx="317395"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03161"/>
            <a:r>
              <a:rPr lang="en-US" sz="1000" baseline="0" dirty="0" smtClean="0">
                <a:solidFill>
                  <a:srgbClr val="005C87"/>
                </a:solidFill>
                <a:latin typeface="Arial" pitchFamily="34" charset="0"/>
                <a:cs typeface="Arial" pitchFamily="34" charset="0"/>
              </a:rPr>
              <a:t>1,985</a:t>
            </a:r>
            <a:endParaRPr lang="en-US" sz="1000" baseline="0" dirty="0" smtClean="0">
              <a:solidFill>
                <a:schemeClr val="tx1"/>
              </a:solidFill>
              <a:latin typeface="Arial" pitchFamily="34" charset="0"/>
              <a:cs typeface="Arial" pitchFamily="34" charset="0"/>
            </a:endParaRPr>
          </a:p>
        </p:txBody>
      </p:sp>
      <p:sp>
        <p:nvSpPr>
          <p:cNvPr id="231443" name="Rectangle 19"/>
          <p:cNvSpPr>
            <a:spLocks noChangeArrowheads="1"/>
          </p:cNvSpPr>
          <p:nvPr/>
        </p:nvSpPr>
        <p:spPr bwMode="auto">
          <a:xfrm>
            <a:off x="642348" y="5375337"/>
            <a:ext cx="317395"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03161"/>
            <a:r>
              <a:rPr lang="en-US" sz="1000" baseline="0" dirty="0" smtClean="0">
                <a:solidFill>
                  <a:srgbClr val="005C87"/>
                </a:solidFill>
                <a:latin typeface="Arial" pitchFamily="34" charset="0"/>
                <a:cs typeface="Arial" pitchFamily="34" charset="0"/>
              </a:rPr>
              <a:t>3,929</a:t>
            </a:r>
            <a:endParaRPr lang="en-US" sz="1000" baseline="0" dirty="0" smtClean="0">
              <a:solidFill>
                <a:schemeClr val="tx1"/>
              </a:solidFill>
              <a:latin typeface="Arial" pitchFamily="34" charset="0"/>
              <a:cs typeface="Arial" pitchFamily="34" charset="0"/>
            </a:endParaRPr>
          </a:p>
        </p:txBody>
      </p:sp>
      <p:sp>
        <p:nvSpPr>
          <p:cNvPr id="231444" name="Rectangle 20"/>
          <p:cNvSpPr>
            <a:spLocks noChangeArrowheads="1"/>
          </p:cNvSpPr>
          <p:nvPr/>
        </p:nvSpPr>
        <p:spPr bwMode="auto">
          <a:xfrm>
            <a:off x="642348" y="5629337"/>
            <a:ext cx="317395"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03161"/>
            <a:r>
              <a:rPr lang="en-US" sz="1000" baseline="0" dirty="0" smtClean="0">
                <a:solidFill>
                  <a:srgbClr val="005C87"/>
                </a:solidFill>
                <a:latin typeface="Arial" pitchFamily="34" charset="0"/>
                <a:cs typeface="Arial" pitchFamily="34" charset="0"/>
              </a:rPr>
              <a:t>4,538</a:t>
            </a:r>
            <a:endParaRPr lang="en-US" sz="1000" baseline="0" dirty="0" smtClean="0">
              <a:solidFill>
                <a:schemeClr val="tx1"/>
              </a:solidFill>
              <a:latin typeface="Arial" pitchFamily="34" charset="0"/>
              <a:cs typeface="Arial" pitchFamily="34" charset="0"/>
            </a:endParaRPr>
          </a:p>
        </p:txBody>
      </p:sp>
      <p:sp>
        <p:nvSpPr>
          <p:cNvPr id="231445" name="Rectangle 21"/>
          <p:cNvSpPr>
            <a:spLocks noChangeArrowheads="1"/>
          </p:cNvSpPr>
          <p:nvPr/>
        </p:nvSpPr>
        <p:spPr bwMode="auto">
          <a:xfrm>
            <a:off x="642348" y="5876987"/>
            <a:ext cx="317395"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03161"/>
            <a:r>
              <a:rPr lang="en-US" sz="1000" baseline="0" dirty="0" smtClean="0">
                <a:solidFill>
                  <a:srgbClr val="005C87"/>
                </a:solidFill>
                <a:latin typeface="Arial" pitchFamily="34" charset="0"/>
                <a:cs typeface="Arial" pitchFamily="34" charset="0"/>
              </a:rPr>
              <a:t>2,032</a:t>
            </a:r>
            <a:endParaRPr lang="en-US" sz="1000" baseline="0" dirty="0" smtClean="0">
              <a:solidFill>
                <a:schemeClr val="tx1"/>
              </a:solidFill>
              <a:latin typeface="Arial" pitchFamily="34" charset="0"/>
              <a:cs typeface="Arial" pitchFamily="34" charset="0"/>
            </a:endParaRPr>
          </a:p>
        </p:txBody>
      </p:sp>
      <p:sp>
        <p:nvSpPr>
          <p:cNvPr id="57" name="Rectangle 8"/>
          <p:cNvSpPr>
            <a:spLocks noChangeArrowheads="1"/>
          </p:cNvSpPr>
          <p:nvPr/>
        </p:nvSpPr>
        <p:spPr bwMode="auto">
          <a:xfrm>
            <a:off x="5880100" y="2901319"/>
            <a:ext cx="317395"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03161"/>
            <a:r>
              <a:rPr lang="en-US" sz="1000" baseline="0" dirty="0" smtClean="0">
                <a:solidFill>
                  <a:srgbClr val="005C87"/>
                </a:solidFill>
                <a:latin typeface="Arial" pitchFamily="34" charset="0"/>
                <a:cs typeface="Arial" pitchFamily="34" charset="0"/>
              </a:rPr>
              <a:t>1,047</a:t>
            </a:r>
            <a:endParaRPr lang="en-US" sz="1000" baseline="0" dirty="0" smtClean="0">
              <a:solidFill>
                <a:schemeClr val="tx1"/>
              </a:solidFill>
              <a:latin typeface="Arial" pitchFamily="34" charset="0"/>
              <a:cs typeface="Arial" pitchFamily="34" charset="0"/>
            </a:endParaRPr>
          </a:p>
        </p:txBody>
      </p:sp>
      <p:sp>
        <p:nvSpPr>
          <p:cNvPr id="58" name="Rectangle 9"/>
          <p:cNvSpPr>
            <a:spLocks noChangeArrowheads="1"/>
          </p:cNvSpPr>
          <p:nvPr/>
        </p:nvSpPr>
        <p:spPr bwMode="auto">
          <a:xfrm>
            <a:off x="5880181" y="3126274"/>
            <a:ext cx="317395" cy="153888"/>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defTabSz="903161"/>
            <a:r>
              <a:rPr lang="en-US" sz="1000" baseline="0" dirty="0" smtClean="0">
                <a:solidFill>
                  <a:srgbClr val="005C87"/>
                </a:solidFill>
                <a:latin typeface="Arial" pitchFamily="34" charset="0"/>
                <a:cs typeface="Arial" pitchFamily="34" charset="0"/>
              </a:rPr>
              <a:t>1,405</a:t>
            </a:r>
            <a:endParaRPr lang="en-US" sz="1000" baseline="0" dirty="0" smtClean="0">
              <a:solidFill>
                <a:schemeClr val="tx1"/>
              </a:solidFill>
              <a:latin typeface="Arial" pitchFamily="34" charset="0"/>
              <a:cs typeface="Arial" pitchFamily="34" charset="0"/>
            </a:endParaRPr>
          </a:p>
        </p:txBody>
      </p:sp>
      <p:sp>
        <p:nvSpPr>
          <p:cNvPr id="59" name="Rectangle 10"/>
          <p:cNvSpPr>
            <a:spLocks noChangeArrowheads="1"/>
          </p:cNvSpPr>
          <p:nvPr/>
        </p:nvSpPr>
        <p:spPr bwMode="auto">
          <a:xfrm>
            <a:off x="5985900" y="3363774"/>
            <a:ext cx="211596"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03161"/>
            <a:r>
              <a:rPr lang="en-US" sz="1000" baseline="0" dirty="0" smtClean="0">
                <a:solidFill>
                  <a:srgbClr val="005C87"/>
                </a:solidFill>
                <a:latin typeface="Arial" pitchFamily="34" charset="0"/>
                <a:cs typeface="Arial" pitchFamily="34" charset="0"/>
              </a:rPr>
              <a:t>900</a:t>
            </a:r>
            <a:endParaRPr lang="en-US" sz="1000" baseline="0" dirty="0" smtClean="0">
              <a:solidFill>
                <a:schemeClr val="tx1"/>
              </a:solidFill>
              <a:latin typeface="Arial" pitchFamily="34" charset="0"/>
              <a:cs typeface="Arial" pitchFamily="34" charset="0"/>
            </a:endParaRPr>
          </a:p>
        </p:txBody>
      </p:sp>
      <p:sp>
        <p:nvSpPr>
          <p:cNvPr id="60" name="Rectangle 11"/>
          <p:cNvSpPr>
            <a:spLocks noChangeArrowheads="1"/>
          </p:cNvSpPr>
          <p:nvPr/>
        </p:nvSpPr>
        <p:spPr bwMode="auto">
          <a:xfrm>
            <a:off x="5985900" y="3598030"/>
            <a:ext cx="211596"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03161"/>
            <a:r>
              <a:rPr lang="en-US" sz="1000" baseline="0" dirty="0" smtClean="0">
                <a:solidFill>
                  <a:srgbClr val="005C87"/>
                </a:solidFill>
                <a:latin typeface="Arial" pitchFamily="34" charset="0"/>
                <a:cs typeface="Arial" pitchFamily="34" charset="0"/>
              </a:rPr>
              <a:t>996</a:t>
            </a:r>
            <a:endParaRPr lang="en-US" sz="1000" baseline="0" dirty="0" smtClean="0">
              <a:solidFill>
                <a:schemeClr val="tx1"/>
              </a:solidFill>
              <a:latin typeface="Arial" pitchFamily="34" charset="0"/>
              <a:cs typeface="Arial" pitchFamily="34" charset="0"/>
            </a:endParaRPr>
          </a:p>
        </p:txBody>
      </p:sp>
      <p:sp>
        <p:nvSpPr>
          <p:cNvPr id="61" name="Rectangle 12"/>
          <p:cNvSpPr>
            <a:spLocks noChangeArrowheads="1"/>
          </p:cNvSpPr>
          <p:nvPr/>
        </p:nvSpPr>
        <p:spPr bwMode="auto">
          <a:xfrm>
            <a:off x="5880100" y="3832876"/>
            <a:ext cx="317395"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03161"/>
            <a:r>
              <a:rPr lang="en-US" sz="1000" baseline="0" dirty="0" smtClean="0">
                <a:solidFill>
                  <a:srgbClr val="005C87"/>
                </a:solidFill>
                <a:latin typeface="Arial" pitchFamily="34" charset="0"/>
                <a:cs typeface="Arial" pitchFamily="34" charset="0"/>
              </a:rPr>
              <a:t>1,767</a:t>
            </a:r>
            <a:endParaRPr lang="en-US" sz="1000" baseline="0" dirty="0" smtClean="0">
              <a:solidFill>
                <a:schemeClr val="tx1"/>
              </a:solidFill>
              <a:latin typeface="Arial" pitchFamily="34" charset="0"/>
              <a:cs typeface="Arial" pitchFamily="34" charset="0"/>
            </a:endParaRPr>
          </a:p>
        </p:txBody>
      </p:sp>
      <p:sp>
        <p:nvSpPr>
          <p:cNvPr id="62" name="Rectangle 13"/>
          <p:cNvSpPr>
            <a:spLocks noChangeArrowheads="1"/>
          </p:cNvSpPr>
          <p:nvPr/>
        </p:nvSpPr>
        <p:spPr bwMode="auto">
          <a:xfrm>
            <a:off x="5880100" y="4069143"/>
            <a:ext cx="317395"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03161"/>
            <a:r>
              <a:rPr lang="en-US" sz="1000" baseline="0" dirty="0" smtClean="0">
                <a:solidFill>
                  <a:srgbClr val="005C87"/>
                </a:solidFill>
                <a:latin typeface="Arial" pitchFamily="34" charset="0"/>
                <a:cs typeface="Arial" pitchFamily="34" charset="0"/>
              </a:rPr>
              <a:t>1,629</a:t>
            </a:r>
            <a:endParaRPr lang="en-US" sz="1000" baseline="0" dirty="0" smtClean="0">
              <a:solidFill>
                <a:schemeClr val="tx1"/>
              </a:solidFill>
              <a:latin typeface="Arial" pitchFamily="34" charset="0"/>
              <a:cs typeface="Arial" pitchFamily="34" charset="0"/>
            </a:endParaRPr>
          </a:p>
        </p:txBody>
      </p:sp>
      <p:sp>
        <p:nvSpPr>
          <p:cNvPr id="63" name="Rectangle 14"/>
          <p:cNvSpPr>
            <a:spLocks noChangeArrowheads="1"/>
          </p:cNvSpPr>
          <p:nvPr/>
        </p:nvSpPr>
        <p:spPr bwMode="auto">
          <a:xfrm>
            <a:off x="5880100" y="4263765"/>
            <a:ext cx="317395"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03161"/>
            <a:r>
              <a:rPr lang="en-US" sz="1000" baseline="0" dirty="0" smtClean="0">
                <a:solidFill>
                  <a:srgbClr val="005C87"/>
                </a:solidFill>
                <a:latin typeface="Arial" pitchFamily="34" charset="0"/>
                <a:cs typeface="Arial" pitchFamily="34" charset="0"/>
              </a:rPr>
              <a:t>1,225</a:t>
            </a:r>
            <a:endParaRPr lang="en-US" sz="1000" baseline="0" dirty="0" smtClean="0">
              <a:solidFill>
                <a:schemeClr val="tx1"/>
              </a:solidFill>
              <a:latin typeface="Arial" pitchFamily="34" charset="0"/>
              <a:cs typeface="Arial" pitchFamily="34" charset="0"/>
            </a:endParaRPr>
          </a:p>
        </p:txBody>
      </p:sp>
      <p:sp>
        <p:nvSpPr>
          <p:cNvPr id="64" name="Rectangle 15"/>
          <p:cNvSpPr>
            <a:spLocks noChangeArrowheads="1"/>
          </p:cNvSpPr>
          <p:nvPr/>
        </p:nvSpPr>
        <p:spPr bwMode="auto">
          <a:xfrm>
            <a:off x="5985900" y="4499544"/>
            <a:ext cx="211596"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03161"/>
            <a:r>
              <a:rPr lang="en-US" sz="1000" baseline="0" dirty="0" smtClean="0">
                <a:solidFill>
                  <a:srgbClr val="005C87"/>
                </a:solidFill>
                <a:latin typeface="Arial" pitchFamily="34" charset="0"/>
                <a:cs typeface="Arial" pitchFamily="34" charset="0"/>
              </a:rPr>
              <a:t>700</a:t>
            </a:r>
            <a:endParaRPr lang="en-US" sz="1000" baseline="0" dirty="0" smtClean="0">
              <a:solidFill>
                <a:schemeClr val="tx1"/>
              </a:solidFill>
              <a:latin typeface="Arial" pitchFamily="34" charset="0"/>
              <a:cs typeface="Arial" pitchFamily="34" charset="0"/>
            </a:endParaRPr>
          </a:p>
        </p:txBody>
      </p:sp>
      <p:sp>
        <p:nvSpPr>
          <p:cNvPr id="65" name="Rectangle 16"/>
          <p:cNvSpPr>
            <a:spLocks noChangeArrowheads="1"/>
          </p:cNvSpPr>
          <p:nvPr/>
        </p:nvSpPr>
        <p:spPr bwMode="auto">
          <a:xfrm>
            <a:off x="5985900" y="4729791"/>
            <a:ext cx="211596"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03161"/>
            <a:r>
              <a:rPr lang="en-US" sz="1000" baseline="0" dirty="0" smtClean="0">
                <a:solidFill>
                  <a:srgbClr val="005C87"/>
                </a:solidFill>
                <a:latin typeface="Arial" pitchFamily="34" charset="0"/>
                <a:cs typeface="Arial" pitchFamily="34" charset="0"/>
              </a:rPr>
              <a:t>992</a:t>
            </a:r>
            <a:endParaRPr lang="en-US" sz="1000" baseline="0" dirty="0" smtClean="0">
              <a:solidFill>
                <a:schemeClr val="tx1"/>
              </a:solidFill>
              <a:latin typeface="Arial" pitchFamily="34" charset="0"/>
              <a:cs typeface="Arial" pitchFamily="34" charset="0"/>
            </a:endParaRPr>
          </a:p>
        </p:txBody>
      </p:sp>
      <p:sp>
        <p:nvSpPr>
          <p:cNvPr id="66" name="Rectangle 17"/>
          <p:cNvSpPr>
            <a:spLocks noChangeArrowheads="1"/>
          </p:cNvSpPr>
          <p:nvPr/>
        </p:nvSpPr>
        <p:spPr bwMode="auto">
          <a:xfrm>
            <a:off x="5985900" y="4977439"/>
            <a:ext cx="211596"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03161"/>
            <a:r>
              <a:rPr lang="en-US" sz="1000" baseline="0" dirty="0" smtClean="0">
                <a:solidFill>
                  <a:srgbClr val="005C87"/>
                </a:solidFill>
                <a:latin typeface="Arial" pitchFamily="34" charset="0"/>
                <a:cs typeface="Arial" pitchFamily="34" charset="0"/>
              </a:rPr>
              <a:t>560</a:t>
            </a:r>
            <a:endParaRPr lang="en-US" sz="1000" baseline="0" dirty="0" smtClean="0">
              <a:solidFill>
                <a:schemeClr val="tx1"/>
              </a:solidFill>
              <a:latin typeface="Arial" pitchFamily="34" charset="0"/>
              <a:cs typeface="Arial" pitchFamily="34" charset="0"/>
            </a:endParaRPr>
          </a:p>
        </p:txBody>
      </p:sp>
      <p:sp>
        <p:nvSpPr>
          <p:cNvPr id="67" name="Rectangle 18"/>
          <p:cNvSpPr>
            <a:spLocks noChangeArrowheads="1"/>
          </p:cNvSpPr>
          <p:nvPr/>
        </p:nvSpPr>
        <p:spPr bwMode="auto">
          <a:xfrm>
            <a:off x="5985900" y="5183943"/>
            <a:ext cx="211596"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03161"/>
            <a:r>
              <a:rPr lang="en-US" sz="1000" baseline="0" dirty="0" smtClean="0">
                <a:solidFill>
                  <a:srgbClr val="005C87"/>
                </a:solidFill>
                <a:latin typeface="Arial" pitchFamily="34" charset="0"/>
                <a:cs typeface="Arial" pitchFamily="34" charset="0"/>
              </a:rPr>
              <a:t>518</a:t>
            </a:r>
            <a:endParaRPr lang="en-US" sz="1000" baseline="0" dirty="0" smtClean="0">
              <a:solidFill>
                <a:schemeClr val="tx1"/>
              </a:solidFill>
              <a:latin typeface="Arial" pitchFamily="34" charset="0"/>
              <a:cs typeface="Arial" pitchFamily="34" charset="0"/>
            </a:endParaRPr>
          </a:p>
        </p:txBody>
      </p:sp>
      <p:sp>
        <p:nvSpPr>
          <p:cNvPr id="68" name="Rectangle 19"/>
          <p:cNvSpPr>
            <a:spLocks noChangeArrowheads="1"/>
          </p:cNvSpPr>
          <p:nvPr/>
        </p:nvSpPr>
        <p:spPr bwMode="auto">
          <a:xfrm>
            <a:off x="5985900" y="5395966"/>
            <a:ext cx="211596"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03161"/>
            <a:r>
              <a:rPr lang="en-US" sz="1000" baseline="0" dirty="0" smtClean="0">
                <a:solidFill>
                  <a:srgbClr val="005C87"/>
                </a:solidFill>
                <a:latin typeface="Arial" pitchFamily="34" charset="0"/>
                <a:cs typeface="Arial" pitchFamily="34" charset="0"/>
              </a:rPr>
              <a:t>755</a:t>
            </a:r>
            <a:endParaRPr lang="en-US" sz="1000" baseline="0" dirty="0" smtClean="0">
              <a:solidFill>
                <a:schemeClr val="tx1"/>
              </a:solidFill>
              <a:latin typeface="Arial" pitchFamily="34" charset="0"/>
              <a:cs typeface="Arial" pitchFamily="34" charset="0"/>
            </a:endParaRPr>
          </a:p>
        </p:txBody>
      </p:sp>
      <p:sp>
        <p:nvSpPr>
          <p:cNvPr id="69" name="Rectangle 20"/>
          <p:cNvSpPr>
            <a:spLocks noChangeArrowheads="1"/>
          </p:cNvSpPr>
          <p:nvPr/>
        </p:nvSpPr>
        <p:spPr bwMode="auto">
          <a:xfrm>
            <a:off x="5985900" y="5649964"/>
            <a:ext cx="211596"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03161"/>
            <a:r>
              <a:rPr lang="en-US" sz="1000" baseline="0" dirty="0" smtClean="0">
                <a:solidFill>
                  <a:srgbClr val="005C87"/>
                </a:solidFill>
                <a:latin typeface="Arial" pitchFamily="34" charset="0"/>
                <a:cs typeface="Arial" pitchFamily="34" charset="0"/>
              </a:rPr>
              <a:t>821</a:t>
            </a:r>
            <a:endParaRPr lang="en-US" sz="1000" baseline="0" dirty="0" smtClean="0">
              <a:solidFill>
                <a:schemeClr val="tx1"/>
              </a:solidFill>
              <a:latin typeface="Arial" pitchFamily="34" charset="0"/>
              <a:cs typeface="Arial" pitchFamily="34" charset="0"/>
            </a:endParaRPr>
          </a:p>
        </p:txBody>
      </p:sp>
      <p:sp>
        <p:nvSpPr>
          <p:cNvPr id="70" name="Rectangle 21"/>
          <p:cNvSpPr>
            <a:spLocks noChangeArrowheads="1"/>
          </p:cNvSpPr>
          <p:nvPr/>
        </p:nvSpPr>
        <p:spPr bwMode="auto">
          <a:xfrm>
            <a:off x="5880100" y="5897612"/>
            <a:ext cx="317395"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03161"/>
            <a:r>
              <a:rPr lang="en-US" sz="1000" baseline="0" dirty="0" smtClean="0">
                <a:solidFill>
                  <a:srgbClr val="005C87"/>
                </a:solidFill>
                <a:latin typeface="Arial" pitchFamily="34" charset="0"/>
                <a:cs typeface="Arial" pitchFamily="34" charset="0"/>
              </a:rPr>
              <a:t>1,070</a:t>
            </a:r>
            <a:endParaRPr lang="en-US" sz="1000" baseline="0" dirty="0" smtClean="0">
              <a:solidFill>
                <a:schemeClr val="tx1"/>
              </a:solidFill>
              <a:latin typeface="Arial" pitchFamily="34" charset="0"/>
              <a:cs typeface="Arial"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Line 83"/>
          <p:cNvSpPr>
            <a:spLocks noChangeShapeType="1"/>
          </p:cNvSpPr>
          <p:nvPr/>
        </p:nvSpPr>
        <p:spPr bwMode="auto">
          <a:xfrm flipV="1">
            <a:off x="3136900" y="2249005"/>
            <a:ext cx="0" cy="3864347"/>
          </a:xfrm>
          <a:prstGeom prst="line">
            <a:avLst/>
          </a:prstGeom>
          <a:noFill/>
          <a:ln w="19050">
            <a:solidFill>
              <a:srgbClr val="DA0000"/>
            </a:solidFill>
            <a:prstDash val="dash"/>
            <a:round/>
            <a:headEnd/>
            <a:tailEnd/>
          </a:ln>
        </p:spPr>
        <p:txBody>
          <a:bodyPr lIns="88078" tIns="44038" rIns="88078" bIns="44038"/>
          <a:lstStyle/>
          <a:p>
            <a:endParaRPr lang="en-US" sz="1300" baseline="0" dirty="0">
              <a:solidFill>
                <a:srgbClr val="005C87"/>
              </a:solidFill>
            </a:endParaRPr>
          </a:p>
        </p:txBody>
      </p:sp>
      <p:pic>
        <p:nvPicPr>
          <p:cNvPr id="261122" name="Picture 2"/>
          <p:cNvPicPr>
            <a:picLocks noChangeAspect="1" noChangeArrowheads="1"/>
          </p:cNvPicPr>
          <p:nvPr/>
        </p:nvPicPr>
        <p:blipFill>
          <a:blip r:embed="rId3" cstate="print"/>
          <a:srcRect/>
          <a:stretch>
            <a:fillRect/>
          </a:stretch>
        </p:blipFill>
        <p:spPr bwMode="auto">
          <a:xfrm>
            <a:off x="629730" y="2051646"/>
            <a:ext cx="4334035" cy="4717390"/>
          </a:xfrm>
          <a:prstGeom prst="rect">
            <a:avLst/>
          </a:prstGeom>
          <a:noFill/>
          <a:ln w="9525">
            <a:noFill/>
            <a:miter lim="800000"/>
            <a:headEnd/>
            <a:tailEnd/>
          </a:ln>
          <a:effectLst/>
        </p:spPr>
      </p:pic>
      <p:sp>
        <p:nvSpPr>
          <p:cNvPr id="44" name="Line 83"/>
          <p:cNvSpPr>
            <a:spLocks noChangeShapeType="1"/>
          </p:cNvSpPr>
          <p:nvPr/>
        </p:nvSpPr>
        <p:spPr bwMode="auto">
          <a:xfrm flipV="1">
            <a:off x="8182099" y="2248952"/>
            <a:ext cx="0" cy="3867955"/>
          </a:xfrm>
          <a:prstGeom prst="line">
            <a:avLst/>
          </a:prstGeom>
          <a:noFill/>
          <a:ln w="19050">
            <a:solidFill>
              <a:srgbClr val="DA0000"/>
            </a:solidFill>
            <a:prstDash val="dash"/>
            <a:round/>
            <a:headEnd/>
            <a:tailEnd/>
          </a:ln>
        </p:spPr>
        <p:txBody>
          <a:bodyPr lIns="88078" tIns="44038" rIns="88078" bIns="44038"/>
          <a:lstStyle/>
          <a:p>
            <a:endParaRPr lang="en-US" sz="1300" baseline="0" dirty="0">
              <a:solidFill>
                <a:srgbClr val="005C87"/>
              </a:solidFill>
            </a:endParaRPr>
          </a:p>
        </p:txBody>
      </p:sp>
      <p:sp>
        <p:nvSpPr>
          <p:cNvPr id="56323" name="Rectangle 14"/>
          <p:cNvSpPr>
            <a:spLocks noGrp="1" noChangeArrowheads="1"/>
          </p:cNvSpPr>
          <p:nvPr>
            <p:ph type="title" idx="4294967295"/>
          </p:nvPr>
        </p:nvSpPr>
        <p:spPr/>
        <p:txBody>
          <a:bodyPr/>
          <a:lstStyle/>
          <a:p>
            <a:pPr eaLnBrk="1" hangingPunct="1"/>
            <a:r>
              <a:rPr lang="en-GB" sz="2200" dirty="0" smtClean="0">
                <a:solidFill>
                  <a:srgbClr val="6D6E71"/>
                </a:solidFill>
                <a:latin typeface="Arial"/>
                <a:ea typeface="+mn-ea"/>
                <a:cs typeface="Arial" charset="0"/>
              </a:rPr>
              <a:t>Capital Markets benefited from a strong year end uptick in DCM</a:t>
            </a:r>
          </a:p>
        </p:txBody>
      </p:sp>
      <p:sp>
        <p:nvSpPr>
          <p:cNvPr id="56324" name="Rectangle 39"/>
          <p:cNvSpPr>
            <a:spLocks noChangeArrowheads="1"/>
          </p:cNvSpPr>
          <p:nvPr/>
        </p:nvSpPr>
        <p:spPr bwMode="auto">
          <a:xfrm>
            <a:off x="441531" y="1395413"/>
            <a:ext cx="4962525" cy="468312"/>
          </a:xfrm>
          <a:prstGeom prst="rect">
            <a:avLst/>
          </a:prstGeom>
          <a:noFill/>
          <a:ln w="9525">
            <a:noFill/>
            <a:miter lim="800000"/>
            <a:headEnd/>
            <a:tailEnd/>
          </a:ln>
        </p:spPr>
        <p:txBody>
          <a:bodyPr lIns="0" tIns="0" rIns="0" bIns="0"/>
          <a:lstStyle/>
          <a:p>
            <a:pPr defTabSz="1011105">
              <a:spcBef>
                <a:spcPct val="40000"/>
              </a:spcBef>
              <a:spcAft>
                <a:spcPct val="20000"/>
              </a:spcAft>
              <a:buClr>
                <a:srgbClr val="005C87"/>
              </a:buClr>
            </a:pPr>
            <a:r>
              <a:rPr lang="en-AU" sz="1300" b="1" baseline="0" dirty="0">
                <a:solidFill>
                  <a:srgbClr val="005C87"/>
                </a:solidFill>
                <a:latin typeface="Arial"/>
              </a:rPr>
              <a:t>WB-Equivalent Capital Markets: </a:t>
            </a:r>
            <a:r>
              <a:rPr lang="en-AU" sz="1300" b="1" baseline="0" dirty="0" smtClean="0">
                <a:solidFill>
                  <a:srgbClr val="005C87"/>
                </a:solidFill>
                <a:latin typeface="Arial"/>
              </a:rPr>
              <a:t>FY’12</a:t>
            </a:r>
            <a:endParaRPr lang="en-AU" sz="1300" b="1" baseline="0" dirty="0">
              <a:solidFill>
                <a:srgbClr val="005C87"/>
              </a:solidFill>
              <a:latin typeface="Arial"/>
            </a:endParaRPr>
          </a:p>
          <a:p>
            <a:pPr defTabSz="1011105">
              <a:spcBef>
                <a:spcPct val="40000"/>
              </a:spcBef>
              <a:spcAft>
                <a:spcPct val="20000"/>
              </a:spcAft>
              <a:buClr>
                <a:srgbClr val="005C87"/>
              </a:buClr>
            </a:pPr>
            <a:r>
              <a:rPr lang="en-AU" sz="1300" baseline="0" dirty="0">
                <a:solidFill>
                  <a:srgbClr val="005C87"/>
                </a:solidFill>
                <a:latin typeface="Arial"/>
              </a:rPr>
              <a:t>($m &amp; </a:t>
            </a:r>
            <a:r>
              <a:rPr lang="en-AU" sz="1300" baseline="0" dirty="0" err="1" smtClean="0">
                <a:solidFill>
                  <a:srgbClr val="005C87"/>
                </a:solidFill>
                <a:latin typeface="Arial"/>
              </a:rPr>
              <a:t>YoY</a:t>
            </a:r>
            <a:r>
              <a:rPr lang="en-AU" sz="1300" baseline="0" dirty="0" smtClean="0">
                <a:solidFill>
                  <a:srgbClr val="005C87"/>
                </a:solidFill>
                <a:latin typeface="Arial"/>
              </a:rPr>
              <a:t> </a:t>
            </a:r>
            <a:r>
              <a:rPr lang="en-AU" sz="1300" baseline="0" dirty="0">
                <a:solidFill>
                  <a:srgbClr val="005C87"/>
                </a:solidFill>
                <a:latin typeface="Arial"/>
              </a:rPr>
              <a:t>%)</a:t>
            </a:r>
          </a:p>
        </p:txBody>
      </p:sp>
      <p:sp>
        <p:nvSpPr>
          <p:cNvPr id="56326" name="Line 31"/>
          <p:cNvSpPr>
            <a:spLocks noChangeShapeType="1"/>
          </p:cNvSpPr>
          <p:nvPr/>
        </p:nvSpPr>
        <p:spPr bwMode="auto">
          <a:xfrm>
            <a:off x="374650" y="1974850"/>
            <a:ext cx="4663440" cy="0"/>
          </a:xfrm>
          <a:prstGeom prst="line">
            <a:avLst/>
          </a:prstGeom>
          <a:noFill/>
          <a:ln w="9525">
            <a:solidFill>
              <a:schemeClr val="accent1"/>
            </a:solidFill>
            <a:round/>
            <a:headEnd/>
            <a:tailEnd/>
          </a:ln>
        </p:spPr>
        <p:txBody>
          <a:bodyPr lIns="88632" tIns="44316" rIns="88632" bIns="44316"/>
          <a:lstStyle/>
          <a:p>
            <a:pPr defTabSz="1034073"/>
            <a:endParaRPr lang="en-US" dirty="0">
              <a:latin typeface="Arial"/>
            </a:endParaRPr>
          </a:p>
        </p:txBody>
      </p:sp>
      <p:sp>
        <p:nvSpPr>
          <p:cNvPr id="22" name="Rectangle 39"/>
          <p:cNvSpPr>
            <a:spLocks noChangeArrowheads="1"/>
          </p:cNvSpPr>
          <p:nvPr/>
        </p:nvSpPr>
        <p:spPr bwMode="auto">
          <a:xfrm>
            <a:off x="5489781" y="1372394"/>
            <a:ext cx="4962525" cy="468312"/>
          </a:xfrm>
          <a:prstGeom prst="rect">
            <a:avLst/>
          </a:prstGeom>
          <a:noFill/>
          <a:ln w="9525">
            <a:noFill/>
            <a:miter lim="800000"/>
            <a:headEnd/>
            <a:tailEnd/>
          </a:ln>
        </p:spPr>
        <p:txBody>
          <a:bodyPr lIns="0" tIns="0" rIns="0" bIns="0"/>
          <a:lstStyle/>
          <a:p>
            <a:pPr defTabSz="1011105">
              <a:spcBef>
                <a:spcPct val="40000"/>
              </a:spcBef>
              <a:spcAft>
                <a:spcPct val="20000"/>
              </a:spcAft>
              <a:buClr>
                <a:srgbClr val="005C87"/>
              </a:buClr>
            </a:pPr>
            <a:r>
              <a:rPr lang="en-AU" sz="1300" b="1" baseline="0" dirty="0">
                <a:solidFill>
                  <a:srgbClr val="005C87"/>
                </a:solidFill>
                <a:latin typeface="Arial"/>
              </a:rPr>
              <a:t>WB-Equivalent Corporate Finance Income: </a:t>
            </a:r>
            <a:r>
              <a:rPr lang="en-AU" sz="1300" b="1" baseline="0" dirty="0" smtClean="0">
                <a:solidFill>
                  <a:srgbClr val="005C87"/>
                </a:solidFill>
                <a:latin typeface="Arial"/>
              </a:rPr>
              <a:t>FY’12</a:t>
            </a:r>
            <a:endParaRPr lang="en-AU" sz="1300" b="1" baseline="0" dirty="0">
              <a:solidFill>
                <a:srgbClr val="005C87"/>
              </a:solidFill>
              <a:latin typeface="Arial"/>
            </a:endParaRPr>
          </a:p>
          <a:p>
            <a:pPr defTabSz="1011105">
              <a:spcBef>
                <a:spcPct val="40000"/>
              </a:spcBef>
              <a:spcAft>
                <a:spcPct val="20000"/>
              </a:spcAft>
              <a:buClr>
                <a:srgbClr val="005C87"/>
              </a:buClr>
            </a:pPr>
            <a:r>
              <a:rPr lang="en-AU" sz="1300" baseline="0" dirty="0">
                <a:solidFill>
                  <a:srgbClr val="005C87"/>
                </a:solidFill>
                <a:latin typeface="Arial"/>
              </a:rPr>
              <a:t>($m &amp; </a:t>
            </a:r>
            <a:r>
              <a:rPr lang="en-AU" sz="1300" baseline="0" dirty="0" err="1" smtClean="0">
                <a:solidFill>
                  <a:srgbClr val="005C87"/>
                </a:solidFill>
                <a:latin typeface="Arial"/>
              </a:rPr>
              <a:t>YoY</a:t>
            </a:r>
            <a:r>
              <a:rPr lang="en-AU" sz="1300" baseline="0" dirty="0" smtClean="0">
                <a:solidFill>
                  <a:srgbClr val="005C87"/>
                </a:solidFill>
                <a:latin typeface="Arial"/>
              </a:rPr>
              <a:t> </a:t>
            </a:r>
            <a:r>
              <a:rPr lang="en-AU" sz="1300" baseline="0" dirty="0">
                <a:solidFill>
                  <a:srgbClr val="005C87"/>
                </a:solidFill>
                <a:latin typeface="Arial"/>
              </a:rPr>
              <a:t>%)</a:t>
            </a:r>
          </a:p>
        </p:txBody>
      </p:sp>
      <p:sp>
        <p:nvSpPr>
          <p:cNvPr id="23" name="Line 31"/>
          <p:cNvSpPr>
            <a:spLocks noChangeShapeType="1"/>
          </p:cNvSpPr>
          <p:nvPr/>
        </p:nvSpPr>
        <p:spPr bwMode="auto">
          <a:xfrm>
            <a:off x="5422900" y="1951831"/>
            <a:ext cx="4663440" cy="0"/>
          </a:xfrm>
          <a:prstGeom prst="line">
            <a:avLst/>
          </a:prstGeom>
          <a:noFill/>
          <a:ln w="9525">
            <a:solidFill>
              <a:schemeClr val="accent1"/>
            </a:solidFill>
            <a:round/>
            <a:headEnd/>
            <a:tailEnd/>
          </a:ln>
        </p:spPr>
        <p:txBody>
          <a:bodyPr lIns="88632" tIns="44316" rIns="88632" bIns="44316"/>
          <a:lstStyle/>
          <a:p>
            <a:pPr defTabSz="1034073"/>
            <a:endParaRPr lang="en-US" dirty="0">
              <a:latin typeface="Arial"/>
            </a:endParaRPr>
          </a:p>
        </p:txBody>
      </p:sp>
      <p:sp>
        <p:nvSpPr>
          <p:cNvPr id="16" name="Text Box 144"/>
          <p:cNvSpPr txBox="1">
            <a:spLocks noChangeArrowheads="1"/>
          </p:cNvSpPr>
          <p:nvPr/>
        </p:nvSpPr>
        <p:spPr bwMode="auto">
          <a:xfrm>
            <a:off x="1452566" y="6781714"/>
            <a:ext cx="5113334" cy="643463"/>
          </a:xfrm>
          <a:prstGeom prst="rect">
            <a:avLst/>
          </a:prstGeom>
          <a:noFill/>
          <a:ln w="9525">
            <a:noFill/>
            <a:miter lim="800000"/>
            <a:headEnd/>
            <a:tailEnd/>
          </a:ln>
        </p:spPr>
        <p:txBody>
          <a:bodyPr wrap="square" lIns="88600" tIns="44300" rIns="88600" bIns="44300" anchor="b">
            <a:spAutoFit/>
          </a:bodyPr>
          <a:lstStyle/>
          <a:p>
            <a:pPr defTabSz="1034073">
              <a:spcBef>
                <a:spcPct val="50000"/>
              </a:spcBef>
            </a:pPr>
            <a:r>
              <a:rPr lang="en-GB" sz="600" baseline="0" dirty="0">
                <a:solidFill>
                  <a:srgbClr val="005C87"/>
                </a:solidFill>
                <a:latin typeface="Arial"/>
              </a:rPr>
              <a:t>Sources: Company reports, WB </a:t>
            </a:r>
            <a:r>
              <a:rPr lang="en-GB" sz="600" baseline="0" dirty="0" smtClean="0">
                <a:solidFill>
                  <a:srgbClr val="005C87"/>
                </a:solidFill>
                <a:latin typeface="Arial"/>
              </a:rPr>
              <a:t>Performance Management Analysis. </a:t>
            </a:r>
            <a:r>
              <a:rPr lang="en-GB" sz="600" baseline="0" dirty="0">
                <a:solidFill>
                  <a:srgbClr val="005C87"/>
                </a:solidFill>
                <a:latin typeface="Arial"/>
              </a:rPr>
              <a:t>SCB figures on management basis. </a:t>
            </a:r>
          </a:p>
          <a:p>
            <a:pPr defTabSz="1034073">
              <a:spcBef>
                <a:spcPct val="50000"/>
              </a:spcBef>
            </a:pPr>
            <a:r>
              <a:rPr lang="en-US" sz="600" baseline="0" dirty="0">
                <a:solidFill>
                  <a:srgbClr val="005C87"/>
                </a:solidFill>
                <a:latin typeface="Arial"/>
              </a:rPr>
              <a:t>Note: Capital Markets and Corporate Finance peer group total income and YoY/</a:t>
            </a:r>
            <a:r>
              <a:rPr lang="en-US" sz="600" baseline="0" dirty="0" err="1">
                <a:solidFill>
                  <a:srgbClr val="005C87"/>
                </a:solidFill>
                <a:latin typeface="Arial"/>
              </a:rPr>
              <a:t>QoQ</a:t>
            </a:r>
            <a:r>
              <a:rPr lang="en-US" sz="600" baseline="0" dirty="0">
                <a:solidFill>
                  <a:srgbClr val="005C87"/>
                </a:solidFill>
                <a:latin typeface="Arial"/>
              </a:rPr>
              <a:t> changes do not sum to total Investment Banking as Barclays and </a:t>
            </a:r>
            <a:r>
              <a:rPr lang="en-US" sz="600" baseline="0" dirty="0" err="1">
                <a:solidFill>
                  <a:srgbClr val="005C87"/>
                </a:solidFill>
                <a:latin typeface="Arial"/>
              </a:rPr>
              <a:t>Socgen</a:t>
            </a:r>
            <a:r>
              <a:rPr lang="en-US" sz="600" baseline="0" dirty="0">
                <a:solidFill>
                  <a:srgbClr val="005C87"/>
                </a:solidFill>
                <a:latin typeface="Arial"/>
              </a:rPr>
              <a:t> do not disclose the split of their Investment Banking business and are therefore excluded from the sub-product level figures.</a:t>
            </a:r>
          </a:p>
          <a:p>
            <a:pPr defTabSz="1034073">
              <a:spcBef>
                <a:spcPct val="50000"/>
              </a:spcBef>
            </a:pPr>
            <a:r>
              <a:rPr lang="en-US" sz="600" baseline="30000" dirty="0">
                <a:solidFill>
                  <a:srgbClr val="005C87"/>
                </a:solidFill>
                <a:latin typeface="Arial"/>
              </a:rPr>
              <a:t>1</a:t>
            </a:r>
            <a:r>
              <a:rPr lang="en-US" sz="600" baseline="0" dirty="0">
                <a:solidFill>
                  <a:srgbClr val="005C87"/>
                </a:solidFill>
                <a:latin typeface="Arial"/>
              </a:rPr>
              <a:t> BNP Paribas Corporate Finance income consists of the Corporate Bank division. In addition to Structured Finance and Syndications, the Corporate Bank includes Cash Management, Trade Finance and Lending. No breakdown currently disclosed</a:t>
            </a:r>
          </a:p>
        </p:txBody>
      </p:sp>
      <p:sp>
        <p:nvSpPr>
          <p:cNvPr id="17" name="Text Box 144"/>
          <p:cNvSpPr txBox="1">
            <a:spLocks noChangeArrowheads="1"/>
          </p:cNvSpPr>
          <p:nvPr/>
        </p:nvSpPr>
        <p:spPr bwMode="auto">
          <a:xfrm>
            <a:off x="6152263" y="4774500"/>
            <a:ext cx="363537" cy="181798"/>
          </a:xfrm>
          <a:prstGeom prst="rect">
            <a:avLst/>
          </a:prstGeom>
          <a:noFill/>
          <a:ln w="9525">
            <a:noFill/>
            <a:miter lim="800000"/>
            <a:headEnd/>
            <a:tailEnd/>
          </a:ln>
        </p:spPr>
        <p:txBody>
          <a:bodyPr wrap="square" lIns="88600" tIns="44300" rIns="88600" bIns="44300" anchor="b">
            <a:spAutoFit/>
          </a:bodyPr>
          <a:lstStyle/>
          <a:p>
            <a:pPr algn="ctr" defTabSz="1034073">
              <a:spcBef>
                <a:spcPct val="50000"/>
              </a:spcBef>
            </a:pPr>
            <a:r>
              <a:rPr lang="en-US" sz="600" baseline="0" dirty="0">
                <a:solidFill>
                  <a:srgbClr val="005C87"/>
                </a:solidFill>
                <a:latin typeface="Arial"/>
              </a:rPr>
              <a:t>1</a:t>
            </a:r>
          </a:p>
        </p:txBody>
      </p:sp>
      <p:pic>
        <p:nvPicPr>
          <p:cNvPr id="1027" name="Picture 3"/>
          <p:cNvPicPr>
            <a:picLocks noChangeAspect="1" noChangeArrowheads="1"/>
          </p:cNvPicPr>
          <p:nvPr/>
        </p:nvPicPr>
        <p:blipFill>
          <a:blip r:embed="rId4" cstate="print"/>
          <a:srcRect/>
          <a:stretch>
            <a:fillRect/>
          </a:stretch>
        </p:blipFill>
        <p:spPr bwMode="auto">
          <a:xfrm>
            <a:off x="5703147" y="2100405"/>
            <a:ext cx="4533556" cy="4652277"/>
          </a:xfrm>
          <a:prstGeom prst="rect">
            <a:avLst/>
          </a:prstGeom>
          <a:noFill/>
          <a:ln w="9525">
            <a:noFill/>
            <a:miter lim="800000"/>
            <a:headEnd/>
            <a:tailEnd/>
          </a:ln>
          <a:effectLst/>
        </p:spPr>
      </p:pic>
      <p:sp>
        <p:nvSpPr>
          <p:cNvPr id="18" name="TextBox 17"/>
          <p:cNvSpPr txBox="1"/>
          <p:nvPr/>
        </p:nvSpPr>
        <p:spPr>
          <a:xfrm>
            <a:off x="89112" y="2248952"/>
            <a:ext cx="641604" cy="274602"/>
          </a:xfrm>
          <a:prstGeom prst="rect">
            <a:avLst/>
          </a:prstGeom>
          <a:noFill/>
        </p:spPr>
        <p:txBody>
          <a:bodyPr wrap="square" lIns="103411" tIns="51706" rIns="103411" bIns="51706" rtlCol="0">
            <a:spAutoFit/>
          </a:bodyPr>
          <a:lstStyle/>
          <a:p>
            <a:pPr defTabSz="1034073" fontAlgn="auto">
              <a:spcBef>
                <a:spcPts val="0"/>
              </a:spcBef>
              <a:spcAft>
                <a:spcPts val="0"/>
              </a:spcAft>
            </a:pPr>
            <a:r>
              <a:rPr lang="en-US" sz="1100" baseline="0" dirty="0" smtClean="0">
                <a:solidFill>
                  <a:srgbClr val="005C87"/>
                </a:solidFill>
                <a:latin typeface="Arial" pitchFamily="34" charset="0"/>
                <a:cs typeface="Arial" pitchFamily="34" charset="0"/>
              </a:rPr>
              <a:t>1,842</a:t>
            </a:r>
            <a:endParaRPr lang="en-GB" sz="1100" baseline="0" dirty="0">
              <a:solidFill>
                <a:srgbClr val="005C87"/>
              </a:solidFill>
              <a:latin typeface="Arial" pitchFamily="34" charset="0"/>
              <a:cs typeface="Arial" pitchFamily="34" charset="0"/>
            </a:endParaRPr>
          </a:p>
        </p:txBody>
      </p:sp>
      <p:sp>
        <p:nvSpPr>
          <p:cNvPr id="19" name="TextBox 18"/>
          <p:cNvSpPr txBox="1"/>
          <p:nvPr/>
        </p:nvSpPr>
        <p:spPr>
          <a:xfrm>
            <a:off x="89112" y="2604436"/>
            <a:ext cx="641604" cy="274602"/>
          </a:xfrm>
          <a:prstGeom prst="rect">
            <a:avLst/>
          </a:prstGeom>
          <a:noFill/>
        </p:spPr>
        <p:txBody>
          <a:bodyPr wrap="square" lIns="103411" tIns="51706" rIns="103411" bIns="51706" rtlCol="0">
            <a:spAutoFit/>
          </a:bodyPr>
          <a:lstStyle/>
          <a:p>
            <a:pPr defTabSz="1034073" fontAlgn="auto">
              <a:spcBef>
                <a:spcPts val="0"/>
              </a:spcBef>
              <a:spcAft>
                <a:spcPts val="0"/>
              </a:spcAft>
            </a:pPr>
            <a:r>
              <a:rPr lang="en-US" sz="1100" baseline="0" dirty="0" smtClean="0">
                <a:solidFill>
                  <a:srgbClr val="005C87"/>
                </a:solidFill>
                <a:latin typeface="Arial" pitchFamily="34" charset="0"/>
                <a:cs typeface="Arial" pitchFamily="34" charset="0"/>
              </a:rPr>
              <a:t>2,951</a:t>
            </a:r>
            <a:endParaRPr lang="en-GB" sz="1100" baseline="0" dirty="0">
              <a:solidFill>
                <a:srgbClr val="005C87"/>
              </a:solidFill>
              <a:latin typeface="Arial" pitchFamily="34" charset="0"/>
              <a:cs typeface="Arial" pitchFamily="34" charset="0"/>
            </a:endParaRPr>
          </a:p>
        </p:txBody>
      </p:sp>
      <p:sp>
        <p:nvSpPr>
          <p:cNvPr id="20" name="TextBox 19"/>
          <p:cNvSpPr txBox="1"/>
          <p:nvPr/>
        </p:nvSpPr>
        <p:spPr>
          <a:xfrm>
            <a:off x="89112" y="3005079"/>
            <a:ext cx="641604" cy="274602"/>
          </a:xfrm>
          <a:prstGeom prst="rect">
            <a:avLst/>
          </a:prstGeom>
          <a:noFill/>
        </p:spPr>
        <p:txBody>
          <a:bodyPr wrap="square" lIns="103411" tIns="51706" rIns="103411" bIns="51706" rtlCol="0">
            <a:spAutoFit/>
          </a:bodyPr>
          <a:lstStyle/>
          <a:p>
            <a:pPr defTabSz="1034073" fontAlgn="auto">
              <a:spcBef>
                <a:spcPts val="0"/>
              </a:spcBef>
              <a:spcAft>
                <a:spcPts val="0"/>
              </a:spcAft>
            </a:pPr>
            <a:r>
              <a:rPr lang="en-US" sz="1100" baseline="0" dirty="0" smtClean="0">
                <a:solidFill>
                  <a:srgbClr val="005C87"/>
                </a:solidFill>
                <a:latin typeface="Arial" pitchFamily="34" charset="0"/>
                <a:cs typeface="Arial" pitchFamily="34" charset="0"/>
              </a:rPr>
              <a:t>2,486</a:t>
            </a:r>
            <a:endParaRPr lang="en-GB" sz="1100" baseline="0" dirty="0">
              <a:solidFill>
                <a:srgbClr val="005C87"/>
              </a:solidFill>
              <a:latin typeface="Arial" pitchFamily="34" charset="0"/>
              <a:cs typeface="Arial" pitchFamily="34" charset="0"/>
            </a:endParaRPr>
          </a:p>
        </p:txBody>
      </p:sp>
      <p:sp>
        <p:nvSpPr>
          <p:cNvPr id="21" name="TextBox 20"/>
          <p:cNvSpPr txBox="1"/>
          <p:nvPr/>
        </p:nvSpPr>
        <p:spPr>
          <a:xfrm>
            <a:off x="89112" y="3341134"/>
            <a:ext cx="641604" cy="274602"/>
          </a:xfrm>
          <a:prstGeom prst="rect">
            <a:avLst/>
          </a:prstGeom>
          <a:noFill/>
        </p:spPr>
        <p:txBody>
          <a:bodyPr wrap="square" lIns="103411" tIns="51706" rIns="103411" bIns="51706" rtlCol="0">
            <a:spAutoFit/>
          </a:bodyPr>
          <a:lstStyle/>
          <a:p>
            <a:pPr defTabSz="1034073" fontAlgn="auto">
              <a:spcBef>
                <a:spcPts val="0"/>
              </a:spcBef>
              <a:spcAft>
                <a:spcPts val="0"/>
              </a:spcAft>
            </a:pPr>
            <a:r>
              <a:rPr lang="en-US" sz="1100" baseline="0" dirty="0" smtClean="0">
                <a:solidFill>
                  <a:srgbClr val="005C87"/>
                </a:solidFill>
                <a:latin typeface="Arial" pitchFamily="34" charset="0"/>
                <a:cs typeface="Arial" pitchFamily="34" charset="0"/>
              </a:rPr>
              <a:t>2,932</a:t>
            </a:r>
            <a:endParaRPr lang="en-GB" sz="1100" baseline="0" dirty="0">
              <a:solidFill>
                <a:srgbClr val="005C87"/>
              </a:solidFill>
              <a:latin typeface="Arial" pitchFamily="34" charset="0"/>
              <a:cs typeface="Arial" pitchFamily="34" charset="0"/>
            </a:endParaRPr>
          </a:p>
        </p:txBody>
      </p:sp>
      <p:sp>
        <p:nvSpPr>
          <p:cNvPr id="24" name="TextBox 23"/>
          <p:cNvSpPr txBox="1"/>
          <p:nvPr/>
        </p:nvSpPr>
        <p:spPr>
          <a:xfrm>
            <a:off x="178223" y="3677190"/>
            <a:ext cx="641604" cy="274602"/>
          </a:xfrm>
          <a:prstGeom prst="rect">
            <a:avLst/>
          </a:prstGeom>
          <a:noFill/>
        </p:spPr>
        <p:txBody>
          <a:bodyPr wrap="square" lIns="103411" tIns="51706" rIns="103411" bIns="51706" rtlCol="0">
            <a:spAutoFit/>
          </a:bodyPr>
          <a:lstStyle/>
          <a:p>
            <a:pPr defTabSz="1034073" fontAlgn="auto">
              <a:spcBef>
                <a:spcPts val="0"/>
              </a:spcBef>
              <a:spcAft>
                <a:spcPts val="0"/>
              </a:spcAft>
            </a:pPr>
            <a:r>
              <a:rPr lang="en-US" sz="1100" baseline="0" dirty="0" smtClean="0">
                <a:solidFill>
                  <a:srgbClr val="005C87"/>
                </a:solidFill>
                <a:latin typeface="Arial" pitchFamily="34" charset="0"/>
                <a:cs typeface="Arial" pitchFamily="34" charset="0"/>
              </a:rPr>
              <a:t>573</a:t>
            </a:r>
            <a:endParaRPr lang="en-GB" sz="1100" baseline="0" dirty="0">
              <a:solidFill>
                <a:srgbClr val="005C87"/>
              </a:solidFill>
              <a:latin typeface="Arial" pitchFamily="34" charset="0"/>
              <a:cs typeface="Arial" pitchFamily="34" charset="0"/>
            </a:endParaRPr>
          </a:p>
        </p:txBody>
      </p:sp>
      <p:sp>
        <p:nvSpPr>
          <p:cNvPr id="25" name="TextBox 24"/>
          <p:cNvSpPr txBox="1"/>
          <p:nvPr/>
        </p:nvSpPr>
        <p:spPr>
          <a:xfrm>
            <a:off x="89112" y="4013246"/>
            <a:ext cx="641604" cy="274602"/>
          </a:xfrm>
          <a:prstGeom prst="rect">
            <a:avLst/>
          </a:prstGeom>
          <a:noFill/>
        </p:spPr>
        <p:txBody>
          <a:bodyPr wrap="square" lIns="103411" tIns="51706" rIns="103411" bIns="51706" rtlCol="0">
            <a:spAutoFit/>
          </a:bodyPr>
          <a:lstStyle/>
          <a:p>
            <a:pPr defTabSz="1034073" fontAlgn="auto">
              <a:spcBef>
                <a:spcPts val="0"/>
              </a:spcBef>
              <a:spcAft>
                <a:spcPts val="0"/>
              </a:spcAft>
            </a:pPr>
            <a:r>
              <a:rPr lang="en-US" sz="1100" baseline="0" dirty="0" smtClean="0">
                <a:solidFill>
                  <a:srgbClr val="005C87"/>
                </a:solidFill>
                <a:latin typeface="Arial" pitchFamily="34" charset="0"/>
                <a:cs typeface="Arial" pitchFamily="34" charset="0"/>
              </a:rPr>
              <a:t>4,369</a:t>
            </a:r>
            <a:endParaRPr lang="en-GB" sz="1100" baseline="0" dirty="0">
              <a:solidFill>
                <a:srgbClr val="005C87"/>
              </a:solidFill>
              <a:latin typeface="Arial" pitchFamily="34" charset="0"/>
              <a:cs typeface="Arial" pitchFamily="34" charset="0"/>
            </a:endParaRPr>
          </a:p>
        </p:txBody>
      </p:sp>
      <p:sp>
        <p:nvSpPr>
          <p:cNvPr id="26" name="TextBox 25"/>
          <p:cNvSpPr txBox="1"/>
          <p:nvPr/>
        </p:nvSpPr>
        <p:spPr>
          <a:xfrm>
            <a:off x="89112" y="4368730"/>
            <a:ext cx="641604" cy="274602"/>
          </a:xfrm>
          <a:prstGeom prst="rect">
            <a:avLst/>
          </a:prstGeom>
          <a:noFill/>
        </p:spPr>
        <p:txBody>
          <a:bodyPr wrap="square" lIns="103411" tIns="51706" rIns="103411" bIns="51706" rtlCol="0">
            <a:spAutoFit/>
          </a:bodyPr>
          <a:lstStyle/>
          <a:p>
            <a:pPr defTabSz="1034073" fontAlgn="auto">
              <a:spcBef>
                <a:spcPts val="0"/>
              </a:spcBef>
              <a:spcAft>
                <a:spcPts val="0"/>
              </a:spcAft>
            </a:pPr>
            <a:r>
              <a:rPr lang="en-US" sz="1100" baseline="0" dirty="0" smtClean="0">
                <a:solidFill>
                  <a:srgbClr val="005C87"/>
                </a:solidFill>
                <a:latin typeface="Arial" pitchFamily="34" charset="0"/>
                <a:cs typeface="Arial" pitchFamily="34" charset="0"/>
              </a:rPr>
              <a:t>2,560</a:t>
            </a:r>
            <a:endParaRPr lang="en-GB" sz="1100" baseline="0" dirty="0">
              <a:solidFill>
                <a:srgbClr val="005C87"/>
              </a:solidFill>
              <a:latin typeface="Arial" pitchFamily="34" charset="0"/>
              <a:cs typeface="Arial" pitchFamily="34" charset="0"/>
            </a:endParaRPr>
          </a:p>
        </p:txBody>
      </p:sp>
      <p:sp>
        <p:nvSpPr>
          <p:cNvPr id="27" name="TextBox 26"/>
          <p:cNvSpPr txBox="1"/>
          <p:nvPr/>
        </p:nvSpPr>
        <p:spPr>
          <a:xfrm>
            <a:off x="89112" y="4769373"/>
            <a:ext cx="641604" cy="274602"/>
          </a:xfrm>
          <a:prstGeom prst="rect">
            <a:avLst/>
          </a:prstGeom>
          <a:noFill/>
        </p:spPr>
        <p:txBody>
          <a:bodyPr wrap="square" lIns="103411" tIns="51706" rIns="103411" bIns="51706" rtlCol="0">
            <a:spAutoFit/>
          </a:bodyPr>
          <a:lstStyle/>
          <a:p>
            <a:pPr defTabSz="1034073" fontAlgn="auto">
              <a:spcBef>
                <a:spcPts val="0"/>
              </a:spcBef>
              <a:spcAft>
                <a:spcPts val="0"/>
              </a:spcAft>
            </a:pPr>
            <a:r>
              <a:rPr lang="en-US" sz="1100" baseline="0" dirty="0" smtClean="0">
                <a:solidFill>
                  <a:srgbClr val="005C87"/>
                </a:solidFill>
                <a:latin typeface="Arial" pitchFamily="34" charset="0"/>
                <a:cs typeface="Arial" pitchFamily="34" charset="0"/>
              </a:rPr>
              <a:t>2,312</a:t>
            </a:r>
            <a:endParaRPr lang="en-GB" sz="1100" baseline="0" dirty="0">
              <a:solidFill>
                <a:srgbClr val="005C87"/>
              </a:solidFill>
              <a:latin typeface="Arial" pitchFamily="34" charset="0"/>
              <a:cs typeface="Arial" pitchFamily="34" charset="0"/>
            </a:endParaRPr>
          </a:p>
        </p:txBody>
      </p:sp>
      <p:sp>
        <p:nvSpPr>
          <p:cNvPr id="28" name="TextBox 27"/>
          <p:cNvSpPr txBox="1"/>
          <p:nvPr/>
        </p:nvSpPr>
        <p:spPr>
          <a:xfrm>
            <a:off x="89112" y="5105429"/>
            <a:ext cx="641604" cy="274602"/>
          </a:xfrm>
          <a:prstGeom prst="rect">
            <a:avLst/>
          </a:prstGeom>
          <a:noFill/>
        </p:spPr>
        <p:txBody>
          <a:bodyPr wrap="square" lIns="103411" tIns="51706" rIns="103411" bIns="51706" rtlCol="0">
            <a:spAutoFit/>
          </a:bodyPr>
          <a:lstStyle/>
          <a:p>
            <a:pPr defTabSz="1034073" fontAlgn="auto">
              <a:spcBef>
                <a:spcPts val="0"/>
              </a:spcBef>
              <a:spcAft>
                <a:spcPts val="0"/>
              </a:spcAft>
            </a:pPr>
            <a:r>
              <a:rPr lang="en-US" sz="1100" baseline="0" dirty="0" smtClean="0">
                <a:solidFill>
                  <a:srgbClr val="005C87"/>
                </a:solidFill>
                <a:latin typeface="Arial" pitchFamily="34" charset="0"/>
                <a:cs typeface="Arial" pitchFamily="34" charset="0"/>
              </a:rPr>
              <a:t>4,388</a:t>
            </a:r>
            <a:endParaRPr lang="en-GB" sz="1100" baseline="0" dirty="0">
              <a:solidFill>
                <a:srgbClr val="005C87"/>
              </a:solidFill>
              <a:latin typeface="Arial" pitchFamily="34" charset="0"/>
              <a:cs typeface="Arial" pitchFamily="34" charset="0"/>
            </a:endParaRPr>
          </a:p>
        </p:txBody>
      </p:sp>
      <p:sp>
        <p:nvSpPr>
          <p:cNvPr id="29" name="TextBox 28"/>
          <p:cNvSpPr txBox="1"/>
          <p:nvPr/>
        </p:nvSpPr>
        <p:spPr>
          <a:xfrm>
            <a:off x="89112" y="5441486"/>
            <a:ext cx="641604" cy="274602"/>
          </a:xfrm>
          <a:prstGeom prst="rect">
            <a:avLst/>
          </a:prstGeom>
          <a:noFill/>
        </p:spPr>
        <p:txBody>
          <a:bodyPr wrap="square" lIns="103411" tIns="51706" rIns="103411" bIns="51706" rtlCol="0">
            <a:spAutoFit/>
          </a:bodyPr>
          <a:lstStyle/>
          <a:p>
            <a:pPr defTabSz="1034073" fontAlgn="auto">
              <a:spcBef>
                <a:spcPts val="0"/>
              </a:spcBef>
              <a:spcAft>
                <a:spcPts val="0"/>
              </a:spcAft>
            </a:pPr>
            <a:r>
              <a:rPr lang="en-US" sz="1100" baseline="0" dirty="0" smtClean="0">
                <a:solidFill>
                  <a:srgbClr val="005C87"/>
                </a:solidFill>
                <a:latin typeface="Arial" pitchFamily="34" charset="0"/>
                <a:cs typeface="Arial" pitchFamily="34" charset="0"/>
              </a:rPr>
              <a:t>3,071</a:t>
            </a:r>
            <a:endParaRPr lang="en-GB" sz="1100" baseline="0" dirty="0">
              <a:solidFill>
                <a:srgbClr val="005C87"/>
              </a:solidFill>
              <a:latin typeface="Arial" pitchFamily="34" charset="0"/>
              <a:cs typeface="Arial" pitchFamily="34" charset="0"/>
            </a:endParaRPr>
          </a:p>
        </p:txBody>
      </p:sp>
      <p:sp>
        <p:nvSpPr>
          <p:cNvPr id="30" name="TextBox 29"/>
          <p:cNvSpPr txBox="1"/>
          <p:nvPr/>
        </p:nvSpPr>
        <p:spPr>
          <a:xfrm>
            <a:off x="178223" y="5777541"/>
            <a:ext cx="641604" cy="274602"/>
          </a:xfrm>
          <a:prstGeom prst="rect">
            <a:avLst/>
          </a:prstGeom>
          <a:noFill/>
        </p:spPr>
        <p:txBody>
          <a:bodyPr wrap="square" lIns="103411" tIns="51706" rIns="103411" bIns="51706" rtlCol="0">
            <a:spAutoFit/>
          </a:bodyPr>
          <a:lstStyle/>
          <a:p>
            <a:pPr defTabSz="1034073" fontAlgn="auto">
              <a:spcBef>
                <a:spcPts val="0"/>
              </a:spcBef>
              <a:spcAft>
                <a:spcPts val="0"/>
              </a:spcAft>
            </a:pPr>
            <a:r>
              <a:rPr lang="en-US" sz="1100" baseline="0" dirty="0" smtClean="0">
                <a:solidFill>
                  <a:srgbClr val="005C87"/>
                </a:solidFill>
                <a:latin typeface="Arial" pitchFamily="34" charset="0"/>
                <a:cs typeface="Arial" pitchFamily="34" charset="0"/>
              </a:rPr>
              <a:t>900</a:t>
            </a:r>
            <a:endParaRPr lang="en-GB" sz="1100" baseline="0" dirty="0">
              <a:solidFill>
                <a:srgbClr val="005C87"/>
              </a:solidFill>
              <a:latin typeface="Arial" pitchFamily="34" charset="0"/>
              <a:cs typeface="Arial" pitchFamily="34" charset="0"/>
            </a:endParaRPr>
          </a:p>
        </p:txBody>
      </p:sp>
      <p:sp>
        <p:nvSpPr>
          <p:cNvPr id="31" name="TextBox 30"/>
          <p:cNvSpPr txBox="1"/>
          <p:nvPr/>
        </p:nvSpPr>
        <p:spPr>
          <a:xfrm>
            <a:off x="5257588" y="2184365"/>
            <a:ext cx="641604" cy="274602"/>
          </a:xfrm>
          <a:prstGeom prst="rect">
            <a:avLst/>
          </a:prstGeom>
          <a:noFill/>
        </p:spPr>
        <p:txBody>
          <a:bodyPr wrap="square" lIns="103411" tIns="51706" rIns="103411" bIns="51706" rtlCol="0">
            <a:spAutoFit/>
          </a:bodyPr>
          <a:lstStyle/>
          <a:p>
            <a:pPr defTabSz="1034073" fontAlgn="auto">
              <a:spcBef>
                <a:spcPts val="0"/>
              </a:spcBef>
              <a:spcAft>
                <a:spcPts val="0"/>
              </a:spcAft>
            </a:pPr>
            <a:r>
              <a:rPr lang="en-US" sz="1100" baseline="0" dirty="0" smtClean="0">
                <a:solidFill>
                  <a:srgbClr val="005C87"/>
                </a:solidFill>
                <a:latin typeface="Arial" pitchFamily="34" charset="0"/>
                <a:cs typeface="Arial" pitchFamily="34" charset="0"/>
              </a:rPr>
              <a:t>1,111</a:t>
            </a:r>
            <a:endParaRPr lang="en-GB" sz="1100" baseline="0" dirty="0">
              <a:solidFill>
                <a:srgbClr val="005C87"/>
              </a:solidFill>
              <a:latin typeface="Arial" pitchFamily="34" charset="0"/>
              <a:cs typeface="Arial" pitchFamily="34" charset="0"/>
            </a:endParaRPr>
          </a:p>
        </p:txBody>
      </p:sp>
      <p:sp>
        <p:nvSpPr>
          <p:cNvPr id="32" name="TextBox 31"/>
          <p:cNvSpPr txBox="1"/>
          <p:nvPr/>
        </p:nvSpPr>
        <p:spPr>
          <a:xfrm>
            <a:off x="5328878" y="2520422"/>
            <a:ext cx="641604" cy="274602"/>
          </a:xfrm>
          <a:prstGeom prst="rect">
            <a:avLst/>
          </a:prstGeom>
          <a:noFill/>
        </p:spPr>
        <p:txBody>
          <a:bodyPr wrap="square" lIns="103411" tIns="51706" rIns="103411" bIns="51706" rtlCol="0">
            <a:spAutoFit/>
          </a:bodyPr>
          <a:lstStyle/>
          <a:p>
            <a:pPr defTabSz="1034073" fontAlgn="auto">
              <a:spcBef>
                <a:spcPts val="0"/>
              </a:spcBef>
              <a:spcAft>
                <a:spcPts val="0"/>
              </a:spcAft>
            </a:pPr>
            <a:r>
              <a:rPr lang="en-US" sz="1100" baseline="0" dirty="0" smtClean="0">
                <a:solidFill>
                  <a:srgbClr val="005C87"/>
                </a:solidFill>
                <a:latin typeface="Arial" pitchFamily="34" charset="0"/>
                <a:cs typeface="Arial" pitchFamily="34" charset="0"/>
              </a:rPr>
              <a:t>626</a:t>
            </a:r>
            <a:endParaRPr lang="en-GB" sz="1100" baseline="0" dirty="0">
              <a:solidFill>
                <a:srgbClr val="005C87"/>
              </a:solidFill>
              <a:latin typeface="Arial" pitchFamily="34" charset="0"/>
              <a:cs typeface="Arial" pitchFamily="34" charset="0"/>
            </a:endParaRPr>
          </a:p>
        </p:txBody>
      </p:sp>
      <p:sp>
        <p:nvSpPr>
          <p:cNvPr id="33" name="TextBox 32"/>
          <p:cNvSpPr txBox="1"/>
          <p:nvPr/>
        </p:nvSpPr>
        <p:spPr>
          <a:xfrm>
            <a:off x="5257588" y="2856478"/>
            <a:ext cx="641604" cy="274602"/>
          </a:xfrm>
          <a:prstGeom prst="rect">
            <a:avLst/>
          </a:prstGeom>
          <a:noFill/>
        </p:spPr>
        <p:txBody>
          <a:bodyPr wrap="square" lIns="103411" tIns="51706" rIns="103411" bIns="51706" rtlCol="0">
            <a:spAutoFit/>
          </a:bodyPr>
          <a:lstStyle/>
          <a:p>
            <a:pPr defTabSz="1034073" fontAlgn="auto">
              <a:spcBef>
                <a:spcPts val="0"/>
              </a:spcBef>
              <a:spcAft>
                <a:spcPts val="0"/>
              </a:spcAft>
            </a:pPr>
            <a:r>
              <a:rPr lang="en-US" sz="1100" baseline="0" dirty="0" smtClean="0">
                <a:solidFill>
                  <a:srgbClr val="005C87"/>
                </a:solidFill>
                <a:latin typeface="Arial" pitchFamily="34" charset="0"/>
                <a:cs typeface="Arial" pitchFamily="34" charset="0"/>
              </a:rPr>
              <a:t>2,057</a:t>
            </a:r>
            <a:endParaRPr lang="en-GB" sz="1100" baseline="0" dirty="0">
              <a:solidFill>
                <a:srgbClr val="005C87"/>
              </a:solidFill>
              <a:latin typeface="Arial" pitchFamily="34" charset="0"/>
              <a:cs typeface="Arial" pitchFamily="34" charset="0"/>
            </a:endParaRPr>
          </a:p>
        </p:txBody>
      </p:sp>
      <p:sp>
        <p:nvSpPr>
          <p:cNvPr id="34" name="TextBox 33"/>
          <p:cNvSpPr txBox="1"/>
          <p:nvPr/>
        </p:nvSpPr>
        <p:spPr>
          <a:xfrm>
            <a:off x="5257588" y="3173105"/>
            <a:ext cx="641604" cy="274602"/>
          </a:xfrm>
          <a:prstGeom prst="rect">
            <a:avLst/>
          </a:prstGeom>
          <a:noFill/>
        </p:spPr>
        <p:txBody>
          <a:bodyPr wrap="square" lIns="103411" tIns="51706" rIns="103411" bIns="51706" rtlCol="0">
            <a:spAutoFit/>
          </a:bodyPr>
          <a:lstStyle/>
          <a:p>
            <a:pPr defTabSz="1034073" fontAlgn="auto">
              <a:spcBef>
                <a:spcPts val="0"/>
              </a:spcBef>
              <a:spcAft>
                <a:spcPts val="0"/>
              </a:spcAft>
            </a:pPr>
            <a:r>
              <a:rPr lang="en-US" sz="1100" baseline="0" dirty="0" smtClean="0">
                <a:solidFill>
                  <a:srgbClr val="005C87"/>
                </a:solidFill>
                <a:latin typeface="Arial" pitchFamily="34" charset="0"/>
                <a:cs typeface="Arial" pitchFamily="34" charset="0"/>
              </a:rPr>
              <a:t>1,085</a:t>
            </a:r>
            <a:endParaRPr lang="en-GB" sz="1100" baseline="0" dirty="0">
              <a:solidFill>
                <a:srgbClr val="005C87"/>
              </a:solidFill>
              <a:latin typeface="Arial" pitchFamily="34" charset="0"/>
              <a:cs typeface="Arial" pitchFamily="34" charset="0"/>
            </a:endParaRPr>
          </a:p>
        </p:txBody>
      </p:sp>
      <p:sp>
        <p:nvSpPr>
          <p:cNvPr id="35" name="TextBox 34"/>
          <p:cNvSpPr txBox="1"/>
          <p:nvPr/>
        </p:nvSpPr>
        <p:spPr>
          <a:xfrm>
            <a:off x="5346700" y="3509162"/>
            <a:ext cx="641604" cy="274602"/>
          </a:xfrm>
          <a:prstGeom prst="rect">
            <a:avLst/>
          </a:prstGeom>
          <a:noFill/>
        </p:spPr>
        <p:txBody>
          <a:bodyPr wrap="square" lIns="103411" tIns="51706" rIns="103411" bIns="51706" rtlCol="0">
            <a:spAutoFit/>
          </a:bodyPr>
          <a:lstStyle/>
          <a:p>
            <a:pPr defTabSz="1034073" fontAlgn="auto">
              <a:spcBef>
                <a:spcPts val="0"/>
              </a:spcBef>
              <a:spcAft>
                <a:spcPts val="0"/>
              </a:spcAft>
            </a:pPr>
            <a:r>
              <a:rPr lang="en-US" sz="1100" baseline="0" dirty="0" smtClean="0">
                <a:solidFill>
                  <a:srgbClr val="005C87"/>
                </a:solidFill>
                <a:latin typeface="Arial" pitchFamily="34" charset="0"/>
                <a:cs typeface="Arial" pitchFamily="34" charset="0"/>
              </a:rPr>
              <a:t>709</a:t>
            </a:r>
            <a:endParaRPr lang="en-GB" sz="1100" baseline="0" dirty="0">
              <a:solidFill>
                <a:srgbClr val="005C87"/>
              </a:solidFill>
              <a:latin typeface="Arial" pitchFamily="34" charset="0"/>
              <a:cs typeface="Arial" pitchFamily="34" charset="0"/>
            </a:endParaRPr>
          </a:p>
        </p:txBody>
      </p:sp>
      <p:sp>
        <p:nvSpPr>
          <p:cNvPr id="36" name="TextBox 35"/>
          <p:cNvSpPr txBox="1"/>
          <p:nvPr/>
        </p:nvSpPr>
        <p:spPr>
          <a:xfrm>
            <a:off x="5257588" y="3845218"/>
            <a:ext cx="641604" cy="274602"/>
          </a:xfrm>
          <a:prstGeom prst="rect">
            <a:avLst/>
          </a:prstGeom>
          <a:noFill/>
        </p:spPr>
        <p:txBody>
          <a:bodyPr wrap="square" lIns="103411" tIns="51706" rIns="103411" bIns="51706" rtlCol="0">
            <a:spAutoFit/>
          </a:bodyPr>
          <a:lstStyle/>
          <a:p>
            <a:pPr defTabSz="1034073" fontAlgn="auto">
              <a:spcBef>
                <a:spcPts val="0"/>
              </a:spcBef>
              <a:spcAft>
                <a:spcPts val="0"/>
              </a:spcAft>
            </a:pPr>
            <a:r>
              <a:rPr lang="en-US" sz="1100" baseline="0" dirty="0" smtClean="0">
                <a:solidFill>
                  <a:srgbClr val="005C87"/>
                </a:solidFill>
                <a:latin typeface="Arial" pitchFamily="34" charset="0"/>
                <a:cs typeface="Arial" pitchFamily="34" charset="0"/>
              </a:rPr>
              <a:t>1,975</a:t>
            </a:r>
            <a:endParaRPr lang="en-GB" sz="1100" baseline="0" dirty="0">
              <a:solidFill>
                <a:srgbClr val="005C87"/>
              </a:solidFill>
              <a:latin typeface="Arial" pitchFamily="34" charset="0"/>
              <a:cs typeface="Arial" pitchFamily="34" charset="0"/>
            </a:endParaRPr>
          </a:p>
        </p:txBody>
      </p:sp>
      <p:sp>
        <p:nvSpPr>
          <p:cNvPr id="37" name="TextBox 36"/>
          <p:cNvSpPr txBox="1"/>
          <p:nvPr/>
        </p:nvSpPr>
        <p:spPr>
          <a:xfrm>
            <a:off x="5328878" y="4181274"/>
            <a:ext cx="641604" cy="274602"/>
          </a:xfrm>
          <a:prstGeom prst="rect">
            <a:avLst/>
          </a:prstGeom>
          <a:noFill/>
        </p:spPr>
        <p:txBody>
          <a:bodyPr wrap="square" lIns="103411" tIns="51706" rIns="103411" bIns="51706" rtlCol="0">
            <a:spAutoFit/>
          </a:bodyPr>
          <a:lstStyle/>
          <a:p>
            <a:pPr defTabSz="1034073" fontAlgn="auto">
              <a:spcBef>
                <a:spcPts val="0"/>
              </a:spcBef>
              <a:spcAft>
                <a:spcPts val="0"/>
              </a:spcAft>
            </a:pPr>
            <a:r>
              <a:rPr lang="en-US" sz="1100" baseline="0" dirty="0" smtClean="0">
                <a:solidFill>
                  <a:srgbClr val="005C87"/>
                </a:solidFill>
                <a:latin typeface="Arial" pitchFamily="34" charset="0"/>
                <a:cs typeface="Arial" pitchFamily="34" charset="0"/>
              </a:rPr>
              <a:t>758</a:t>
            </a:r>
            <a:endParaRPr lang="en-GB" sz="1100" baseline="0" dirty="0">
              <a:solidFill>
                <a:srgbClr val="005C87"/>
              </a:solidFill>
              <a:latin typeface="Arial" pitchFamily="34" charset="0"/>
              <a:cs typeface="Arial" pitchFamily="34" charset="0"/>
            </a:endParaRPr>
          </a:p>
        </p:txBody>
      </p:sp>
      <p:sp>
        <p:nvSpPr>
          <p:cNvPr id="38" name="TextBox 37"/>
          <p:cNvSpPr txBox="1"/>
          <p:nvPr/>
        </p:nvSpPr>
        <p:spPr>
          <a:xfrm>
            <a:off x="5257588" y="4517330"/>
            <a:ext cx="641604" cy="274602"/>
          </a:xfrm>
          <a:prstGeom prst="rect">
            <a:avLst/>
          </a:prstGeom>
          <a:noFill/>
        </p:spPr>
        <p:txBody>
          <a:bodyPr wrap="square" lIns="103411" tIns="51706" rIns="103411" bIns="51706" rtlCol="0">
            <a:spAutoFit/>
          </a:bodyPr>
          <a:lstStyle/>
          <a:p>
            <a:pPr defTabSz="1034073" fontAlgn="auto">
              <a:spcBef>
                <a:spcPts val="0"/>
              </a:spcBef>
              <a:spcAft>
                <a:spcPts val="0"/>
              </a:spcAft>
            </a:pPr>
            <a:r>
              <a:rPr lang="en-US" sz="1100" baseline="0" dirty="0" smtClean="0">
                <a:solidFill>
                  <a:srgbClr val="005C87"/>
                </a:solidFill>
                <a:latin typeface="Arial" pitchFamily="34" charset="0"/>
                <a:cs typeface="Arial" pitchFamily="34" charset="0"/>
              </a:rPr>
              <a:t>1,066</a:t>
            </a:r>
            <a:endParaRPr lang="en-GB" sz="1100" baseline="0" dirty="0">
              <a:solidFill>
                <a:srgbClr val="005C87"/>
              </a:solidFill>
              <a:latin typeface="Arial" pitchFamily="34" charset="0"/>
              <a:cs typeface="Arial" pitchFamily="34" charset="0"/>
            </a:endParaRPr>
          </a:p>
        </p:txBody>
      </p:sp>
      <p:sp>
        <p:nvSpPr>
          <p:cNvPr id="39" name="TextBox 38"/>
          <p:cNvSpPr txBox="1"/>
          <p:nvPr/>
        </p:nvSpPr>
        <p:spPr>
          <a:xfrm>
            <a:off x="5257588" y="4853387"/>
            <a:ext cx="641604" cy="274602"/>
          </a:xfrm>
          <a:prstGeom prst="rect">
            <a:avLst/>
          </a:prstGeom>
          <a:noFill/>
        </p:spPr>
        <p:txBody>
          <a:bodyPr wrap="square" lIns="103411" tIns="51706" rIns="103411" bIns="51706" rtlCol="0">
            <a:spAutoFit/>
          </a:bodyPr>
          <a:lstStyle/>
          <a:p>
            <a:pPr defTabSz="1034073" fontAlgn="auto">
              <a:spcBef>
                <a:spcPts val="0"/>
              </a:spcBef>
              <a:spcAft>
                <a:spcPts val="0"/>
              </a:spcAft>
            </a:pPr>
            <a:r>
              <a:rPr lang="en-US" sz="1100" baseline="0" dirty="0" smtClean="0">
                <a:solidFill>
                  <a:srgbClr val="005C87"/>
                </a:solidFill>
                <a:latin typeface="Arial" pitchFamily="34" charset="0"/>
                <a:cs typeface="Arial" pitchFamily="34" charset="0"/>
              </a:rPr>
              <a:t>4,538</a:t>
            </a:r>
            <a:endParaRPr lang="en-GB" sz="1100" baseline="0" dirty="0">
              <a:solidFill>
                <a:srgbClr val="005C87"/>
              </a:solidFill>
              <a:latin typeface="Arial" pitchFamily="34" charset="0"/>
              <a:cs typeface="Arial" pitchFamily="34" charset="0"/>
            </a:endParaRPr>
          </a:p>
        </p:txBody>
      </p:sp>
      <p:sp>
        <p:nvSpPr>
          <p:cNvPr id="40" name="TextBox 39"/>
          <p:cNvSpPr txBox="1"/>
          <p:nvPr/>
        </p:nvSpPr>
        <p:spPr>
          <a:xfrm>
            <a:off x="5257588" y="5189443"/>
            <a:ext cx="641604" cy="274602"/>
          </a:xfrm>
          <a:prstGeom prst="rect">
            <a:avLst/>
          </a:prstGeom>
          <a:noFill/>
        </p:spPr>
        <p:txBody>
          <a:bodyPr wrap="square" lIns="103411" tIns="51706" rIns="103411" bIns="51706" rtlCol="0">
            <a:spAutoFit/>
          </a:bodyPr>
          <a:lstStyle/>
          <a:p>
            <a:pPr defTabSz="1034073" fontAlgn="auto">
              <a:spcBef>
                <a:spcPts val="0"/>
              </a:spcBef>
              <a:spcAft>
                <a:spcPts val="0"/>
              </a:spcAft>
            </a:pPr>
            <a:r>
              <a:rPr lang="en-US" sz="1100" baseline="0" dirty="0" smtClean="0">
                <a:solidFill>
                  <a:srgbClr val="005C87"/>
                </a:solidFill>
                <a:latin typeface="Arial" pitchFamily="34" charset="0"/>
                <a:cs typeface="Arial" pitchFamily="34" charset="0"/>
              </a:rPr>
              <a:t>1,523</a:t>
            </a:r>
            <a:endParaRPr lang="en-GB" sz="1100" baseline="0" dirty="0">
              <a:solidFill>
                <a:srgbClr val="005C87"/>
              </a:solidFill>
              <a:latin typeface="Arial" pitchFamily="34" charset="0"/>
              <a:cs typeface="Arial" pitchFamily="34" charset="0"/>
            </a:endParaRPr>
          </a:p>
        </p:txBody>
      </p:sp>
      <p:sp>
        <p:nvSpPr>
          <p:cNvPr id="41" name="TextBox 40"/>
          <p:cNvSpPr txBox="1"/>
          <p:nvPr/>
        </p:nvSpPr>
        <p:spPr>
          <a:xfrm>
            <a:off x="5257588" y="5441486"/>
            <a:ext cx="641604" cy="274602"/>
          </a:xfrm>
          <a:prstGeom prst="rect">
            <a:avLst/>
          </a:prstGeom>
          <a:noFill/>
        </p:spPr>
        <p:txBody>
          <a:bodyPr wrap="square" lIns="103411" tIns="51706" rIns="103411" bIns="51706" rtlCol="0">
            <a:spAutoFit/>
          </a:bodyPr>
          <a:lstStyle/>
          <a:p>
            <a:pPr defTabSz="1034073" fontAlgn="auto">
              <a:spcBef>
                <a:spcPts val="0"/>
              </a:spcBef>
              <a:spcAft>
                <a:spcPts val="0"/>
              </a:spcAft>
            </a:pPr>
            <a:r>
              <a:rPr lang="en-US" sz="1100" baseline="0" dirty="0" smtClean="0">
                <a:solidFill>
                  <a:srgbClr val="005C87"/>
                </a:solidFill>
                <a:latin typeface="Arial" pitchFamily="34" charset="0"/>
                <a:cs typeface="Arial" pitchFamily="34" charset="0"/>
              </a:rPr>
              <a:t>1,369</a:t>
            </a:r>
            <a:endParaRPr lang="en-GB" sz="1100" baseline="0" dirty="0">
              <a:solidFill>
                <a:srgbClr val="005C87"/>
              </a:solidFill>
              <a:latin typeface="Arial" pitchFamily="34" charset="0"/>
              <a:cs typeface="Arial" pitchFamily="34" charset="0"/>
            </a:endParaRPr>
          </a:p>
        </p:txBody>
      </p:sp>
      <p:sp>
        <p:nvSpPr>
          <p:cNvPr id="42" name="TextBox 41"/>
          <p:cNvSpPr txBox="1"/>
          <p:nvPr/>
        </p:nvSpPr>
        <p:spPr>
          <a:xfrm>
            <a:off x="5346700" y="5796969"/>
            <a:ext cx="641604" cy="274602"/>
          </a:xfrm>
          <a:prstGeom prst="rect">
            <a:avLst/>
          </a:prstGeom>
          <a:noFill/>
        </p:spPr>
        <p:txBody>
          <a:bodyPr wrap="square" lIns="103411" tIns="51706" rIns="103411" bIns="51706" rtlCol="0">
            <a:spAutoFit/>
          </a:bodyPr>
          <a:lstStyle/>
          <a:p>
            <a:pPr defTabSz="1034073" fontAlgn="auto">
              <a:spcBef>
                <a:spcPts val="0"/>
              </a:spcBef>
              <a:spcAft>
                <a:spcPts val="0"/>
              </a:spcAft>
            </a:pPr>
            <a:r>
              <a:rPr lang="en-US" sz="1100" baseline="0" dirty="0" smtClean="0">
                <a:solidFill>
                  <a:srgbClr val="005C87"/>
                </a:solidFill>
                <a:latin typeface="Arial" pitchFamily="34" charset="0"/>
                <a:cs typeface="Arial" pitchFamily="34" charset="0"/>
              </a:rPr>
              <a:t>680</a:t>
            </a:r>
            <a:endParaRPr lang="en-GB" sz="1100" baseline="0" dirty="0">
              <a:solidFill>
                <a:srgbClr val="005C87"/>
              </a:solidFill>
              <a:latin typeface="Arial" pitchFamily="34" charset="0"/>
              <a:cs typeface="Arial" pitchFamily="34" charset="0"/>
            </a:endParaRPr>
          </a:p>
        </p:txBody>
      </p:sp>
      <p:sp>
        <p:nvSpPr>
          <p:cNvPr id="45" name="Rectangle 3"/>
          <p:cNvSpPr>
            <a:spLocks noChangeArrowheads="1"/>
          </p:cNvSpPr>
          <p:nvPr/>
        </p:nvSpPr>
        <p:spPr bwMode="auto">
          <a:xfrm>
            <a:off x="3505045" y="3911910"/>
            <a:ext cx="1232111" cy="605473"/>
          </a:xfrm>
          <a:prstGeom prst="rect">
            <a:avLst/>
          </a:prstGeom>
          <a:noFill/>
          <a:ln w="9525">
            <a:noFill/>
            <a:miter lim="800000"/>
            <a:headEnd/>
            <a:tailEnd/>
          </a:ln>
        </p:spPr>
        <p:txBody>
          <a:bodyPr lIns="0" tIns="0" rIns="0" bIns="0"/>
          <a:lstStyle/>
          <a:p>
            <a:pPr marL="7659" indent="-7659" algn="ctr" defTabSz="1004876">
              <a:spcBef>
                <a:spcPct val="30000"/>
              </a:spcBef>
              <a:spcAft>
                <a:spcPct val="20000"/>
              </a:spcAft>
              <a:buClr>
                <a:srgbClr val="22AA47"/>
              </a:buClr>
              <a:buSzPct val="110000"/>
            </a:pPr>
            <a:r>
              <a:rPr lang="en-US" sz="1300" i="1" baseline="0" dirty="0" smtClean="0">
                <a:solidFill>
                  <a:srgbClr val="005C87"/>
                </a:solidFill>
              </a:rPr>
              <a:t>FY’12 Average </a:t>
            </a:r>
            <a:r>
              <a:rPr lang="en-US" sz="1300" i="1" baseline="0" dirty="0" err="1" smtClean="0">
                <a:solidFill>
                  <a:srgbClr val="005C87"/>
                </a:solidFill>
              </a:rPr>
              <a:t>YoY</a:t>
            </a:r>
            <a:r>
              <a:rPr lang="en-US" sz="1300" i="1" baseline="0" dirty="0" smtClean="0">
                <a:solidFill>
                  <a:srgbClr val="005C87"/>
                </a:solidFill>
              </a:rPr>
              <a:t> </a:t>
            </a:r>
            <a:r>
              <a:rPr lang="en-US" sz="1300" i="1" baseline="0" dirty="0">
                <a:solidFill>
                  <a:srgbClr val="005C87"/>
                </a:solidFill>
              </a:rPr>
              <a:t>Income Growth: </a:t>
            </a:r>
            <a:r>
              <a:rPr lang="en-US" sz="1300" i="1" baseline="0" dirty="0" smtClean="0">
                <a:solidFill>
                  <a:srgbClr val="005C87"/>
                </a:solidFill>
              </a:rPr>
              <a:t>+7%</a:t>
            </a:r>
            <a:endParaRPr lang="en-US" sz="1300" i="1" baseline="0" dirty="0">
              <a:solidFill>
                <a:srgbClr val="005C87"/>
              </a:solidFill>
            </a:endParaRPr>
          </a:p>
        </p:txBody>
      </p:sp>
      <p:sp>
        <p:nvSpPr>
          <p:cNvPr id="46" name="Rectangle 3"/>
          <p:cNvSpPr>
            <a:spLocks noChangeArrowheads="1"/>
          </p:cNvSpPr>
          <p:nvPr/>
        </p:nvSpPr>
        <p:spPr bwMode="auto">
          <a:xfrm>
            <a:off x="6887805" y="3182808"/>
            <a:ext cx="1193353" cy="605473"/>
          </a:xfrm>
          <a:prstGeom prst="rect">
            <a:avLst/>
          </a:prstGeom>
          <a:noFill/>
          <a:ln w="9525">
            <a:noFill/>
            <a:miter lim="800000"/>
            <a:headEnd/>
            <a:tailEnd/>
          </a:ln>
        </p:spPr>
        <p:txBody>
          <a:bodyPr lIns="0" tIns="0" rIns="0" bIns="0"/>
          <a:lstStyle/>
          <a:p>
            <a:pPr marL="7659" indent="-7659" algn="ctr" defTabSz="1004876">
              <a:spcBef>
                <a:spcPct val="30000"/>
              </a:spcBef>
              <a:spcAft>
                <a:spcPct val="20000"/>
              </a:spcAft>
              <a:buClr>
                <a:srgbClr val="22AA47"/>
              </a:buClr>
              <a:buSzPct val="110000"/>
            </a:pPr>
            <a:r>
              <a:rPr lang="en-US" sz="1300" i="1" baseline="0" dirty="0" smtClean="0">
                <a:solidFill>
                  <a:srgbClr val="005C87"/>
                </a:solidFill>
              </a:rPr>
              <a:t>FY’12 Average </a:t>
            </a:r>
            <a:r>
              <a:rPr lang="en-US" sz="1300" i="1" baseline="0" dirty="0" err="1" smtClean="0">
                <a:solidFill>
                  <a:srgbClr val="005C87"/>
                </a:solidFill>
              </a:rPr>
              <a:t>YoY</a:t>
            </a:r>
            <a:r>
              <a:rPr lang="en-US" sz="1300" i="1" baseline="0" dirty="0" smtClean="0">
                <a:solidFill>
                  <a:srgbClr val="005C87"/>
                </a:solidFill>
              </a:rPr>
              <a:t> </a:t>
            </a:r>
            <a:r>
              <a:rPr lang="en-US" sz="1300" i="1" baseline="0" dirty="0">
                <a:solidFill>
                  <a:srgbClr val="005C87"/>
                </a:solidFill>
              </a:rPr>
              <a:t>Income Growth: </a:t>
            </a:r>
            <a:r>
              <a:rPr lang="en-US" sz="1300" i="1" baseline="0" dirty="0" smtClean="0">
                <a:solidFill>
                  <a:srgbClr val="005C87"/>
                </a:solidFill>
              </a:rPr>
              <a:t>-8%</a:t>
            </a:r>
            <a:endParaRPr lang="en-US" sz="1300" i="1" baseline="0" dirty="0">
              <a:solidFill>
                <a:srgbClr val="005C87"/>
              </a:solidFill>
            </a:endParaRPr>
          </a:p>
        </p:txBody>
      </p:sp>
      <p:sp>
        <p:nvSpPr>
          <p:cNvPr id="47" name="Text Box 6"/>
          <p:cNvSpPr txBox="1">
            <a:spLocks noChangeArrowheads="1"/>
          </p:cNvSpPr>
          <p:nvPr/>
        </p:nvSpPr>
        <p:spPr bwMode="auto">
          <a:xfrm>
            <a:off x="10069762" y="7056438"/>
            <a:ext cx="357187" cy="298450"/>
          </a:xfrm>
          <a:prstGeom prst="rect">
            <a:avLst/>
          </a:prstGeom>
          <a:noFill/>
          <a:ln w="9525">
            <a:noFill/>
            <a:miter lim="800000"/>
            <a:headEnd/>
            <a:tailEnd/>
          </a:ln>
        </p:spPr>
        <p:txBody>
          <a:bodyPr lIns="0" tIns="0" rIns="0" bIns="0" anchor="ctr"/>
          <a:lstStyle/>
          <a:p>
            <a:pPr algn="ctr" defTabSz="1004522">
              <a:defRPr/>
            </a:pPr>
            <a:fld id="{11BBAC88-D85F-4C74-9FFA-07A924DA6D92}" type="slidenum">
              <a:rPr lang="en-US" baseline="0">
                <a:solidFill>
                  <a:srgbClr val="6D6E71"/>
                </a:solidFill>
              </a:rPr>
              <a:pPr algn="ctr" defTabSz="1004522">
                <a:defRPr/>
              </a:pPr>
              <a:t>30</a:t>
            </a:fld>
            <a:endParaRPr lang="en-US" baseline="0" dirty="0">
              <a:solidFill>
                <a:srgbClr val="6D6E71"/>
              </a:solidFill>
            </a:endParaRPr>
          </a:p>
        </p:txBody>
      </p:sp>
      <p:sp>
        <p:nvSpPr>
          <p:cNvPr id="48" name="Text Box 25"/>
          <p:cNvSpPr txBox="1">
            <a:spLocks noChangeArrowheads="1"/>
          </p:cNvSpPr>
          <p:nvPr/>
        </p:nvSpPr>
        <p:spPr bwMode="auto">
          <a:xfrm>
            <a:off x="6505579" y="7080250"/>
            <a:ext cx="3475038" cy="252413"/>
          </a:xfrm>
          <a:prstGeom prst="rect">
            <a:avLst/>
          </a:prstGeom>
          <a:noFill/>
          <a:ln w="9525">
            <a:noFill/>
            <a:miter lim="800000"/>
            <a:headEnd/>
            <a:tailEnd/>
          </a:ln>
        </p:spPr>
        <p:txBody>
          <a:bodyPr lIns="0" tIns="0" rIns="120481" bIns="0" anchor="ctr"/>
          <a:lstStyle/>
          <a:p>
            <a:pPr marL="511080" indent="-511080" algn="r" defTabSz="1020595">
              <a:spcBef>
                <a:spcPct val="40000"/>
              </a:spcBef>
              <a:spcAft>
                <a:spcPct val="40000"/>
              </a:spcAft>
              <a:defRPr/>
            </a:pPr>
            <a:r>
              <a:rPr lang="en-GB" baseline="0" dirty="0">
                <a:solidFill>
                  <a:srgbClr val="6D6E71"/>
                </a:solidFill>
                <a:latin typeface="Arial"/>
              </a:rPr>
              <a:t>WB </a:t>
            </a:r>
            <a:r>
              <a:rPr lang="en-GB" baseline="0" dirty="0" smtClean="0">
                <a:solidFill>
                  <a:srgbClr val="6D6E71"/>
                </a:solidFill>
                <a:latin typeface="Arial"/>
              </a:rPr>
              <a:t>Performance Management </a:t>
            </a:r>
            <a:r>
              <a:rPr lang="en-GB" baseline="0" dirty="0">
                <a:solidFill>
                  <a:srgbClr val="6D6E71"/>
                </a:solidFill>
                <a:latin typeface="Arial"/>
              </a:rPr>
              <a:t>- External Performance Analytics</a:t>
            </a:r>
          </a:p>
        </p:txBody>
      </p:sp>
    </p:spTree>
  </p:cSld>
  <p:clrMapOvr>
    <a:masterClrMapping/>
  </p:clrMapOvr>
  <p:transition spd="med"/>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ChangeArrowheads="1"/>
          </p:cNvSpPr>
          <p:nvPr/>
        </p:nvSpPr>
        <p:spPr bwMode="auto">
          <a:xfrm>
            <a:off x="446088" y="1292226"/>
            <a:ext cx="9834562" cy="5751513"/>
          </a:xfrm>
          <a:prstGeom prst="rect">
            <a:avLst/>
          </a:prstGeom>
          <a:noFill/>
          <a:ln w="9525">
            <a:noFill/>
            <a:miter lim="800000"/>
            <a:headEnd/>
            <a:tailEnd/>
          </a:ln>
        </p:spPr>
        <p:txBody>
          <a:bodyPr lIns="0" tIns="0" rIns="0" bIns="0"/>
          <a:lstStyle/>
          <a:p>
            <a:pPr marL="293555" lvl="1" indent="-292025" defTabSz="1004522">
              <a:spcBef>
                <a:spcPct val="30000"/>
              </a:spcBef>
              <a:spcAft>
                <a:spcPct val="20000"/>
              </a:spcAft>
              <a:buClr>
                <a:srgbClr val="22AA47"/>
              </a:buClr>
              <a:buSzPct val="110000"/>
              <a:buFont typeface="Wingdings" pitchFamily="2" charset="2"/>
              <a:buChar char="§"/>
            </a:pPr>
            <a:endParaRPr lang="en-GB" baseline="0" dirty="0">
              <a:solidFill>
                <a:srgbClr val="005C87"/>
              </a:solidFill>
            </a:endParaRPr>
          </a:p>
        </p:txBody>
      </p:sp>
      <p:sp>
        <p:nvSpPr>
          <p:cNvPr id="7" name="Rectangle 14"/>
          <p:cNvSpPr txBox="1">
            <a:spLocks noChangeArrowheads="1"/>
          </p:cNvSpPr>
          <p:nvPr/>
        </p:nvSpPr>
        <p:spPr bwMode="auto">
          <a:xfrm>
            <a:off x="412751" y="368300"/>
            <a:ext cx="9867900" cy="587375"/>
          </a:xfrm>
          <a:prstGeom prst="rect">
            <a:avLst/>
          </a:prstGeom>
          <a:noFill/>
          <a:ln w="9525">
            <a:noFill/>
            <a:miter lim="800000"/>
            <a:headEnd/>
            <a:tailEnd/>
          </a:ln>
        </p:spPr>
        <p:txBody>
          <a:bodyPr vert="horz" wrap="square" lIns="0" tIns="50263" rIns="100464" bIns="50263" numCol="1" anchor="ctr" anchorCtr="0" compatLnSpc="1">
            <a:prstTxWarp prst="textNoShape">
              <a:avLst/>
            </a:prstTxWarp>
          </a:bodyPr>
          <a:lstStyle/>
          <a:p>
            <a:pPr defTabSz="1004876"/>
            <a:r>
              <a:rPr lang="en-US" sz="2200" kern="0" baseline="0" dirty="0" smtClean="0">
                <a:solidFill>
                  <a:srgbClr val="6D6E71"/>
                </a:solidFill>
                <a:latin typeface="Arial"/>
              </a:rPr>
              <a:t>Investment Banking – Performance commentary</a:t>
            </a:r>
          </a:p>
        </p:txBody>
      </p:sp>
      <p:sp>
        <p:nvSpPr>
          <p:cNvPr id="8" name="Rectangle 3"/>
          <p:cNvSpPr>
            <a:spLocks noChangeArrowheads="1"/>
          </p:cNvSpPr>
          <p:nvPr/>
        </p:nvSpPr>
        <p:spPr bwMode="auto">
          <a:xfrm>
            <a:off x="446115" y="1354933"/>
            <a:ext cx="9871619" cy="5702298"/>
          </a:xfrm>
          <a:prstGeom prst="rect">
            <a:avLst/>
          </a:prstGeom>
          <a:noFill/>
          <a:ln w="9525">
            <a:noFill/>
            <a:miter lim="800000"/>
            <a:headEnd/>
            <a:tailEnd/>
          </a:ln>
        </p:spPr>
        <p:txBody>
          <a:bodyPr lIns="0" tIns="0" rIns="0" bIns="0"/>
          <a:lstStyle/>
          <a:p>
            <a:pPr marL="293658" lvl="1" indent="-292128" defTabSz="1004876" eaLnBrk="0" hangingPunct="0">
              <a:spcBef>
                <a:spcPts val="449"/>
              </a:spcBef>
              <a:spcAft>
                <a:spcPts val="350"/>
              </a:spcAft>
              <a:buClr>
                <a:srgbClr val="22AA47"/>
              </a:buClr>
              <a:buSzPct val="110000"/>
              <a:buFont typeface="Wingdings" pitchFamily="2" charset="2"/>
              <a:buChar char="§"/>
            </a:pPr>
            <a:r>
              <a:rPr lang="en-US" sz="1300" baseline="0" dirty="0" smtClean="0">
                <a:solidFill>
                  <a:srgbClr val="005C87"/>
                </a:solidFill>
              </a:rPr>
              <a:t>Capital Markets benefited from a strong year end market wide uptick in DCM driven by persistently low interest rates and quantitative easing exercises by central government across the globe which drove clients to </a:t>
            </a:r>
            <a:r>
              <a:rPr lang="en-US" sz="1300" baseline="0" dirty="0" err="1" smtClean="0">
                <a:solidFill>
                  <a:srgbClr val="005C87"/>
                </a:solidFill>
              </a:rPr>
              <a:t>favour</a:t>
            </a:r>
            <a:r>
              <a:rPr lang="en-US" sz="1300" baseline="0" dirty="0" smtClean="0">
                <a:solidFill>
                  <a:srgbClr val="005C87"/>
                </a:solidFill>
              </a:rPr>
              <a:t> funding through capital markets over borrowing.</a:t>
            </a:r>
          </a:p>
          <a:p>
            <a:pPr marL="293658" lvl="1" indent="-292128" defTabSz="1004876" eaLnBrk="0" hangingPunct="0">
              <a:spcBef>
                <a:spcPts val="449"/>
              </a:spcBef>
              <a:spcAft>
                <a:spcPts val="350"/>
              </a:spcAft>
              <a:buClr>
                <a:srgbClr val="22AA47"/>
              </a:buClr>
              <a:buSzPct val="110000"/>
              <a:buFont typeface="Wingdings" pitchFamily="2" charset="2"/>
              <a:buChar char="§"/>
            </a:pPr>
            <a:r>
              <a:rPr lang="en-US" sz="1300" baseline="0" dirty="0" smtClean="0">
                <a:solidFill>
                  <a:srgbClr val="005C87"/>
                </a:solidFill>
              </a:rPr>
              <a:t>GS reported the strongest performance in Investment Banking Income (+13%) driven by Capital Markets (+25%), partially offset by Corporate Finance (-1%). Capital Markets Income growth was driven by recovery from a weak Q4’11 underwriting performance. DCM recorded its second best annual performance and the highest since 2007 due to higher net revenues from investment-grade and leveraged finance activity. ECM Client income was up in Q4’12 </a:t>
            </a:r>
            <a:r>
              <a:rPr lang="en-US" sz="1300" baseline="0" dirty="0" err="1" smtClean="0">
                <a:solidFill>
                  <a:srgbClr val="005C87"/>
                </a:solidFill>
              </a:rPr>
              <a:t>YoY</a:t>
            </a:r>
            <a:r>
              <a:rPr lang="en-US" sz="1300" baseline="0" dirty="0" smtClean="0">
                <a:solidFill>
                  <a:srgbClr val="005C87"/>
                </a:solidFill>
              </a:rPr>
              <a:t> but overall down due to low IPO levels. Despite Corporate Finance income down -1%, Goldman Sachs ranked first in worldwide ‘announced and completed M&amp;A’ for 2012.</a:t>
            </a:r>
          </a:p>
          <a:p>
            <a:pPr marL="293658" lvl="1" indent="-292128" defTabSz="1004876" eaLnBrk="0" hangingPunct="0">
              <a:spcBef>
                <a:spcPts val="449"/>
              </a:spcBef>
              <a:spcAft>
                <a:spcPts val="350"/>
              </a:spcAft>
              <a:buClr>
                <a:srgbClr val="22AA47"/>
              </a:buClr>
              <a:buSzPct val="110000"/>
              <a:buFont typeface="Wingdings" pitchFamily="2" charset="2"/>
              <a:buChar char="§"/>
            </a:pPr>
            <a:r>
              <a:rPr lang="en-US" sz="1300" baseline="0" dirty="0" smtClean="0">
                <a:solidFill>
                  <a:srgbClr val="005C87"/>
                </a:solidFill>
              </a:rPr>
              <a:t>DB FY’12 Investment Banking Income was up +13%; Q4’12 Income rose +63% </a:t>
            </a:r>
            <a:r>
              <a:rPr lang="en-US" sz="1300" baseline="0" dirty="0" err="1" smtClean="0">
                <a:solidFill>
                  <a:srgbClr val="005C87"/>
                </a:solidFill>
              </a:rPr>
              <a:t>YoY</a:t>
            </a:r>
            <a:r>
              <a:rPr lang="en-US" sz="1300" baseline="0" dirty="0" smtClean="0">
                <a:solidFill>
                  <a:srgbClr val="005C87"/>
                </a:solidFill>
              </a:rPr>
              <a:t> driven by recovery from a weak Q4’11 underwriting performance. DCM Income was up +34% </a:t>
            </a:r>
            <a:r>
              <a:rPr lang="en-US" sz="1300" baseline="0" dirty="0" err="1" smtClean="0">
                <a:solidFill>
                  <a:srgbClr val="005C87"/>
                </a:solidFill>
              </a:rPr>
              <a:t>YoY</a:t>
            </a:r>
            <a:r>
              <a:rPr lang="en-US" sz="1300" baseline="0" dirty="0" smtClean="0">
                <a:solidFill>
                  <a:srgbClr val="005C87"/>
                </a:solidFill>
              </a:rPr>
              <a:t> due to higher net revenues from corporate debt issuance, with ECM  income down -7% </a:t>
            </a:r>
            <a:r>
              <a:rPr lang="en-US" sz="1300" baseline="0" dirty="0" err="1" smtClean="0">
                <a:solidFill>
                  <a:srgbClr val="005C87"/>
                </a:solidFill>
              </a:rPr>
              <a:t>YoY</a:t>
            </a:r>
            <a:r>
              <a:rPr lang="en-US" sz="1300" baseline="0" dirty="0" smtClean="0">
                <a:solidFill>
                  <a:srgbClr val="005C87"/>
                </a:solidFill>
              </a:rPr>
              <a:t> due to low equity underwriting </a:t>
            </a:r>
            <a:r>
              <a:rPr lang="en-US" sz="1300" baseline="0" dirty="0" err="1" smtClean="0">
                <a:solidFill>
                  <a:srgbClr val="005C87"/>
                </a:solidFill>
              </a:rPr>
              <a:t>activites</a:t>
            </a:r>
            <a:r>
              <a:rPr lang="en-US" sz="1300" baseline="0" dirty="0" smtClean="0">
                <a:solidFill>
                  <a:srgbClr val="005C87"/>
                </a:solidFill>
              </a:rPr>
              <a:t>. Corporate Finance Income was down -5% </a:t>
            </a:r>
            <a:r>
              <a:rPr lang="en-US" sz="1300" baseline="0" dirty="0" err="1" smtClean="0">
                <a:solidFill>
                  <a:srgbClr val="005C87"/>
                </a:solidFill>
              </a:rPr>
              <a:t>YoY</a:t>
            </a:r>
            <a:r>
              <a:rPr lang="en-US" sz="1300" baseline="0" dirty="0" smtClean="0">
                <a:solidFill>
                  <a:srgbClr val="005C87"/>
                </a:solidFill>
              </a:rPr>
              <a:t> driven by lower M&amp;A activity.</a:t>
            </a:r>
          </a:p>
          <a:p>
            <a:pPr marL="293658" lvl="1" indent="-292128" defTabSz="1004876" eaLnBrk="0" hangingPunct="0">
              <a:spcBef>
                <a:spcPts val="449"/>
              </a:spcBef>
              <a:spcAft>
                <a:spcPts val="350"/>
              </a:spcAft>
              <a:buClr>
                <a:srgbClr val="22AA47"/>
              </a:buClr>
              <a:buSzPct val="110000"/>
              <a:buFont typeface="Wingdings" pitchFamily="2" charset="2"/>
              <a:buChar char="§"/>
            </a:pPr>
            <a:r>
              <a:rPr lang="en-US" sz="1300" baseline="0" dirty="0" smtClean="0">
                <a:solidFill>
                  <a:srgbClr val="005C87"/>
                </a:solidFill>
              </a:rPr>
              <a:t>Morgan Stanley FY’12 Investment Banking </a:t>
            </a:r>
            <a:r>
              <a:rPr lang="en-US" sz="1300" baseline="0" dirty="0" smtClean="0">
                <a:solidFill>
                  <a:schemeClr val="tx1"/>
                </a:solidFill>
              </a:rPr>
              <a:t>Income was down -7% </a:t>
            </a:r>
            <a:r>
              <a:rPr lang="en-US" sz="1300" baseline="0" dirty="0" err="1" smtClean="0">
                <a:solidFill>
                  <a:schemeClr val="tx1"/>
                </a:solidFill>
              </a:rPr>
              <a:t>YoY</a:t>
            </a:r>
            <a:r>
              <a:rPr lang="en-US" sz="1300" baseline="0" dirty="0" smtClean="0">
                <a:solidFill>
                  <a:schemeClr val="tx1"/>
                </a:solidFill>
              </a:rPr>
              <a:t> driven by -21% decrease in Corporate Finance Income, this was partially offset by +3% uptick in Capital Markets Income in FY’12 driven by strong demand for capital markets funding. DCM income was up +23% </a:t>
            </a:r>
            <a:r>
              <a:rPr lang="en-US" sz="1300" baseline="0" dirty="0" err="1" smtClean="0">
                <a:solidFill>
                  <a:schemeClr val="tx1"/>
                </a:solidFill>
              </a:rPr>
              <a:t>YoY</a:t>
            </a:r>
            <a:r>
              <a:rPr lang="en-US" sz="1300" baseline="0" dirty="0" smtClean="0">
                <a:solidFill>
                  <a:schemeClr val="tx1"/>
                </a:solidFill>
              </a:rPr>
              <a:t>, offset by -21% </a:t>
            </a:r>
            <a:r>
              <a:rPr lang="en-US" sz="1300" baseline="0" dirty="0" err="1" smtClean="0">
                <a:solidFill>
                  <a:schemeClr val="tx1"/>
                </a:solidFill>
              </a:rPr>
              <a:t>YoY</a:t>
            </a:r>
            <a:r>
              <a:rPr lang="en-US" sz="1300" baseline="0" dirty="0" smtClean="0">
                <a:solidFill>
                  <a:schemeClr val="tx1"/>
                </a:solidFill>
              </a:rPr>
              <a:t> decrease in ECM revenue driven by low IPO levels.</a:t>
            </a:r>
          </a:p>
          <a:p>
            <a:pPr marL="293658" lvl="1" indent="-292128" defTabSz="1004876" eaLnBrk="0" hangingPunct="0">
              <a:spcBef>
                <a:spcPts val="449"/>
              </a:spcBef>
              <a:spcAft>
                <a:spcPts val="350"/>
              </a:spcAft>
              <a:buClr>
                <a:srgbClr val="22AA47"/>
              </a:buClr>
              <a:buSzPct val="110000"/>
              <a:buFont typeface="Wingdings" pitchFamily="2" charset="2"/>
              <a:buChar char="§"/>
            </a:pPr>
            <a:r>
              <a:rPr lang="en-US" sz="1300" baseline="0" dirty="0" smtClean="0">
                <a:solidFill>
                  <a:schemeClr val="tx1"/>
                </a:solidFill>
              </a:rPr>
              <a:t>French banks BNPP &amp; </a:t>
            </a:r>
            <a:r>
              <a:rPr lang="en-US" sz="1300" baseline="0" dirty="0" err="1" smtClean="0">
                <a:solidFill>
                  <a:schemeClr val="tx1"/>
                </a:solidFill>
              </a:rPr>
              <a:t>SocGen</a:t>
            </a:r>
            <a:r>
              <a:rPr lang="en-US" sz="1300" baseline="0" dirty="0" smtClean="0">
                <a:solidFill>
                  <a:schemeClr val="tx1"/>
                </a:solidFill>
              </a:rPr>
              <a:t> FY’12 investment banking income was down -17% and -32% respectively. BNPP decline was </a:t>
            </a:r>
            <a:r>
              <a:rPr lang="en-US" sz="1300" baseline="0" dirty="0" smtClean="0">
                <a:solidFill>
                  <a:srgbClr val="005C87"/>
                </a:solidFill>
              </a:rPr>
              <a:t>driven by limited client demand, reduced transactions volume and low volatility in 2012. Management commented that BNPP did, however, maintain a solid position, ranking number 3 as </a:t>
            </a:r>
            <a:r>
              <a:rPr lang="en-US" sz="1300" baseline="0" dirty="0" err="1" smtClean="0">
                <a:solidFill>
                  <a:srgbClr val="005C87"/>
                </a:solidFill>
              </a:rPr>
              <a:t>bookrunner</a:t>
            </a:r>
            <a:r>
              <a:rPr lang="en-US" sz="1300" baseline="0" dirty="0" smtClean="0">
                <a:solidFill>
                  <a:srgbClr val="005C87"/>
                </a:solidFill>
              </a:rPr>
              <a:t> for equity-linked products in Europe.</a:t>
            </a:r>
          </a:p>
          <a:p>
            <a:pPr marL="293658" lvl="1" indent="-292128" defTabSz="1004876" eaLnBrk="0" hangingPunct="0">
              <a:spcBef>
                <a:spcPts val="449"/>
              </a:spcBef>
              <a:spcAft>
                <a:spcPts val="350"/>
              </a:spcAft>
              <a:buClr>
                <a:srgbClr val="22AA47"/>
              </a:buClr>
              <a:buSzPct val="110000"/>
              <a:buFont typeface="Wingdings" pitchFamily="2" charset="2"/>
              <a:buChar char="§"/>
            </a:pPr>
            <a:r>
              <a:rPr lang="en-US" sz="1300" baseline="0" dirty="0" err="1" smtClean="0">
                <a:solidFill>
                  <a:schemeClr val="tx1"/>
                </a:solidFill>
              </a:rPr>
              <a:t>SocGen</a:t>
            </a:r>
            <a:r>
              <a:rPr lang="en-US" sz="1300" baseline="0" dirty="0" smtClean="0">
                <a:solidFill>
                  <a:schemeClr val="tx1"/>
                </a:solidFill>
              </a:rPr>
              <a:t> was marked by the negative impact of their loan disposal </a:t>
            </a:r>
            <a:r>
              <a:rPr lang="en-US" sz="1300" baseline="0" dirty="0" err="1" smtClean="0">
                <a:solidFill>
                  <a:schemeClr val="tx1"/>
                </a:solidFill>
              </a:rPr>
              <a:t>programme</a:t>
            </a:r>
            <a:r>
              <a:rPr lang="en-US" sz="1300" baseline="0" dirty="0" smtClean="0">
                <a:solidFill>
                  <a:schemeClr val="tx1"/>
                </a:solidFill>
              </a:rPr>
              <a:t> (de-risking). In FY’12 $12.8bn loans were sold at a $628m discount compared to FY’11, where $8.3bn loans were sold at a $227m discount. Excluding the impact of loans sold at a discount, Income declined -17% </a:t>
            </a:r>
            <a:r>
              <a:rPr lang="en-US" sz="1300" baseline="0" dirty="0" err="1" smtClean="0">
                <a:solidFill>
                  <a:schemeClr val="tx1"/>
                </a:solidFill>
              </a:rPr>
              <a:t>YoY</a:t>
            </a:r>
            <a:r>
              <a:rPr lang="en-US" sz="1300" baseline="0" dirty="0" smtClean="0">
                <a:solidFill>
                  <a:schemeClr val="tx1"/>
                </a:solidFill>
              </a:rPr>
              <a:t>. Management commented that structured financing activities were “resilient” in 2012 thanks to natural resources, export and infrastructure financing. Capital market activities posted mixed results, with a “good” performance in DCM, which benefitted from a strong year end market wide uptick, whereas ECM was hit by “low” volumes.</a:t>
            </a:r>
            <a:endParaRPr lang="en-US" sz="1300" baseline="0" dirty="0" smtClean="0">
              <a:solidFill>
                <a:srgbClr val="005C87"/>
              </a:solidFill>
            </a:endParaRPr>
          </a:p>
          <a:p>
            <a:pPr marL="293658" lvl="1" indent="-292128" defTabSz="1004876" eaLnBrk="0" hangingPunct="0">
              <a:spcBef>
                <a:spcPts val="400"/>
              </a:spcBef>
              <a:spcAft>
                <a:spcPts val="300"/>
              </a:spcAft>
              <a:buClr>
                <a:srgbClr val="22AA47"/>
              </a:buClr>
              <a:buSzPct val="110000"/>
              <a:buFont typeface="Wingdings" pitchFamily="2" charset="2"/>
              <a:buChar char="§"/>
            </a:pPr>
            <a:endParaRPr lang="en-US" sz="1400" baseline="0" dirty="0" smtClean="0">
              <a:solidFill>
                <a:schemeClr val="tx1"/>
              </a:solidFill>
            </a:endParaRPr>
          </a:p>
          <a:p>
            <a:pPr marL="293658" lvl="1" indent="-292128" defTabSz="1004876" eaLnBrk="0" hangingPunct="0">
              <a:spcBef>
                <a:spcPct val="30000"/>
              </a:spcBef>
              <a:spcAft>
                <a:spcPct val="20000"/>
              </a:spcAft>
              <a:buClr>
                <a:srgbClr val="22AA47"/>
              </a:buClr>
              <a:buSzPct val="110000"/>
              <a:buFont typeface="Wingdings" pitchFamily="2" charset="2"/>
              <a:buChar char="§"/>
            </a:pPr>
            <a:endParaRPr lang="en-US" sz="1300" b="1" baseline="0" dirty="0" smtClean="0">
              <a:solidFill>
                <a:srgbClr val="005C87"/>
              </a:solidFill>
            </a:endParaRPr>
          </a:p>
          <a:p>
            <a:pPr marL="293658" lvl="1" indent="-292128" defTabSz="1004876" eaLnBrk="0" hangingPunct="0">
              <a:spcBef>
                <a:spcPct val="30000"/>
              </a:spcBef>
              <a:spcAft>
                <a:spcPct val="20000"/>
              </a:spcAft>
              <a:buClr>
                <a:srgbClr val="22AA47"/>
              </a:buClr>
              <a:buSzPct val="110000"/>
              <a:buFont typeface="Wingdings" pitchFamily="2" charset="2"/>
              <a:buChar char="§"/>
            </a:pPr>
            <a:endParaRPr lang="en-US" sz="1300" b="1" baseline="0" dirty="0" smtClean="0">
              <a:solidFill>
                <a:srgbClr val="005C87"/>
              </a:solidFill>
            </a:endParaRPr>
          </a:p>
          <a:p>
            <a:pPr marL="293658" lvl="1" indent="-292128" defTabSz="1004876" eaLnBrk="0" hangingPunct="0">
              <a:spcBef>
                <a:spcPct val="30000"/>
              </a:spcBef>
              <a:spcAft>
                <a:spcPct val="20000"/>
              </a:spcAft>
              <a:buClr>
                <a:srgbClr val="22AA47"/>
              </a:buClr>
              <a:buSzPct val="110000"/>
              <a:buFont typeface="Wingdings" pitchFamily="2" charset="2"/>
              <a:buChar char="§"/>
            </a:pPr>
            <a:endParaRPr lang="en-US" sz="1300" b="1" baseline="0" dirty="0" smtClean="0">
              <a:solidFill>
                <a:srgbClr val="005C87"/>
              </a:solidFill>
            </a:endParaRPr>
          </a:p>
          <a:p>
            <a:pPr marL="293658" lvl="1" indent="-292128" defTabSz="1004876" eaLnBrk="0" hangingPunct="0">
              <a:spcBef>
                <a:spcPct val="30000"/>
              </a:spcBef>
              <a:spcAft>
                <a:spcPct val="20000"/>
              </a:spcAft>
              <a:buClr>
                <a:srgbClr val="22AA47"/>
              </a:buClr>
              <a:buSzPct val="110000"/>
              <a:buFont typeface="Wingdings" pitchFamily="2" charset="2"/>
              <a:buChar char="§"/>
            </a:pPr>
            <a:endParaRPr lang="en-US" sz="1300" b="1" baseline="0" dirty="0" smtClean="0">
              <a:solidFill>
                <a:srgbClr val="005C87"/>
              </a:solidFill>
            </a:endParaRPr>
          </a:p>
          <a:p>
            <a:pPr marL="293658" lvl="1" indent="-292128" defTabSz="1004876" eaLnBrk="0" hangingPunct="0">
              <a:spcBef>
                <a:spcPct val="30000"/>
              </a:spcBef>
              <a:spcAft>
                <a:spcPct val="20000"/>
              </a:spcAft>
              <a:buClr>
                <a:srgbClr val="22AA47"/>
              </a:buClr>
              <a:buSzPct val="110000"/>
              <a:buFont typeface="Wingdings" pitchFamily="2" charset="2"/>
              <a:buChar char="§"/>
            </a:pPr>
            <a:endParaRPr lang="en-US" sz="1300" b="1" baseline="0" dirty="0" smtClean="0">
              <a:solidFill>
                <a:srgbClr val="005C87"/>
              </a:solidFill>
            </a:endParaRPr>
          </a:p>
          <a:p>
            <a:pPr marL="293658" lvl="1" indent="-292128" defTabSz="1004876" eaLnBrk="0" hangingPunct="0">
              <a:spcBef>
                <a:spcPct val="30000"/>
              </a:spcBef>
              <a:spcAft>
                <a:spcPct val="20000"/>
              </a:spcAft>
              <a:buClr>
                <a:srgbClr val="22AA47"/>
              </a:buClr>
              <a:buSzPct val="110000"/>
              <a:buFont typeface="Wingdings" pitchFamily="2" charset="2"/>
              <a:buChar char="§"/>
            </a:pPr>
            <a:endParaRPr lang="en-US" sz="1300" b="1" baseline="0" dirty="0" smtClean="0">
              <a:solidFill>
                <a:srgbClr val="005C87"/>
              </a:solidFill>
            </a:endParaRPr>
          </a:p>
          <a:p>
            <a:pPr marL="293658" lvl="1" indent="-292128" defTabSz="1004876" eaLnBrk="0" hangingPunct="0">
              <a:spcBef>
                <a:spcPct val="30000"/>
              </a:spcBef>
              <a:spcAft>
                <a:spcPct val="20000"/>
              </a:spcAft>
              <a:buClr>
                <a:srgbClr val="22AA47"/>
              </a:buClr>
              <a:buSzPct val="110000"/>
              <a:buFont typeface="Wingdings" pitchFamily="2" charset="2"/>
              <a:buChar char="§"/>
            </a:pPr>
            <a:endParaRPr lang="en-US" sz="1300" b="1" baseline="0" dirty="0" smtClean="0">
              <a:solidFill>
                <a:srgbClr val="005C87"/>
              </a:solidFill>
            </a:endParaRPr>
          </a:p>
          <a:p>
            <a:pPr marL="293658" lvl="1" indent="-292128" defTabSz="1004876" eaLnBrk="0" hangingPunct="0">
              <a:spcBef>
                <a:spcPct val="30000"/>
              </a:spcBef>
              <a:spcAft>
                <a:spcPct val="20000"/>
              </a:spcAft>
              <a:buClr>
                <a:srgbClr val="22AA47"/>
              </a:buClr>
              <a:buSzPct val="110000"/>
              <a:buFont typeface="Wingdings" pitchFamily="2" charset="2"/>
              <a:buChar char="§"/>
            </a:pPr>
            <a:endParaRPr lang="en-US" sz="1300" b="1" baseline="0" dirty="0" smtClean="0">
              <a:solidFill>
                <a:srgbClr val="005C87"/>
              </a:solidFill>
            </a:endParaRPr>
          </a:p>
          <a:p>
            <a:pPr marL="293658" lvl="1" indent="-292128" defTabSz="1004876" eaLnBrk="0" hangingPunct="0">
              <a:spcBef>
                <a:spcPct val="30000"/>
              </a:spcBef>
              <a:spcAft>
                <a:spcPct val="20000"/>
              </a:spcAft>
              <a:buClr>
                <a:srgbClr val="22AA47"/>
              </a:buClr>
              <a:buSzPct val="110000"/>
              <a:buFont typeface="Wingdings" pitchFamily="2" charset="2"/>
              <a:buChar char="§"/>
            </a:pPr>
            <a:endParaRPr lang="en-US" sz="1300" b="1" baseline="0" dirty="0" smtClean="0">
              <a:solidFill>
                <a:srgbClr val="005C87"/>
              </a:solidFill>
            </a:endParaRPr>
          </a:p>
          <a:p>
            <a:pPr marL="293658" lvl="1" indent="-292128" defTabSz="1004876" eaLnBrk="0" hangingPunct="0">
              <a:spcBef>
                <a:spcPct val="30000"/>
              </a:spcBef>
              <a:spcAft>
                <a:spcPct val="20000"/>
              </a:spcAft>
              <a:buClr>
                <a:srgbClr val="22AA47"/>
              </a:buClr>
              <a:buSzPct val="110000"/>
              <a:buFont typeface="Wingdings" pitchFamily="2" charset="2"/>
              <a:buChar char="§"/>
            </a:pPr>
            <a:r>
              <a:rPr lang="en-US" sz="1300" b="1" baseline="0" dirty="0" smtClean="0">
                <a:solidFill>
                  <a:srgbClr val="005C87"/>
                </a:solidFill>
              </a:rPr>
              <a:t>Market overview: FY’12 Global Debt Capital Markets</a:t>
            </a:r>
            <a:r>
              <a:rPr lang="en-US" sz="1300" baseline="0" dirty="0" smtClean="0">
                <a:solidFill>
                  <a:srgbClr val="005C87"/>
                </a:solidFill>
              </a:rPr>
              <a:t> volume rose +6% </a:t>
            </a:r>
            <a:r>
              <a:rPr lang="en-US" sz="1300" baseline="0" dirty="0" err="1" smtClean="0">
                <a:solidFill>
                  <a:srgbClr val="005C87"/>
                </a:solidFill>
              </a:rPr>
              <a:t>YoY</a:t>
            </a:r>
            <a:r>
              <a:rPr lang="en-US" sz="1300" baseline="0" dirty="0" smtClean="0">
                <a:solidFill>
                  <a:srgbClr val="005C87"/>
                </a:solidFill>
              </a:rPr>
              <a:t> to a total value of $4.9tn while Q3’12 volumes dropped -24% </a:t>
            </a:r>
            <a:r>
              <a:rPr lang="en-US" sz="1300" baseline="0" dirty="0" err="1" smtClean="0">
                <a:solidFill>
                  <a:srgbClr val="005C87"/>
                </a:solidFill>
              </a:rPr>
              <a:t>QoQ</a:t>
            </a:r>
            <a:r>
              <a:rPr lang="en-US" sz="1300" baseline="0" dirty="0" smtClean="0">
                <a:solidFill>
                  <a:srgbClr val="005C87"/>
                </a:solidFill>
              </a:rPr>
              <a:t> to $1.5tn.</a:t>
            </a:r>
            <a:r>
              <a:rPr lang="en-US" sz="1300" b="1" baseline="0" dirty="0" smtClean="0">
                <a:solidFill>
                  <a:srgbClr val="005C87"/>
                </a:solidFill>
              </a:rPr>
              <a:t> YTD Q3’12 Global M&amp;A </a:t>
            </a:r>
            <a:r>
              <a:rPr lang="en-US" sz="1300" baseline="0" dirty="0" smtClean="0">
                <a:solidFill>
                  <a:srgbClr val="005C87"/>
                </a:solidFill>
              </a:rPr>
              <a:t>deal value fell -17% </a:t>
            </a:r>
            <a:r>
              <a:rPr lang="en-US" sz="1300" baseline="0" dirty="0" err="1" smtClean="0">
                <a:solidFill>
                  <a:srgbClr val="005C87"/>
                </a:solidFill>
              </a:rPr>
              <a:t>YoY</a:t>
            </a:r>
            <a:r>
              <a:rPr lang="en-US" sz="1300" baseline="0" dirty="0" smtClean="0">
                <a:solidFill>
                  <a:srgbClr val="005C87"/>
                </a:solidFill>
              </a:rPr>
              <a:t> to $1.8tn, Q3’12 volumes dropped -18% </a:t>
            </a:r>
            <a:r>
              <a:rPr lang="en-US" sz="1300" baseline="0" dirty="0" err="1" smtClean="0">
                <a:solidFill>
                  <a:srgbClr val="005C87"/>
                </a:solidFill>
              </a:rPr>
              <a:t>YoY</a:t>
            </a:r>
            <a:r>
              <a:rPr lang="en-US" sz="1300" baseline="0" dirty="0" smtClean="0">
                <a:solidFill>
                  <a:srgbClr val="005C87"/>
                </a:solidFill>
              </a:rPr>
              <a:t> to its lowest quarterly total since Q3’04. Cross border made up 34% of total volumes in Q3’12, the highest since Q3’04. </a:t>
            </a:r>
            <a:r>
              <a:rPr lang="en-US" sz="1300" b="1" baseline="0" dirty="0" smtClean="0">
                <a:solidFill>
                  <a:srgbClr val="005C87"/>
                </a:solidFill>
              </a:rPr>
              <a:t>Global Equity Capital Markets </a:t>
            </a:r>
            <a:r>
              <a:rPr lang="en-US" sz="1300" baseline="0" dirty="0" smtClean="0">
                <a:solidFill>
                  <a:srgbClr val="005C87"/>
                </a:solidFill>
              </a:rPr>
              <a:t>deal volumes rose +77% </a:t>
            </a:r>
            <a:r>
              <a:rPr lang="en-US" sz="1300" baseline="0" dirty="0" err="1" smtClean="0">
                <a:solidFill>
                  <a:srgbClr val="005C87"/>
                </a:solidFill>
              </a:rPr>
              <a:t>YoY</a:t>
            </a:r>
            <a:r>
              <a:rPr lang="en-US" sz="1300" baseline="0" dirty="0" smtClean="0">
                <a:solidFill>
                  <a:srgbClr val="005C87"/>
                </a:solidFill>
              </a:rPr>
              <a:t> in Q3’12, with September’s volume of $90.4bn being the biggest month since December ’10. Despite quarterly increase, YTD Q3’12 volumes dropped -10% </a:t>
            </a:r>
            <a:r>
              <a:rPr lang="en-US" sz="1300" baseline="0" dirty="0" err="1" smtClean="0">
                <a:solidFill>
                  <a:srgbClr val="005C87"/>
                </a:solidFill>
              </a:rPr>
              <a:t>YoY</a:t>
            </a:r>
            <a:r>
              <a:rPr lang="en-US" sz="1300" baseline="0" dirty="0" smtClean="0">
                <a:solidFill>
                  <a:srgbClr val="005C87"/>
                </a:solidFill>
              </a:rPr>
              <a:t> to $480bn. </a:t>
            </a:r>
          </a:p>
          <a:p>
            <a:pPr marL="293658" lvl="1" indent="-292128" defTabSz="1004876" eaLnBrk="0" hangingPunct="0">
              <a:spcBef>
                <a:spcPct val="30000"/>
              </a:spcBef>
              <a:spcAft>
                <a:spcPct val="20000"/>
              </a:spcAft>
              <a:buClr>
                <a:srgbClr val="22AA47"/>
              </a:buClr>
              <a:buSzPct val="110000"/>
              <a:buFont typeface="Wingdings" pitchFamily="2" charset="2"/>
              <a:buChar char="§"/>
            </a:pPr>
            <a:r>
              <a:rPr lang="en-US" sz="1300" b="1" baseline="0" dirty="0" smtClean="0">
                <a:solidFill>
                  <a:srgbClr val="005C87"/>
                </a:solidFill>
              </a:rPr>
              <a:t>Peer Group Commentary YTD </a:t>
            </a:r>
            <a:r>
              <a:rPr lang="en-US" sz="1300" b="1" baseline="0" dirty="0" err="1" smtClean="0">
                <a:solidFill>
                  <a:srgbClr val="005C87"/>
                </a:solidFill>
              </a:rPr>
              <a:t>YoY</a:t>
            </a:r>
            <a:r>
              <a:rPr lang="en-US" sz="1300" b="1" baseline="0" dirty="0" smtClean="0">
                <a:solidFill>
                  <a:srgbClr val="005C87"/>
                </a:solidFill>
              </a:rPr>
              <a:t>:</a:t>
            </a:r>
            <a:r>
              <a:rPr lang="en-US" sz="1300" baseline="0" dirty="0" smtClean="0">
                <a:solidFill>
                  <a:srgbClr val="005C87"/>
                </a:solidFill>
              </a:rPr>
              <a:t> Total WB Equivalent Investment Banking Income fell -10% YoY with Capital Markets income down -6% and Corporate Finance income down -15%. SCB (+14%) was the strongest performer with Corporate Finance </a:t>
            </a:r>
            <a:r>
              <a:rPr lang="en-US" sz="1300" baseline="0" dirty="0" err="1" smtClean="0">
                <a:solidFill>
                  <a:srgbClr val="005C87"/>
                </a:solidFill>
              </a:rPr>
              <a:t>YoY</a:t>
            </a:r>
            <a:r>
              <a:rPr lang="en-US" sz="1300" baseline="0" dirty="0" smtClean="0">
                <a:solidFill>
                  <a:srgbClr val="005C87"/>
                </a:solidFill>
              </a:rPr>
              <a:t> growth of +14% and Capital Markets of +14%.</a:t>
            </a:r>
            <a:endParaRPr lang="en-US" sz="1300" b="1" baseline="0" dirty="0" smtClean="0">
              <a:solidFill>
                <a:srgbClr val="005C87"/>
              </a:solidFill>
            </a:endParaRPr>
          </a:p>
          <a:p>
            <a:pPr marL="293658" lvl="1" indent="-292128" defTabSz="1004876" eaLnBrk="0" hangingPunct="0">
              <a:spcBef>
                <a:spcPct val="30000"/>
              </a:spcBef>
              <a:spcAft>
                <a:spcPct val="20000"/>
              </a:spcAft>
              <a:buClr>
                <a:srgbClr val="22AA47"/>
              </a:buClr>
              <a:buSzPct val="110000"/>
              <a:buFont typeface="Wingdings" pitchFamily="2" charset="2"/>
              <a:buChar char="§"/>
            </a:pPr>
            <a:r>
              <a:rPr lang="en-US" sz="1300" baseline="0" dirty="0" smtClean="0">
                <a:solidFill>
                  <a:srgbClr val="005C87"/>
                </a:solidFill>
              </a:rPr>
              <a:t>UBS reported the highest YoY growth in Capital Markets (+18%) driven by +27% growth in ECM due to increased participation in private and structured transactions from Q2’12 and +10% growth in DCM. This was offset by a -35% decline in its Advisory business due to decline in fees revenue.</a:t>
            </a:r>
          </a:p>
          <a:p>
            <a:pPr marL="293658" lvl="1" indent="-292128" defTabSz="1004876" eaLnBrk="0" hangingPunct="0">
              <a:spcBef>
                <a:spcPct val="30000"/>
              </a:spcBef>
              <a:spcAft>
                <a:spcPct val="20000"/>
              </a:spcAft>
              <a:buClr>
                <a:srgbClr val="22AA47"/>
              </a:buClr>
              <a:buSzPct val="110000"/>
              <a:buFont typeface="Wingdings" pitchFamily="2" charset="2"/>
              <a:buChar char="§"/>
            </a:pPr>
            <a:r>
              <a:rPr lang="en-US" sz="1300" baseline="0" dirty="0" err="1" smtClean="0">
                <a:solidFill>
                  <a:srgbClr val="005C87"/>
                </a:solidFill>
              </a:rPr>
              <a:t>SocGen’s</a:t>
            </a:r>
            <a:r>
              <a:rPr lang="en-US" sz="1300" baseline="0" dirty="0" smtClean="0">
                <a:solidFill>
                  <a:srgbClr val="005C87"/>
                </a:solidFill>
              </a:rPr>
              <a:t> Q3’12 YTD Income fell -40% YoY due to an ongoing increased cost of loan disposals.</a:t>
            </a:r>
          </a:p>
          <a:p>
            <a:pPr marL="293658" lvl="1" indent="-292128" defTabSz="1004876" eaLnBrk="0" hangingPunct="0">
              <a:spcBef>
                <a:spcPct val="30000"/>
              </a:spcBef>
              <a:spcAft>
                <a:spcPct val="20000"/>
              </a:spcAft>
              <a:buClr>
                <a:srgbClr val="22AA47"/>
              </a:buClr>
              <a:buSzPct val="110000"/>
              <a:buFont typeface="Wingdings" pitchFamily="2" charset="2"/>
              <a:buChar char="§"/>
            </a:pPr>
            <a:r>
              <a:rPr lang="en-US" sz="1300" b="1" baseline="0" dirty="0" smtClean="0">
                <a:solidFill>
                  <a:srgbClr val="005C87"/>
                </a:solidFill>
              </a:rPr>
              <a:t>Peer Group Commentary </a:t>
            </a:r>
            <a:r>
              <a:rPr lang="en-US" sz="1300" b="1" baseline="0" dirty="0" err="1" smtClean="0">
                <a:solidFill>
                  <a:srgbClr val="005C87"/>
                </a:solidFill>
              </a:rPr>
              <a:t>YoY</a:t>
            </a:r>
            <a:r>
              <a:rPr lang="en-US" sz="1300" b="1" baseline="0" dirty="0" smtClean="0">
                <a:solidFill>
                  <a:srgbClr val="005C87"/>
                </a:solidFill>
              </a:rPr>
              <a:t>: </a:t>
            </a:r>
            <a:r>
              <a:rPr lang="en-US" sz="1300" baseline="0" dirty="0" smtClean="0">
                <a:solidFill>
                  <a:srgbClr val="005C87"/>
                </a:solidFill>
              </a:rPr>
              <a:t>Investment Banking income rose +20% </a:t>
            </a:r>
            <a:r>
              <a:rPr lang="en-US" sz="1300" baseline="0" dirty="0" err="1" smtClean="0">
                <a:solidFill>
                  <a:srgbClr val="005C87"/>
                </a:solidFill>
              </a:rPr>
              <a:t>YoY</a:t>
            </a:r>
            <a:r>
              <a:rPr lang="en-US" sz="1300" baseline="0" dirty="0" smtClean="0">
                <a:solidFill>
                  <a:srgbClr val="005C87"/>
                </a:solidFill>
              </a:rPr>
              <a:t> on average with a strong uptick in Capital Markets, particularly in Debt Capital Markets, which grew +43% partially offset by a -5% decline in Corporate Finance income. </a:t>
            </a:r>
          </a:p>
          <a:p>
            <a:pPr marL="293658" lvl="1" indent="-292128" defTabSz="1004876" eaLnBrk="0" hangingPunct="0">
              <a:spcBef>
                <a:spcPct val="30000"/>
              </a:spcBef>
              <a:spcAft>
                <a:spcPct val="20000"/>
              </a:spcAft>
              <a:buClr>
                <a:srgbClr val="22AA47"/>
              </a:buClr>
              <a:buSzPct val="110000"/>
              <a:buFont typeface="Wingdings" pitchFamily="2" charset="2"/>
              <a:buChar char="§"/>
            </a:pPr>
            <a:r>
              <a:rPr lang="en-US" sz="1300" baseline="0" dirty="0" smtClean="0">
                <a:solidFill>
                  <a:srgbClr val="005C87"/>
                </a:solidFill>
              </a:rPr>
              <a:t>DB reported the strongest performance (+80%) driven primarily by its Debt Capital Markets, which grew +123% </a:t>
            </a:r>
            <a:r>
              <a:rPr lang="en-US" sz="1300" baseline="0" dirty="0" err="1" smtClean="0">
                <a:solidFill>
                  <a:srgbClr val="005C87"/>
                </a:solidFill>
              </a:rPr>
              <a:t>YoY</a:t>
            </a:r>
            <a:r>
              <a:rPr lang="en-US" sz="1300" baseline="0" dirty="0" smtClean="0">
                <a:solidFill>
                  <a:srgbClr val="005C87"/>
                </a:solidFill>
              </a:rPr>
              <a:t> due to an increase in corporate debt issuance. Equity Underwriting grew +106% </a:t>
            </a:r>
            <a:r>
              <a:rPr lang="en-US" sz="1300" baseline="0" dirty="0" err="1" smtClean="0">
                <a:solidFill>
                  <a:srgbClr val="005C87"/>
                </a:solidFill>
              </a:rPr>
              <a:t>YoY</a:t>
            </a:r>
            <a:r>
              <a:rPr lang="en-US" sz="1300" baseline="0" dirty="0" smtClean="0">
                <a:solidFill>
                  <a:srgbClr val="005C87"/>
                </a:solidFill>
              </a:rPr>
              <a:t> driven by an industry-wide increase in activity, particularly in North America. </a:t>
            </a:r>
          </a:p>
          <a:p>
            <a:pPr marL="293658" lvl="1" indent="-292128" defTabSz="1004876" eaLnBrk="0" hangingPunct="0">
              <a:spcBef>
                <a:spcPct val="30000"/>
              </a:spcBef>
              <a:spcAft>
                <a:spcPct val="20000"/>
              </a:spcAft>
              <a:buClr>
                <a:srgbClr val="22AA47"/>
              </a:buClr>
              <a:buSzPct val="110000"/>
              <a:buFont typeface="Wingdings" pitchFamily="2" charset="2"/>
              <a:buChar char="§"/>
            </a:pPr>
            <a:r>
              <a:rPr lang="en-US" sz="1300" baseline="0" dirty="0" smtClean="0">
                <a:solidFill>
                  <a:srgbClr val="005C87"/>
                </a:solidFill>
              </a:rPr>
              <a:t>MS’s Q3’12 Capital Markets Income rose +40% </a:t>
            </a:r>
            <a:r>
              <a:rPr lang="en-US" sz="1300" baseline="0" dirty="0" err="1" smtClean="0">
                <a:solidFill>
                  <a:srgbClr val="005C87"/>
                </a:solidFill>
              </a:rPr>
              <a:t>YoY</a:t>
            </a:r>
            <a:r>
              <a:rPr lang="en-US" sz="1300" baseline="0" dirty="0" smtClean="0">
                <a:solidFill>
                  <a:srgbClr val="005C87"/>
                </a:solidFill>
              </a:rPr>
              <a:t> driven by a +103% increase in Debt underwriting income due to increased bond issuance volumes and higher market share in investment grade debt. This was partially offset by a -18% in Corporate Finance due to lower completed market volumes.</a:t>
            </a:r>
          </a:p>
          <a:p>
            <a:pPr marL="293658" lvl="1" indent="-292128" defTabSz="1004876" eaLnBrk="0" hangingPunct="0">
              <a:spcBef>
                <a:spcPct val="30000"/>
              </a:spcBef>
              <a:spcAft>
                <a:spcPct val="20000"/>
              </a:spcAft>
              <a:buClr>
                <a:srgbClr val="22AA47"/>
              </a:buClr>
              <a:buSzPct val="110000"/>
              <a:buFont typeface="Wingdings" pitchFamily="2" charset="2"/>
              <a:buChar char="§"/>
            </a:pPr>
            <a:endParaRPr lang="en-US" sz="1400" baseline="0" dirty="0" smtClean="0">
              <a:solidFill>
                <a:srgbClr val="005C87"/>
              </a:solidFill>
            </a:endParaRPr>
          </a:p>
        </p:txBody>
      </p:sp>
      <p:sp>
        <p:nvSpPr>
          <p:cNvPr id="11" name="Text Box 144"/>
          <p:cNvSpPr txBox="1">
            <a:spLocks noChangeArrowheads="1"/>
          </p:cNvSpPr>
          <p:nvPr/>
        </p:nvSpPr>
        <p:spPr bwMode="auto">
          <a:xfrm>
            <a:off x="1452569" y="6920785"/>
            <a:ext cx="5086457" cy="504402"/>
          </a:xfrm>
          <a:prstGeom prst="rect">
            <a:avLst/>
          </a:prstGeom>
          <a:noFill/>
          <a:ln w="9525">
            <a:noFill/>
            <a:miter lim="800000"/>
            <a:headEnd/>
            <a:tailEnd/>
          </a:ln>
        </p:spPr>
        <p:txBody>
          <a:bodyPr wrap="square" lIns="88046" tIns="44022" rIns="88046" bIns="44022" anchor="b">
            <a:spAutoFit/>
          </a:bodyPr>
          <a:lstStyle/>
          <a:p>
            <a:pPr>
              <a:spcBef>
                <a:spcPct val="50000"/>
              </a:spcBef>
            </a:pPr>
            <a:r>
              <a:rPr lang="en-GB" sz="600" baseline="0" dirty="0" smtClean="0"/>
              <a:t>Sources: Company reports, WB Performance Management Analysis. SCB figures on management basis. </a:t>
            </a:r>
          </a:p>
          <a:p>
            <a:pPr>
              <a:spcBef>
                <a:spcPct val="50000"/>
              </a:spcBef>
            </a:pPr>
            <a:r>
              <a:rPr lang="en-US" sz="600" baseline="0" dirty="0" smtClean="0">
                <a:solidFill>
                  <a:srgbClr val="005C87"/>
                </a:solidFill>
              </a:rPr>
              <a:t>Note: Capital Markets and Corporate Finance peer group total income and YTD/</a:t>
            </a:r>
            <a:r>
              <a:rPr lang="en-US" sz="600" baseline="0" dirty="0" err="1" smtClean="0">
                <a:solidFill>
                  <a:srgbClr val="005C87"/>
                </a:solidFill>
              </a:rPr>
              <a:t>YoY</a:t>
            </a:r>
            <a:r>
              <a:rPr lang="en-US" sz="600" baseline="0" dirty="0" smtClean="0">
                <a:solidFill>
                  <a:srgbClr val="005C87"/>
                </a:solidFill>
              </a:rPr>
              <a:t> changes do not sum to total Investment Banking as Barclays and </a:t>
            </a:r>
            <a:r>
              <a:rPr lang="en-US" sz="600" baseline="0" dirty="0" err="1" smtClean="0">
                <a:solidFill>
                  <a:srgbClr val="005C87"/>
                </a:solidFill>
              </a:rPr>
              <a:t>Socgen</a:t>
            </a:r>
            <a:r>
              <a:rPr lang="en-US" sz="600" baseline="0" dirty="0" smtClean="0">
                <a:solidFill>
                  <a:srgbClr val="005C87"/>
                </a:solidFill>
              </a:rPr>
              <a:t> do not disclose the split of their Investment Banking business and are therefore excluded from the sub-product level figures.</a:t>
            </a:r>
          </a:p>
        </p:txBody>
      </p:sp>
    </p:spTree>
  </p:cSld>
  <p:clrMapOvr>
    <a:masterClrMapping/>
  </p:clrMapOvr>
  <p:transition spd="med"/>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1745" name="Picture 2" descr="Visual Identitiy Band"/>
          <p:cNvPicPr preferRelativeResize="0">
            <a:picLocks noChangeArrowheads="1"/>
          </p:cNvPicPr>
          <p:nvPr/>
        </p:nvPicPr>
        <p:blipFill>
          <a:blip r:embed="rId3" cstate="print"/>
          <a:srcRect/>
          <a:stretch>
            <a:fillRect/>
          </a:stretch>
        </p:blipFill>
        <p:spPr bwMode="auto">
          <a:xfrm>
            <a:off x="0" y="2381484"/>
            <a:ext cx="10693400" cy="61913"/>
          </a:xfrm>
          <a:prstGeom prst="rect">
            <a:avLst/>
          </a:prstGeom>
          <a:noFill/>
          <a:ln w="9525">
            <a:noFill/>
            <a:miter lim="800000"/>
            <a:headEnd/>
            <a:tailEnd/>
          </a:ln>
        </p:spPr>
      </p:pic>
      <p:sp>
        <p:nvSpPr>
          <p:cNvPr id="31746" name="Rectangle 3"/>
          <p:cNvSpPr>
            <a:spLocks noGrp="1" noChangeArrowheads="1"/>
          </p:cNvSpPr>
          <p:nvPr>
            <p:ph type="ctrTitle"/>
          </p:nvPr>
        </p:nvSpPr>
        <p:spPr>
          <a:xfrm>
            <a:off x="669925" y="2522543"/>
            <a:ext cx="8834438" cy="2424112"/>
          </a:xfrm>
        </p:spPr>
        <p:txBody>
          <a:bodyPr/>
          <a:lstStyle/>
          <a:p>
            <a:pPr eaLnBrk="1" hangingPunct="1"/>
            <a:r>
              <a:rPr lang="en-US" dirty="0" smtClean="0">
                <a:solidFill>
                  <a:srgbClr val="6C6C6C"/>
                </a:solidFill>
              </a:rPr>
              <a:t>Balance Sheet Metrics</a:t>
            </a:r>
            <a:br>
              <a:rPr lang="en-US" dirty="0" smtClean="0">
                <a:solidFill>
                  <a:srgbClr val="6C6C6C"/>
                </a:solidFill>
              </a:rPr>
            </a:br>
            <a:r>
              <a:rPr lang="en-US" dirty="0" smtClean="0">
                <a:solidFill>
                  <a:srgbClr val="6C6C6C"/>
                </a:solidFill>
              </a:rPr>
              <a:t/>
            </a:r>
            <a:br>
              <a:rPr lang="en-US" dirty="0" smtClean="0">
                <a:solidFill>
                  <a:srgbClr val="6C6C6C"/>
                </a:solidFill>
              </a:rPr>
            </a:br>
            <a:endParaRPr lang="en-GB" dirty="0" smtClean="0">
              <a:solidFill>
                <a:srgbClr val="6C6C6C"/>
              </a:solidFill>
            </a:endParaRPr>
          </a:p>
        </p:txBody>
      </p:sp>
    </p:spTree>
  </p:cSld>
  <p:clrMapOvr>
    <a:masterClrMapping/>
  </p:clrMapOvr>
  <p:transition spd="med"/>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5458" name="Picture 2"/>
          <p:cNvPicPr>
            <a:picLocks noChangeAspect="1" noChangeArrowheads="1"/>
          </p:cNvPicPr>
          <p:nvPr/>
        </p:nvPicPr>
        <p:blipFill>
          <a:blip r:embed="rId3" cstate="print"/>
          <a:srcRect/>
          <a:stretch>
            <a:fillRect/>
          </a:stretch>
        </p:blipFill>
        <p:spPr bwMode="auto">
          <a:xfrm>
            <a:off x="175988" y="1668804"/>
            <a:ext cx="7667625" cy="3810000"/>
          </a:xfrm>
          <a:prstGeom prst="rect">
            <a:avLst/>
          </a:prstGeom>
          <a:noFill/>
          <a:ln w="9525">
            <a:noFill/>
            <a:miter lim="800000"/>
            <a:headEnd/>
            <a:tailEnd/>
          </a:ln>
          <a:effectLst/>
        </p:spPr>
      </p:pic>
      <p:sp>
        <p:nvSpPr>
          <p:cNvPr id="9" name="TextBox 8"/>
          <p:cNvSpPr txBox="1"/>
          <p:nvPr/>
        </p:nvSpPr>
        <p:spPr>
          <a:xfrm>
            <a:off x="4005942" y="2754090"/>
            <a:ext cx="511628" cy="2931551"/>
          </a:xfrm>
          <a:prstGeom prst="rect">
            <a:avLst/>
          </a:prstGeom>
          <a:noFill/>
          <a:ln>
            <a:solidFill>
              <a:srgbClr val="FF0000"/>
            </a:solidFill>
            <a:prstDash val="sysDash"/>
          </a:ln>
        </p:spPr>
        <p:txBody>
          <a:bodyPr wrap="square" lIns="88792" tIns="44396" rIns="88792" bIns="44396" rtlCol="0">
            <a:noAutofit/>
          </a:bodyPr>
          <a:lstStyle/>
          <a:p>
            <a:endParaRPr lang="en-GB" dirty="0"/>
          </a:p>
        </p:txBody>
      </p:sp>
      <p:sp>
        <p:nvSpPr>
          <p:cNvPr id="2" name="Rectangle 14"/>
          <p:cNvSpPr txBox="1">
            <a:spLocks noChangeArrowheads="1"/>
          </p:cNvSpPr>
          <p:nvPr/>
        </p:nvSpPr>
        <p:spPr bwMode="auto">
          <a:xfrm>
            <a:off x="412751" y="368300"/>
            <a:ext cx="9867900" cy="587375"/>
          </a:xfrm>
          <a:prstGeom prst="rect">
            <a:avLst/>
          </a:prstGeom>
          <a:noFill/>
          <a:ln w="9525">
            <a:noFill/>
            <a:miter lim="800000"/>
            <a:headEnd/>
            <a:tailEnd/>
          </a:ln>
        </p:spPr>
        <p:txBody>
          <a:bodyPr vert="horz" wrap="square" lIns="0" tIns="50619" rIns="101247" bIns="50619" numCol="1" anchor="ctr" anchorCtr="0" compatLnSpc="1">
            <a:prstTxWarp prst="textNoShape">
              <a:avLst/>
            </a:prstTxWarp>
          </a:bodyPr>
          <a:lstStyle/>
          <a:p>
            <a:pPr defTabSz="1012886">
              <a:defRPr/>
            </a:pPr>
            <a:r>
              <a:rPr lang="en-US" sz="2200" kern="0" baseline="0" dirty="0" smtClean="0">
                <a:solidFill>
                  <a:srgbClr val="6D6E71"/>
                </a:solidFill>
                <a:latin typeface="Arial"/>
              </a:rPr>
              <a:t>Capital ratios rose for most banks in the peer group</a:t>
            </a:r>
            <a:endParaRPr lang="en-GB" sz="2200" kern="0" baseline="0" dirty="0" smtClean="0">
              <a:solidFill>
                <a:srgbClr val="6D6E71"/>
              </a:solidFill>
              <a:latin typeface="Arial"/>
            </a:endParaRPr>
          </a:p>
        </p:txBody>
      </p:sp>
      <p:sp>
        <p:nvSpPr>
          <p:cNvPr id="14" name="Text Box 22"/>
          <p:cNvSpPr txBox="1">
            <a:spLocks noChangeArrowheads="1"/>
          </p:cNvSpPr>
          <p:nvPr/>
        </p:nvSpPr>
        <p:spPr bwMode="auto">
          <a:xfrm>
            <a:off x="1376985" y="6989427"/>
            <a:ext cx="5646116" cy="320443"/>
          </a:xfrm>
          <a:prstGeom prst="rect">
            <a:avLst/>
          </a:prstGeom>
          <a:noFill/>
          <a:ln w="9525">
            <a:noFill/>
            <a:miter lim="800000"/>
            <a:headEnd/>
            <a:tailEnd/>
          </a:ln>
        </p:spPr>
        <p:txBody>
          <a:bodyPr wrap="square" lIns="88744" tIns="44372" rIns="88744" bIns="44372">
            <a:spAutoFit/>
          </a:bodyPr>
          <a:lstStyle/>
          <a:p>
            <a:pPr>
              <a:spcBef>
                <a:spcPct val="50000"/>
              </a:spcBef>
            </a:pPr>
            <a:r>
              <a:rPr lang="en-US" sz="800" baseline="30000" dirty="0" smtClean="0"/>
              <a:t>1</a:t>
            </a:r>
            <a:r>
              <a:rPr lang="en-US" dirty="0" smtClean="0"/>
              <a:t> </a:t>
            </a:r>
            <a:r>
              <a:rPr lang="en-US" sz="600" baseline="0" dirty="0" smtClean="0"/>
              <a:t>Most peers do not disclose their capital positions/ratios at WB level, hence data at Group level has been used for comparison purposes</a:t>
            </a:r>
            <a:r>
              <a:rPr lang="en-GB" sz="600" baseline="0" dirty="0" smtClean="0"/>
              <a:t>. </a:t>
            </a:r>
          </a:p>
          <a:p>
            <a:pPr>
              <a:spcBef>
                <a:spcPct val="50000"/>
              </a:spcBef>
            </a:pPr>
            <a:r>
              <a:rPr lang="en-US" sz="800" baseline="30000" dirty="0" smtClean="0"/>
              <a:t>2</a:t>
            </a:r>
            <a:r>
              <a:rPr lang="en-US" sz="800" dirty="0" smtClean="0"/>
              <a:t> </a:t>
            </a:r>
            <a:r>
              <a:rPr lang="en-US" sz="600" baseline="0" dirty="0" smtClean="0"/>
              <a:t>US banks report under Basel 1 while European banks under Basel 2.5. </a:t>
            </a:r>
          </a:p>
        </p:txBody>
      </p:sp>
      <p:sp>
        <p:nvSpPr>
          <p:cNvPr id="18" name="Rectangle 39"/>
          <p:cNvSpPr>
            <a:spLocks noChangeArrowheads="1"/>
          </p:cNvSpPr>
          <p:nvPr/>
        </p:nvSpPr>
        <p:spPr bwMode="auto">
          <a:xfrm>
            <a:off x="365587" y="1241794"/>
            <a:ext cx="4861559" cy="468312"/>
          </a:xfrm>
          <a:prstGeom prst="rect">
            <a:avLst/>
          </a:prstGeom>
          <a:noFill/>
          <a:ln w="9525">
            <a:noFill/>
            <a:miter lim="800000"/>
            <a:headEnd/>
            <a:tailEnd/>
          </a:ln>
        </p:spPr>
        <p:txBody>
          <a:bodyPr lIns="0" tIns="0" rIns="0" bIns="0"/>
          <a:lstStyle/>
          <a:p>
            <a:pPr defTabSz="1012886">
              <a:spcBef>
                <a:spcPct val="40000"/>
              </a:spcBef>
              <a:spcAft>
                <a:spcPct val="20000"/>
              </a:spcAft>
              <a:buClr>
                <a:srgbClr val="005C87"/>
              </a:buClr>
            </a:pPr>
            <a:r>
              <a:rPr lang="en-US" sz="1300" b="1" baseline="0" dirty="0" smtClean="0">
                <a:solidFill>
                  <a:srgbClr val="005C87"/>
                </a:solidFill>
              </a:rPr>
              <a:t>Growth in Group Core Tier 1 Ratios</a:t>
            </a:r>
            <a:r>
              <a:rPr lang="en-US" sz="1300" b="1" baseline="30000" dirty="0" smtClean="0">
                <a:solidFill>
                  <a:srgbClr val="005C87"/>
                </a:solidFill>
              </a:rPr>
              <a:t>1,2</a:t>
            </a:r>
          </a:p>
          <a:p>
            <a:pPr defTabSz="1012886">
              <a:spcBef>
                <a:spcPct val="40000"/>
              </a:spcBef>
              <a:spcAft>
                <a:spcPct val="20000"/>
              </a:spcAft>
              <a:buClr>
                <a:srgbClr val="005C87"/>
              </a:buClr>
            </a:pPr>
            <a:endParaRPr lang="en-AU" sz="1300" dirty="0">
              <a:solidFill>
                <a:srgbClr val="005C87"/>
              </a:solidFill>
            </a:endParaRPr>
          </a:p>
        </p:txBody>
      </p:sp>
      <p:sp>
        <p:nvSpPr>
          <p:cNvPr id="12" name="Line 30"/>
          <p:cNvSpPr>
            <a:spLocks noChangeShapeType="1"/>
          </p:cNvSpPr>
          <p:nvPr/>
        </p:nvSpPr>
        <p:spPr bwMode="auto">
          <a:xfrm>
            <a:off x="360054" y="1494971"/>
            <a:ext cx="7315200" cy="0"/>
          </a:xfrm>
          <a:prstGeom prst="line">
            <a:avLst/>
          </a:prstGeom>
          <a:noFill/>
          <a:ln w="9525">
            <a:solidFill>
              <a:schemeClr val="accent1"/>
            </a:solidFill>
            <a:round/>
            <a:headEnd/>
            <a:tailEnd/>
          </a:ln>
        </p:spPr>
        <p:txBody>
          <a:bodyPr lIns="88507" tIns="44252" rIns="88507" bIns="44252"/>
          <a:lstStyle/>
          <a:p>
            <a:endParaRPr lang="en-US" dirty="0"/>
          </a:p>
        </p:txBody>
      </p:sp>
      <p:sp>
        <p:nvSpPr>
          <p:cNvPr id="25" name="Text Box 6"/>
          <p:cNvSpPr txBox="1">
            <a:spLocks noChangeArrowheads="1"/>
          </p:cNvSpPr>
          <p:nvPr/>
        </p:nvSpPr>
        <p:spPr bwMode="auto">
          <a:xfrm>
            <a:off x="10069746" y="7056438"/>
            <a:ext cx="357187" cy="298450"/>
          </a:xfrm>
          <a:prstGeom prst="rect">
            <a:avLst/>
          </a:prstGeom>
          <a:noFill/>
          <a:ln w="9525">
            <a:noFill/>
            <a:miter lim="800000"/>
            <a:headEnd/>
            <a:tailEnd/>
          </a:ln>
        </p:spPr>
        <p:txBody>
          <a:bodyPr lIns="0" tIns="0" rIns="0" bIns="0" anchor="ctr"/>
          <a:lstStyle/>
          <a:p>
            <a:pPr algn="ctr" defTabSz="1006832">
              <a:defRPr/>
            </a:pPr>
            <a:fld id="{11BBAC88-D85F-4C74-9FFA-07A924DA6D92}" type="slidenum">
              <a:rPr lang="en-US" baseline="0">
                <a:solidFill>
                  <a:srgbClr val="6D6E71"/>
                </a:solidFill>
              </a:rPr>
              <a:pPr algn="ctr" defTabSz="1006832">
                <a:defRPr/>
              </a:pPr>
              <a:t>33</a:t>
            </a:fld>
            <a:endParaRPr lang="en-US" baseline="0" dirty="0">
              <a:solidFill>
                <a:srgbClr val="6D6E71"/>
              </a:solidFill>
            </a:endParaRPr>
          </a:p>
        </p:txBody>
      </p:sp>
      <p:sp>
        <p:nvSpPr>
          <p:cNvPr id="13" name="Text Box 25"/>
          <p:cNvSpPr txBox="1">
            <a:spLocks noChangeArrowheads="1"/>
          </p:cNvSpPr>
          <p:nvPr/>
        </p:nvSpPr>
        <p:spPr bwMode="auto">
          <a:xfrm>
            <a:off x="6505579" y="7080250"/>
            <a:ext cx="3475038" cy="252413"/>
          </a:xfrm>
          <a:prstGeom prst="rect">
            <a:avLst/>
          </a:prstGeom>
          <a:noFill/>
          <a:ln w="9525">
            <a:noFill/>
            <a:miter lim="800000"/>
            <a:headEnd/>
            <a:tailEnd/>
          </a:ln>
        </p:spPr>
        <p:txBody>
          <a:bodyPr lIns="0" tIns="0" rIns="120757" bIns="0" anchor="ctr"/>
          <a:lstStyle/>
          <a:p>
            <a:pPr marL="512253" indent="-512253" algn="r" defTabSz="1022938">
              <a:spcBef>
                <a:spcPct val="40000"/>
              </a:spcBef>
              <a:spcAft>
                <a:spcPct val="40000"/>
              </a:spcAft>
              <a:defRPr/>
            </a:pPr>
            <a:r>
              <a:rPr lang="en-GB" baseline="0" dirty="0">
                <a:solidFill>
                  <a:srgbClr val="6D6E71"/>
                </a:solidFill>
                <a:latin typeface="Arial"/>
              </a:rPr>
              <a:t>WB </a:t>
            </a:r>
            <a:r>
              <a:rPr lang="en-GB" baseline="0" dirty="0" smtClean="0">
                <a:solidFill>
                  <a:srgbClr val="6D6E71"/>
                </a:solidFill>
                <a:latin typeface="Arial"/>
              </a:rPr>
              <a:t>Performance Management </a:t>
            </a:r>
            <a:r>
              <a:rPr lang="en-GB" baseline="0" dirty="0">
                <a:solidFill>
                  <a:srgbClr val="6D6E71"/>
                </a:solidFill>
                <a:latin typeface="Arial"/>
              </a:rPr>
              <a:t>- External Performance Analytics</a:t>
            </a:r>
          </a:p>
        </p:txBody>
      </p:sp>
      <p:sp>
        <p:nvSpPr>
          <p:cNvPr id="17" name="Rectangle 3"/>
          <p:cNvSpPr>
            <a:spLocks noChangeArrowheads="1"/>
          </p:cNvSpPr>
          <p:nvPr/>
        </p:nvSpPr>
        <p:spPr bwMode="auto">
          <a:xfrm>
            <a:off x="7815156" y="1743833"/>
            <a:ext cx="2465499" cy="5588830"/>
          </a:xfrm>
          <a:prstGeom prst="rect">
            <a:avLst/>
          </a:prstGeom>
          <a:noFill/>
          <a:ln w="9525">
            <a:noFill/>
            <a:miter lim="800000"/>
            <a:headEnd/>
            <a:tailEnd/>
          </a:ln>
        </p:spPr>
        <p:txBody>
          <a:bodyPr lIns="0" tIns="0" rIns="0" bIns="0"/>
          <a:lstStyle/>
          <a:p>
            <a:pPr marL="294957" lvl="1" indent="-293420" defTabSz="1009324">
              <a:spcBef>
                <a:spcPct val="30000"/>
              </a:spcBef>
              <a:spcAft>
                <a:spcPct val="20000"/>
              </a:spcAft>
              <a:buClr>
                <a:srgbClr val="22AA47"/>
              </a:buClr>
              <a:buSzPct val="110000"/>
              <a:buFont typeface="Wingdings" pitchFamily="2" charset="2"/>
              <a:buChar char="§"/>
            </a:pPr>
            <a:r>
              <a:rPr lang="en-US" sz="1300" baseline="0" dirty="0" smtClean="0">
                <a:solidFill>
                  <a:srgbClr val="005C87"/>
                </a:solidFill>
              </a:rPr>
              <a:t>UBS and Credit Suisse reported the highest and  most </a:t>
            </a:r>
            <a:r>
              <a:rPr lang="en-US" sz="1300" baseline="0" dirty="0" err="1" smtClean="0">
                <a:solidFill>
                  <a:srgbClr val="005C87"/>
                </a:solidFill>
              </a:rPr>
              <a:t>YoY</a:t>
            </a:r>
            <a:r>
              <a:rPr lang="en-US" sz="1300" baseline="0" dirty="0" smtClean="0">
                <a:solidFill>
                  <a:srgbClr val="005C87"/>
                </a:solidFill>
              </a:rPr>
              <a:t> improved (+490bps) Group Core Tier 1 ratios at end-2012, from capital retention and reduction in RWAs due to deleveraging.</a:t>
            </a:r>
          </a:p>
          <a:p>
            <a:pPr marL="294957" lvl="1" indent="-293420" defTabSz="1009324">
              <a:spcBef>
                <a:spcPct val="30000"/>
              </a:spcBef>
              <a:spcAft>
                <a:spcPct val="20000"/>
              </a:spcAft>
              <a:buClr>
                <a:srgbClr val="22AA47"/>
              </a:buClr>
              <a:buSzPct val="110000"/>
              <a:buFont typeface="Wingdings" pitchFamily="2" charset="2"/>
              <a:buChar char="§"/>
            </a:pPr>
            <a:r>
              <a:rPr lang="en-US" sz="1300" baseline="0" dirty="0" smtClean="0">
                <a:solidFill>
                  <a:srgbClr val="005C87"/>
                </a:solidFill>
              </a:rPr>
              <a:t>UBS reduced RWAs by -20% </a:t>
            </a:r>
            <a:r>
              <a:rPr lang="en-US" sz="1300" baseline="0" dirty="0" err="1" smtClean="0">
                <a:solidFill>
                  <a:srgbClr val="005C87"/>
                </a:solidFill>
              </a:rPr>
              <a:t>YoY</a:t>
            </a:r>
            <a:r>
              <a:rPr lang="en-US" sz="1300" baseline="0" dirty="0" smtClean="0">
                <a:solidFill>
                  <a:srgbClr val="005C87"/>
                </a:solidFill>
              </a:rPr>
              <a:t> at end-2012, the largest across the peer group as they accelerated their deleveraging plans (see next slides for more details).</a:t>
            </a:r>
            <a:endParaRPr lang="en-US" sz="1300" baseline="0" dirty="0" smtClean="0">
              <a:solidFill>
                <a:srgbClr val="FF0000"/>
              </a:solidFill>
            </a:endParaRPr>
          </a:p>
          <a:p>
            <a:pPr marL="294957" lvl="1" indent="-293420" defTabSz="1009324">
              <a:spcBef>
                <a:spcPct val="30000"/>
              </a:spcBef>
              <a:spcAft>
                <a:spcPct val="20000"/>
              </a:spcAft>
              <a:buClr>
                <a:srgbClr val="22AA47"/>
              </a:buClr>
              <a:buSzPct val="110000"/>
              <a:buFont typeface="Wingdings" pitchFamily="2" charset="2"/>
              <a:buChar char="§"/>
            </a:pPr>
            <a:r>
              <a:rPr lang="en-US" sz="1300" baseline="0" dirty="0" smtClean="0">
                <a:solidFill>
                  <a:srgbClr val="005C87"/>
                </a:solidFill>
              </a:rPr>
              <a:t>SCB and JPMC were the only banks in the peer group to report higher RWAs at end-2012 mainly from asset growth and regulatory changes to capital models. </a:t>
            </a:r>
          </a:p>
          <a:p>
            <a:pPr marL="294957" lvl="1" indent="-293420" defTabSz="1009324">
              <a:spcBef>
                <a:spcPct val="30000"/>
              </a:spcBef>
              <a:spcAft>
                <a:spcPct val="20000"/>
              </a:spcAft>
              <a:buClr>
                <a:srgbClr val="22AA47"/>
              </a:buClr>
              <a:buSzPct val="110000"/>
              <a:buFont typeface="Wingdings" pitchFamily="2" charset="2"/>
              <a:buChar char="§"/>
            </a:pPr>
            <a:r>
              <a:rPr lang="en-US" sz="1300" baseline="0" dirty="0" smtClean="0">
                <a:solidFill>
                  <a:srgbClr val="005C87"/>
                </a:solidFill>
              </a:rPr>
              <a:t>Core Tier 1 ratios decreased marginally for SCB, Barclays and RBS.</a:t>
            </a:r>
          </a:p>
        </p:txBody>
      </p:sp>
      <p:sp>
        <p:nvSpPr>
          <p:cNvPr id="19" name="Line 30"/>
          <p:cNvSpPr>
            <a:spLocks noChangeShapeType="1"/>
          </p:cNvSpPr>
          <p:nvPr/>
        </p:nvSpPr>
        <p:spPr bwMode="auto">
          <a:xfrm>
            <a:off x="7898554" y="1494971"/>
            <a:ext cx="2304598" cy="0"/>
          </a:xfrm>
          <a:prstGeom prst="line">
            <a:avLst/>
          </a:prstGeom>
          <a:noFill/>
          <a:ln w="9525">
            <a:solidFill>
              <a:schemeClr val="accent1"/>
            </a:solidFill>
            <a:round/>
            <a:headEnd/>
            <a:tailEnd/>
          </a:ln>
        </p:spPr>
        <p:txBody>
          <a:bodyPr lIns="88507" tIns="44252" rIns="88507" bIns="44252"/>
          <a:lstStyle/>
          <a:p>
            <a:endParaRPr lang="en-US" dirty="0"/>
          </a:p>
        </p:txBody>
      </p:sp>
      <p:sp>
        <p:nvSpPr>
          <p:cNvPr id="20" name="Rectangle 39"/>
          <p:cNvSpPr>
            <a:spLocks noChangeArrowheads="1"/>
          </p:cNvSpPr>
          <p:nvPr/>
        </p:nvSpPr>
        <p:spPr bwMode="auto">
          <a:xfrm>
            <a:off x="7900364" y="1241794"/>
            <a:ext cx="2110920" cy="468312"/>
          </a:xfrm>
          <a:prstGeom prst="rect">
            <a:avLst/>
          </a:prstGeom>
          <a:noFill/>
          <a:ln w="9525">
            <a:noFill/>
            <a:miter lim="800000"/>
            <a:headEnd/>
            <a:tailEnd/>
          </a:ln>
        </p:spPr>
        <p:txBody>
          <a:bodyPr lIns="0" tIns="0" rIns="0" bIns="0"/>
          <a:lstStyle/>
          <a:p>
            <a:pPr defTabSz="1009680">
              <a:spcBef>
                <a:spcPct val="40000"/>
              </a:spcBef>
              <a:spcAft>
                <a:spcPct val="20000"/>
              </a:spcAft>
              <a:buClr>
                <a:srgbClr val="005C87"/>
              </a:buClr>
            </a:pPr>
            <a:r>
              <a:rPr lang="en-AU" sz="1300" b="1" baseline="0" dirty="0" smtClean="0">
                <a:solidFill>
                  <a:srgbClr val="005C87"/>
                </a:solidFill>
              </a:rPr>
              <a:t>Highlights</a:t>
            </a:r>
            <a:endParaRPr lang="en-AU" sz="1300" baseline="0" dirty="0">
              <a:solidFill>
                <a:srgbClr val="005C87"/>
              </a:solidFill>
            </a:endParaRPr>
          </a:p>
        </p:txBody>
      </p:sp>
      <p:grpSp>
        <p:nvGrpSpPr>
          <p:cNvPr id="3" name="Group 25"/>
          <p:cNvGrpSpPr/>
          <p:nvPr/>
        </p:nvGrpSpPr>
        <p:grpSpPr>
          <a:xfrm>
            <a:off x="298453" y="5388879"/>
            <a:ext cx="469307" cy="264096"/>
            <a:chOff x="5503863" y="2170150"/>
            <a:chExt cx="469307" cy="264096"/>
          </a:xfrm>
        </p:grpSpPr>
        <p:sp>
          <p:nvSpPr>
            <p:cNvPr id="22" name="Oval 21"/>
            <p:cNvSpPr/>
            <p:nvPr/>
          </p:nvSpPr>
          <p:spPr bwMode="auto">
            <a:xfrm>
              <a:off x="5555636" y="2196502"/>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1104" tIns="50554" rIns="101104" bIns="50554" numCol="1" rtlCol="0" anchor="t" anchorCtr="0" compatLnSpc="1">
              <a:prstTxWarp prst="textNoShape">
                <a:avLst/>
              </a:prstTxWarp>
            </a:bodyPr>
            <a:lstStyle/>
            <a:p>
              <a:pPr defTabSz="1152542">
                <a:spcBef>
                  <a:spcPct val="40000"/>
                </a:spcBef>
                <a:spcAft>
                  <a:spcPct val="40000"/>
                </a:spcAft>
              </a:pPr>
              <a:endParaRPr lang="en-GB" sz="1000" baseline="0" dirty="0" smtClean="0">
                <a:solidFill>
                  <a:srgbClr val="FF0000"/>
                </a:solidFill>
              </a:endParaRPr>
            </a:p>
          </p:txBody>
        </p:sp>
        <p:sp>
          <p:nvSpPr>
            <p:cNvPr id="23" name="TextBox 22"/>
            <p:cNvSpPr txBox="1"/>
            <p:nvPr/>
          </p:nvSpPr>
          <p:spPr>
            <a:xfrm>
              <a:off x="5503863" y="2170150"/>
              <a:ext cx="469307" cy="222884"/>
            </a:xfrm>
            <a:prstGeom prst="rect">
              <a:avLst/>
            </a:prstGeom>
            <a:noFill/>
          </p:spPr>
          <p:txBody>
            <a:bodyPr wrap="square" lIns="88648" tIns="44324" rIns="88648" bIns="44324" rtlCol="0">
              <a:spAutoFit/>
            </a:bodyPr>
            <a:lstStyle/>
            <a:p>
              <a:pPr algn="ctr"/>
              <a:r>
                <a:rPr lang="en-US" sz="1300" dirty="0" smtClean="0">
                  <a:solidFill>
                    <a:srgbClr val="FF0000"/>
                  </a:solidFill>
                </a:rPr>
                <a:t>-20%</a:t>
              </a:r>
              <a:endParaRPr lang="en-GB" sz="1300" dirty="0">
                <a:solidFill>
                  <a:srgbClr val="FF0000"/>
                </a:solidFill>
              </a:endParaRPr>
            </a:p>
          </p:txBody>
        </p:sp>
      </p:grpSp>
      <p:grpSp>
        <p:nvGrpSpPr>
          <p:cNvPr id="4" name="Group 26"/>
          <p:cNvGrpSpPr/>
          <p:nvPr/>
        </p:nvGrpSpPr>
        <p:grpSpPr>
          <a:xfrm>
            <a:off x="7251703" y="5388879"/>
            <a:ext cx="469307" cy="264096"/>
            <a:chOff x="5503863" y="2170150"/>
            <a:chExt cx="469307" cy="264096"/>
          </a:xfrm>
        </p:grpSpPr>
        <p:sp>
          <p:nvSpPr>
            <p:cNvPr id="28" name="Oval 27"/>
            <p:cNvSpPr/>
            <p:nvPr/>
          </p:nvSpPr>
          <p:spPr bwMode="auto">
            <a:xfrm>
              <a:off x="5555636" y="2196502"/>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1104" tIns="50554" rIns="101104" bIns="50554" numCol="1" rtlCol="0" anchor="t" anchorCtr="0" compatLnSpc="1">
              <a:prstTxWarp prst="textNoShape">
                <a:avLst/>
              </a:prstTxWarp>
            </a:bodyPr>
            <a:lstStyle/>
            <a:p>
              <a:pPr defTabSz="1152542">
                <a:spcBef>
                  <a:spcPct val="40000"/>
                </a:spcBef>
                <a:spcAft>
                  <a:spcPct val="40000"/>
                </a:spcAft>
              </a:pPr>
              <a:endParaRPr lang="en-GB" sz="1000" baseline="0" dirty="0" smtClean="0">
                <a:solidFill>
                  <a:srgbClr val="FF0000"/>
                </a:solidFill>
              </a:endParaRPr>
            </a:p>
          </p:txBody>
        </p:sp>
        <p:sp>
          <p:nvSpPr>
            <p:cNvPr id="29" name="TextBox 28"/>
            <p:cNvSpPr txBox="1"/>
            <p:nvPr/>
          </p:nvSpPr>
          <p:spPr>
            <a:xfrm>
              <a:off x="5503863" y="2170150"/>
              <a:ext cx="469307" cy="222884"/>
            </a:xfrm>
            <a:prstGeom prst="rect">
              <a:avLst/>
            </a:prstGeom>
            <a:noFill/>
          </p:spPr>
          <p:txBody>
            <a:bodyPr wrap="square" lIns="88648" tIns="44324" rIns="88648" bIns="44324" rtlCol="0">
              <a:spAutoFit/>
            </a:bodyPr>
            <a:lstStyle/>
            <a:p>
              <a:pPr algn="ctr"/>
              <a:r>
                <a:rPr lang="en-US" sz="1300" dirty="0" smtClean="0">
                  <a:solidFill>
                    <a:srgbClr val="FF0000"/>
                  </a:solidFill>
                </a:rPr>
                <a:t>-9%</a:t>
              </a:r>
              <a:endParaRPr lang="en-GB" sz="1300" dirty="0">
                <a:solidFill>
                  <a:srgbClr val="FF0000"/>
                </a:solidFill>
              </a:endParaRPr>
            </a:p>
          </p:txBody>
        </p:sp>
      </p:grpSp>
      <p:sp>
        <p:nvSpPr>
          <p:cNvPr id="30" name="TextBox 29"/>
          <p:cNvSpPr txBox="1"/>
          <p:nvPr/>
        </p:nvSpPr>
        <p:spPr>
          <a:xfrm>
            <a:off x="2363338" y="6113145"/>
            <a:ext cx="3254003" cy="417760"/>
          </a:xfrm>
          <a:prstGeom prst="rect">
            <a:avLst/>
          </a:prstGeom>
          <a:noFill/>
        </p:spPr>
        <p:txBody>
          <a:bodyPr wrap="square" lIns="88600" tIns="44300" rIns="88600" bIns="44300" rtlCol="0">
            <a:spAutoFit/>
          </a:bodyPr>
          <a:lstStyle/>
          <a:p>
            <a:pPr algn="ctr"/>
            <a:r>
              <a:rPr lang="en-US" sz="1600" dirty="0" smtClean="0"/>
              <a:t>FY’12 </a:t>
            </a:r>
            <a:r>
              <a:rPr lang="en-US" sz="1600" dirty="0" err="1" smtClean="0"/>
              <a:t>YoY</a:t>
            </a:r>
            <a:r>
              <a:rPr lang="en-US" sz="1600" dirty="0" smtClean="0"/>
              <a:t> change in RWAs</a:t>
            </a:r>
          </a:p>
          <a:p>
            <a:pPr algn="ctr"/>
            <a:r>
              <a:rPr lang="en-US" sz="1600" dirty="0" smtClean="0"/>
              <a:t>Increase / </a:t>
            </a:r>
            <a:r>
              <a:rPr lang="en-US" sz="1600" dirty="0" smtClean="0">
                <a:solidFill>
                  <a:srgbClr val="FF0000"/>
                </a:solidFill>
              </a:rPr>
              <a:t>(Decrease)</a:t>
            </a:r>
            <a:endParaRPr lang="en-GB" sz="1600" dirty="0">
              <a:solidFill>
                <a:srgbClr val="FF0000"/>
              </a:solidFill>
            </a:endParaRPr>
          </a:p>
        </p:txBody>
      </p:sp>
      <p:grpSp>
        <p:nvGrpSpPr>
          <p:cNvPr id="5" name="Group 30"/>
          <p:cNvGrpSpPr/>
          <p:nvPr/>
        </p:nvGrpSpPr>
        <p:grpSpPr>
          <a:xfrm>
            <a:off x="833317" y="5388879"/>
            <a:ext cx="469307" cy="264096"/>
            <a:chOff x="5503863" y="2170150"/>
            <a:chExt cx="469307" cy="264096"/>
          </a:xfrm>
        </p:grpSpPr>
        <p:sp>
          <p:nvSpPr>
            <p:cNvPr id="32" name="Oval 31"/>
            <p:cNvSpPr/>
            <p:nvPr/>
          </p:nvSpPr>
          <p:spPr bwMode="auto">
            <a:xfrm>
              <a:off x="5555636" y="2196502"/>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1104" tIns="50554" rIns="101104" bIns="50554" numCol="1" rtlCol="0" anchor="t" anchorCtr="0" compatLnSpc="1">
              <a:prstTxWarp prst="textNoShape">
                <a:avLst/>
              </a:prstTxWarp>
            </a:bodyPr>
            <a:lstStyle/>
            <a:p>
              <a:pPr defTabSz="1152542">
                <a:spcBef>
                  <a:spcPct val="40000"/>
                </a:spcBef>
                <a:spcAft>
                  <a:spcPct val="40000"/>
                </a:spcAft>
              </a:pPr>
              <a:endParaRPr lang="en-GB" sz="1000" baseline="0" dirty="0" smtClean="0">
                <a:solidFill>
                  <a:srgbClr val="FF0000"/>
                </a:solidFill>
              </a:endParaRPr>
            </a:p>
          </p:txBody>
        </p:sp>
        <p:sp>
          <p:nvSpPr>
            <p:cNvPr id="33" name="TextBox 32"/>
            <p:cNvSpPr txBox="1"/>
            <p:nvPr/>
          </p:nvSpPr>
          <p:spPr>
            <a:xfrm>
              <a:off x="5503863" y="2170150"/>
              <a:ext cx="469307" cy="222884"/>
            </a:xfrm>
            <a:prstGeom prst="rect">
              <a:avLst/>
            </a:prstGeom>
            <a:noFill/>
          </p:spPr>
          <p:txBody>
            <a:bodyPr wrap="square" lIns="88648" tIns="44324" rIns="88648" bIns="44324" rtlCol="0">
              <a:spAutoFit/>
            </a:bodyPr>
            <a:lstStyle/>
            <a:p>
              <a:pPr algn="ctr"/>
              <a:r>
                <a:rPr lang="en-US" sz="1300" dirty="0" smtClean="0">
                  <a:solidFill>
                    <a:srgbClr val="FF0000"/>
                  </a:solidFill>
                </a:rPr>
                <a:t>-7%</a:t>
              </a:r>
              <a:endParaRPr lang="en-GB" sz="1300" dirty="0">
                <a:solidFill>
                  <a:srgbClr val="FF0000"/>
                </a:solidFill>
              </a:endParaRPr>
            </a:p>
          </p:txBody>
        </p:sp>
      </p:grpSp>
      <p:grpSp>
        <p:nvGrpSpPr>
          <p:cNvPr id="6" name="Group 33"/>
          <p:cNvGrpSpPr/>
          <p:nvPr/>
        </p:nvGrpSpPr>
        <p:grpSpPr>
          <a:xfrm>
            <a:off x="1368181" y="5388879"/>
            <a:ext cx="469307" cy="264096"/>
            <a:chOff x="5503863" y="2170150"/>
            <a:chExt cx="469307" cy="264096"/>
          </a:xfrm>
        </p:grpSpPr>
        <p:sp>
          <p:nvSpPr>
            <p:cNvPr id="35" name="Oval 34"/>
            <p:cNvSpPr/>
            <p:nvPr/>
          </p:nvSpPr>
          <p:spPr bwMode="auto">
            <a:xfrm>
              <a:off x="5555636" y="2196502"/>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1104" tIns="50554" rIns="101104" bIns="50554" numCol="1" rtlCol="0" anchor="t" anchorCtr="0" compatLnSpc="1">
              <a:prstTxWarp prst="textNoShape">
                <a:avLst/>
              </a:prstTxWarp>
            </a:bodyPr>
            <a:lstStyle/>
            <a:p>
              <a:pPr defTabSz="1152542">
                <a:spcBef>
                  <a:spcPct val="40000"/>
                </a:spcBef>
                <a:spcAft>
                  <a:spcPct val="40000"/>
                </a:spcAft>
              </a:pPr>
              <a:endParaRPr lang="en-GB" sz="1000" baseline="0" dirty="0" smtClean="0">
                <a:solidFill>
                  <a:srgbClr val="FF0000"/>
                </a:solidFill>
              </a:endParaRPr>
            </a:p>
          </p:txBody>
        </p:sp>
        <p:sp>
          <p:nvSpPr>
            <p:cNvPr id="36" name="TextBox 35"/>
            <p:cNvSpPr txBox="1"/>
            <p:nvPr/>
          </p:nvSpPr>
          <p:spPr>
            <a:xfrm>
              <a:off x="5503863" y="2170150"/>
              <a:ext cx="469307" cy="222884"/>
            </a:xfrm>
            <a:prstGeom prst="rect">
              <a:avLst/>
            </a:prstGeom>
            <a:noFill/>
          </p:spPr>
          <p:txBody>
            <a:bodyPr wrap="square" lIns="88648" tIns="44324" rIns="88648" bIns="44324" rtlCol="0">
              <a:spAutoFit/>
            </a:bodyPr>
            <a:lstStyle/>
            <a:p>
              <a:pPr algn="ctr"/>
              <a:r>
                <a:rPr lang="en-US" sz="1300" dirty="0" smtClean="0">
                  <a:solidFill>
                    <a:srgbClr val="FF0000"/>
                  </a:solidFill>
                </a:rPr>
                <a:t>-3%</a:t>
              </a:r>
              <a:endParaRPr lang="en-GB" sz="1300" dirty="0">
                <a:solidFill>
                  <a:srgbClr val="FF0000"/>
                </a:solidFill>
              </a:endParaRPr>
            </a:p>
          </p:txBody>
        </p:sp>
      </p:grpSp>
      <p:grpSp>
        <p:nvGrpSpPr>
          <p:cNvPr id="7" name="Group 36"/>
          <p:cNvGrpSpPr/>
          <p:nvPr/>
        </p:nvGrpSpPr>
        <p:grpSpPr>
          <a:xfrm>
            <a:off x="1903049" y="5388879"/>
            <a:ext cx="469307" cy="264096"/>
            <a:chOff x="5503863" y="2170150"/>
            <a:chExt cx="469307" cy="264096"/>
          </a:xfrm>
        </p:grpSpPr>
        <p:sp>
          <p:nvSpPr>
            <p:cNvPr id="38" name="Oval 37"/>
            <p:cNvSpPr/>
            <p:nvPr/>
          </p:nvSpPr>
          <p:spPr bwMode="auto">
            <a:xfrm>
              <a:off x="5555636" y="2196502"/>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1104" tIns="50554" rIns="101104" bIns="50554" numCol="1" rtlCol="0" anchor="t" anchorCtr="0" compatLnSpc="1">
              <a:prstTxWarp prst="textNoShape">
                <a:avLst/>
              </a:prstTxWarp>
            </a:bodyPr>
            <a:lstStyle/>
            <a:p>
              <a:pPr defTabSz="1152542">
                <a:spcBef>
                  <a:spcPct val="40000"/>
                </a:spcBef>
                <a:spcAft>
                  <a:spcPct val="40000"/>
                </a:spcAft>
              </a:pPr>
              <a:endParaRPr lang="en-GB" sz="1000" baseline="0" dirty="0" smtClean="0">
                <a:solidFill>
                  <a:srgbClr val="FF0000"/>
                </a:solidFill>
              </a:endParaRPr>
            </a:p>
          </p:txBody>
        </p:sp>
        <p:sp>
          <p:nvSpPr>
            <p:cNvPr id="39" name="TextBox 38"/>
            <p:cNvSpPr txBox="1"/>
            <p:nvPr/>
          </p:nvSpPr>
          <p:spPr>
            <a:xfrm>
              <a:off x="5503863" y="2170150"/>
              <a:ext cx="469307" cy="222884"/>
            </a:xfrm>
            <a:prstGeom prst="rect">
              <a:avLst/>
            </a:prstGeom>
            <a:noFill/>
          </p:spPr>
          <p:txBody>
            <a:bodyPr wrap="square" lIns="88648" tIns="44324" rIns="88648" bIns="44324" rtlCol="0">
              <a:spAutoFit/>
            </a:bodyPr>
            <a:lstStyle/>
            <a:p>
              <a:pPr algn="ctr"/>
              <a:r>
                <a:rPr lang="en-US" sz="1300" dirty="0" smtClean="0">
                  <a:solidFill>
                    <a:srgbClr val="FF0000"/>
                  </a:solidFill>
                </a:rPr>
                <a:t>-12%</a:t>
              </a:r>
              <a:endParaRPr lang="en-GB" sz="1300" dirty="0">
                <a:solidFill>
                  <a:srgbClr val="FF0000"/>
                </a:solidFill>
              </a:endParaRPr>
            </a:p>
          </p:txBody>
        </p:sp>
      </p:grpSp>
      <p:grpSp>
        <p:nvGrpSpPr>
          <p:cNvPr id="8" name="Group 39"/>
          <p:cNvGrpSpPr/>
          <p:nvPr/>
        </p:nvGrpSpPr>
        <p:grpSpPr>
          <a:xfrm>
            <a:off x="2437913" y="5388879"/>
            <a:ext cx="469307" cy="264096"/>
            <a:chOff x="5503863" y="2170150"/>
            <a:chExt cx="469307" cy="264096"/>
          </a:xfrm>
        </p:grpSpPr>
        <p:sp>
          <p:nvSpPr>
            <p:cNvPr id="41" name="Oval 40"/>
            <p:cNvSpPr/>
            <p:nvPr/>
          </p:nvSpPr>
          <p:spPr bwMode="auto">
            <a:xfrm>
              <a:off x="5555636" y="2196502"/>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1104" tIns="50554" rIns="101104" bIns="50554" numCol="1" rtlCol="0" anchor="t" anchorCtr="0" compatLnSpc="1">
              <a:prstTxWarp prst="textNoShape">
                <a:avLst/>
              </a:prstTxWarp>
            </a:bodyPr>
            <a:lstStyle/>
            <a:p>
              <a:pPr defTabSz="1152542">
                <a:spcBef>
                  <a:spcPct val="40000"/>
                </a:spcBef>
                <a:spcAft>
                  <a:spcPct val="40000"/>
                </a:spcAft>
              </a:pPr>
              <a:endParaRPr lang="en-GB" sz="1000" baseline="0" dirty="0" smtClean="0">
                <a:solidFill>
                  <a:srgbClr val="FF0000"/>
                </a:solidFill>
              </a:endParaRPr>
            </a:p>
          </p:txBody>
        </p:sp>
        <p:sp>
          <p:nvSpPr>
            <p:cNvPr id="42" name="TextBox 41"/>
            <p:cNvSpPr txBox="1"/>
            <p:nvPr/>
          </p:nvSpPr>
          <p:spPr>
            <a:xfrm>
              <a:off x="5503863" y="2170150"/>
              <a:ext cx="469307" cy="222884"/>
            </a:xfrm>
            <a:prstGeom prst="rect">
              <a:avLst/>
            </a:prstGeom>
            <a:noFill/>
          </p:spPr>
          <p:txBody>
            <a:bodyPr wrap="square" lIns="88648" tIns="44324" rIns="88648" bIns="44324" rtlCol="0">
              <a:spAutoFit/>
            </a:bodyPr>
            <a:lstStyle/>
            <a:p>
              <a:pPr algn="ctr"/>
              <a:r>
                <a:rPr lang="en-US" sz="1300" dirty="0" smtClean="0">
                  <a:solidFill>
                    <a:srgbClr val="FF0000"/>
                  </a:solidFill>
                </a:rPr>
                <a:t>0%</a:t>
              </a:r>
              <a:endParaRPr lang="en-GB" sz="1300" dirty="0">
                <a:solidFill>
                  <a:srgbClr val="FF0000"/>
                </a:solidFill>
              </a:endParaRPr>
            </a:p>
          </p:txBody>
        </p:sp>
      </p:grpSp>
      <p:grpSp>
        <p:nvGrpSpPr>
          <p:cNvPr id="10" name="Group 42"/>
          <p:cNvGrpSpPr/>
          <p:nvPr/>
        </p:nvGrpSpPr>
        <p:grpSpPr>
          <a:xfrm>
            <a:off x="2972776" y="5388879"/>
            <a:ext cx="469307" cy="264096"/>
            <a:chOff x="5503863" y="2170150"/>
            <a:chExt cx="469307" cy="264096"/>
          </a:xfrm>
        </p:grpSpPr>
        <p:sp>
          <p:nvSpPr>
            <p:cNvPr id="44" name="Oval 43"/>
            <p:cNvSpPr/>
            <p:nvPr/>
          </p:nvSpPr>
          <p:spPr bwMode="auto">
            <a:xfrm>
              <a:off x="5555636" y="2196502"/>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1104" tIns="50554" rIns="101104" bIns="50554" numCol="1" rtlCol="0" anchor="t" anchorCtr="0" compatLnSpc="1">
              <a:prstTxWarp prst="textNoShape">
                <a:avLst/>
              </a:prstTxWarp>
            </a:bodyPr>
            <a:lstStyle/>
            <a:p>
              <a:pPr defTabSz="1152542">
                <a:spcBef>
                  <a:spcPct val="40000"/>
                </a:spcBef>
                <a:spcAft>
                  <a:spcPct val="40000"/>
                </a:spcAft>
              </a:pPr>
              <a:endParaRPr lang="en-GB" sz="1000" baseline="0" dirty="0" smtClean="0">
                <a:solidFill>
                  <a:srgbClr val="FF0000"/>
                </a:solidFill>
              </a:endParaRPr>
            </a:p>
          </p:txBody>
        </p:sp>
        <p:sp>
          <p:nvSpPr>
            <p:cNvPr id="45" name="TextBox 44"/>
            <p:cNvSpPr txBox="1"/>
            <p:nvPr/>
          </p:nvSpPr>
          <p:spPr>
            <a:xfrm>
              <a:off x="5503863" y="2170150"/>
              <a:ext cx="469307" cy="222884"/>
            </a:xfrm>
            <a:prstGeom prst="rect">
              <a:avLst/>
            </a:prstGeom>
            <a:noFill/>
          </p:spPr>
          <p:txBody>
            <a:bodyPr wrap="square" lIns="88648" tIns="44324" rIns="88648" bIns="44324" rtlCol="0">
              <a:spAutoFit/>
            </a:bodyPr>
            <a:lstStyle/>
            <a:p>
              <a:pPr algn="ctr"/>
              <a:r>
                <a:rPr lang="en-US" sz="1300" dirty="0" smtClean="0">
                  <a:solidFill>
                    <a:srgbClr val="FF0000"/>
                  </a:solidFill>
                </a:rPr>
                <a:t>-7%</a:t>
              </a:r>
              <a:endParaRPr lang="en-GB" sz="1300" dirty="0">
                <a:solidFill>
                  <a:srgbClr val="FF0000"/>
                </a:solidFill>
              </a:endParaRPr>
            </a:p>
          </p:txBody>
        </p:sp>
      </p:grpSp>
      <p:grpSp>
        <p:nvGrpSpPr>
          <p:cNvPr id="11" name="Group 45"/>
          <p:cNvGrpSpPr/>
          <p:nvPr/>
        </p:nvGrpSpPr>
        <p:grpSpPr>
          <a:xfrm>
            <a:off x="3507641" y="5388879"/>
            <a:ext cx="469307" cy="264096"/>
            <a:chOff x="5503863" y="2170150"/>
            <a:chExt cx="469307" cy="264096"/>
          </a:xfrm>
        </p:grpSpPr>
        <p:sp>
          <p:nvSpPr>
            <p:cNvPr id="47" name="Oval 46"/>
            <p:cNvSpPr/>
            <p:nvPr/>
          </p:nvSpPr>
          <p:spPr bwMode="auto">
            <a:xfrm>
              <a:off x="5555636" y="2196502"/>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1104" tIns="50554" rIns="101104" bIns="50554" numCol="1" rtlCol="0" anchor="t" anchorCtr="0" compatLnSpc="1">
              <a:prstTxWarp prst="textNoShape">
                <a:avLst/>
              </a:prstTxWarp>
            </a:bodyPr>
            <a:lstStyle/>
            <a:p>
              <a:pPr defTabSz="1152542">
                <a:spcBef>
                  <a:spcPct val="40000"/>
                </a:spcBef>
                <a:spcAft>
                  <a:spcPct val="40000"/>
                </a:spcAft>
              </a:pPr>
              <a:endParaRPr lang="en-GB" sz="1000" baseline="0" dirty="0" smtClean="0">
                <a:solidFill>
                  <a:srgbClr val="FF0000"/>
                </a:solidFill>
              </a:endParaRPr>
            </a:p>
          </p:txBody>
        </p:sp>
        <p:sp>
          <p:nvSpPr>
            <p:cNvPr id="48" name="TextBox 47"/>
            <p:cNvSpPr txBox="1"/>
            <p:nvPr/>
          </p:nvSpPr>
          <p:spPr>
            <a:xfrm>
              <a:off x="5503863" y="2170150"/>
              <a:ext cx="469307" cy="222884"/>
            </a:xfrm>
            <a:prstGeom prst="rect">
              <a:avLst/>
            </a:prstGeom>
            <a:noFill/>
          </p:spPr>
          <p:txBody>
            <a:bodyPr wrap="square" lIns="88648" tIns="44324" rIns="88648" bIns="44324" rtlCol="0">
              <a:spAutoFit/>
            </a:bodyPr>
            <a:lstStyle/>
            <a:p>
              <a:pPr algn="ctr"/>
              <a:r>
                <a:rPr lang="en-US" sz="1300" dirty="0" smtClean="0">
                  <a:solidFill>
                    <a:srgbClr val="FF0000"/>
                  </a:solidFill>
                </a:rPr>
                <a:t>-10%</a:t>
              </a:r>
              <a:endParaRPr lang="en-GB" sz="1300" dirty="0">
                <a:solidFill>
                  <a:srgbClr val="FF0000"/>
                </a:solidFill>
              </a:endParaRPr>
            </a:p>
          </p:txBody>
        </p:sp>
      </p:grpSp>
      <p:grpSp>
        <p:nvGrpSpPr>
          <p:cNvPr id="15" name="Group 48"/>
          <p:cNvGrpSpPr/>
          <p:nvPr/>
        </p:nvGrpSpPr>
        <p:grpSpPr>
          <a:xfrm>
            <a:off x="4042509" y="5388879"/>
            <a:ext cx="469307" cy="264096"/>
            <a:chOff x="5503863" y="2170150"/>
            <a:chExt cx="469307" cy="264096"/>
          </a:xfrm>
        </p:grpSpPr>
        <p:sp>
          <p:nvSpPr>
            <p:cNvPr id="50" name="Oval 49"/>
            <p:cNvSpPr/>
            <p:nvPr/>
          </p:nvSpPr>
          <p:spPr bwMode="auto">
            <a:xfrm>
              <a:off x="5555636" y="2196502"/>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1104" tIns="50554" rIns="101104" bIns="50554" numCol="1" rtlCol="0" anchor="t" anchorCtr="0" compatLnSpc="1">
              <a:prstTxWarp prst="textNoShape">
                <a:avLst/>
              </a:prstTxWarp>
            </a:bodyPr>
            <a:lstStyle/>
            <a:p>
              <a:pPr defTabSz="1152542">
                <a:spcBef>
                  <a:spcPct val="40000"/>
                </a:spcBef>
                <a:spcAft>
                  <a:spcPct val="40000"/>
                </a:spcAft>
              </a:pPr>
              <a:endParaRPr lang="en-GB" sz="1000" baseline="0" dirty="0" smtClean="0">
                <a:solidFill>
                  <a:srgbClr val="FF0000"/>
                </a:solidFill>
              </a:endParaRPr>
            </a:p>
          </p:txBody>
        </p:sp>
        <p:sp>
          <p:nvSpPr>
            <p:cNvPr id="51" name="TextBox 50"/>
            <p:cNvSpPr txBox="1"/>
            <p:nvPr/>
          </p:nvSpPr>
          <p:spPr>
            <a:xfrm>
              <a:off x="5503863" y="2170150"/>
              <a:ext cx="469307" cy="222884"/>
            </a:xfrm>
            <a:prstGeom prst="rect">
              <a:avLst/>
            </a:prstGeom>
            <a:noFill/>
          </p:spPr>
          <p:txBody>
            <a:bodyPr wrap="square" lIns="88648" tIns="44324" rIns="88648" bIns="44324" rtlCol="0">
              <a:spAutoFit/>
            </a:bodyPr>
            <a:lstStyle/>
            <a:p>
              <a:pPr algn="ctr"/>
              <a:r>
                <a:rPr lang="en-US" sz="1300" dirty="0" smtClean="0">
                  <a:solidFill>
                    <a:srgbClr val="005C87"/>
                  </a:solidFill>
                </a:rPr>
                <a:t>+12%</a:t>
              </a:r>
              <a:endParaRPr lang="en-GB" sz="1300" dirty="0">
                <a:solidFill>
                  <a:srgbClr val="005C87"/>
                </a:solidFill>
              </a:endParaRPr>
            </a:p>
          </p:txBody>
        </p:sp>
      </p:grpSp>
      <p:grpSp>
        <p:nvGrpSpPr>
          <p:cNvPr id="16" name="Group 51"/>
          <p:cNvGrpSpPr/>
          <p:nvPr/>
        </p:nvGrpSpPr>
        <p:grpSpPr>
          <a:xfrm>
            <a:off x="4577373" y="5388879"/>
            <a:ext cx="469307" cy="264096"/>
            <a:chOff x="5503863" y="2170150"/>
            <a:chExt cx="469307" cy="264096"/>
          </a:xfrm>
        </p:grpSpPr>
        <p:sp>
          <p:nvSpPr>
            <p:cNvPr id="53" name="Oval 52"/>
            <p:cNvSpPr/>
            <p:nvPr/>
          </p:nvSpPr>
          <p:spPr bwMode="auto">
            <a:xfrm>
              <a:off x="5555636" y="2196502"/>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1104" tIns="50554" rIns="101104" bIns="50554" numCol="1" rtlCol="0" anchor="t" anchorCtr="0" compatLnSpc="1">
              <a:prstTxWarp prst="textNoShape">
                <a:avLst/>
              </a:prstTxWarp>
            </a:bodyPr>
            <a:lstStyle/>
            <a:p>
              <a:pPr defTabSz="1152542">
                <a:spcBef>
                  <a:spcPct val="40000"/>
                </a:spcBef>
                <a:spcAft>
                  <a:spcPct val="40000"/>
                </a:spcAft>
              </a:pPr>
              <a:endParaRPr lang="en-GB" sz="1000" baseline="0" dirty="0" smtClean="0">
                <a:solidFill>
                  <a:srgbClr val="FF0000"/>
                </a:solidFill>
              </a:endParaRPr>
            </a:p>
          </p:txBody>
        </p:sp>
        <p:sp>
          <p:nvSpPr>
            <p:cNvPr id="54" name="TextBox 53"/>
            <p:cNvSpPr txBox="1"/>
            <p:nvPr/>
          </p:nvSpPr>
          <p:spPr>
            <a:xfrm>
              <a:off x="5503863" y="2170150"/>
              <a:ext cx="469307" cy="222884"/>
            </a:xfrm>
            <a:prstGeom prst="rect">
              <a:avLst/>
            </a:prstGeom>
            <a:noFill/>
          </p:spPr>
          <p:txBody>
            <a:bodyPr wrap="square" lIns="88648" tIns="44324" rIns="88648" bIns="44324" rtlCol="0">
              <a:spAutoFit/>
            </a:bodyPr>
            <a:lstStyle/>
            <a:p>
              <a:pPr algn="ctr"/>
              <a:r>
                <a:rPr lang="en-US" sz="1300" dirty="0" smtClean="0">
                  <a:solidFill>
                    <a:srgbClr val="FF0000"/>
                  </a:solidFill>
                </a:rPr>
                <a:t>-12%</a:t>
              </a:r>
              <a:endParaRPr lang="en-GB" sz="1300" dirty="0">
                <a:solidFill>
                  <a:srgbClr val="FF0000"/>
                </a:solidFill>
              </a:endParaRPr>
            </a:p>
          </p:txBody>
        </p:sp>
      </p:grpSp>
      <p:grpSp>
        <p:nvGrpSpPr>
          <p:cNvPr id="21" name="Group 54"/>
          <p:cNvGrpSpPr/>
          <p:nvPr/>
        </p:nvGrpSpPr>
        <p:grpSpPr>
          <a:xfrm>
            <a:off x="5112236" y="5388879"/>
            <a:ext cx="469307" cy="264096"/>
            <a:chOff x="5503863" y="2170150"/>
            <a:chExt cx="469307" cy="264096"/>
          </a:xfrm>
        </p:grpSpPr>
        <p:sp>
          <p:nvSpPr>
            <p:cNvPr id="56" name="Oval 55"/>
            <p:cNvSpPr/>
            <p:nvPr/>
          </p:nvSpPr>
          <p:spPr bwMode="auto">
            <a:xfrm>
              <a:off x="5555636" y="2196502"/>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1104" tIns="50554" rIns="101104" bIns="50554" numCol="1" rtlCol="0" anchor="t" anchorCtr="0" compatLnSpc="1">
              <a:prstTxWarp prst="textNoShape">
                <a:avLst/>
              </a:prstTxWarp>
            </a:bodyPr>
            <a:lstStyle/>
            <a:p>
              <a:pPr defTabSz="1152542">
                <a:spcBef>
                  <a:spcPct val="40000"/>
                </a:spcBef>
                <a:spcAft>
                  <a:spcPct val="40000"/>
                </a:spcAft>
              </a:pPr>
              <a:endParaRPr lang="en-GB" sz="1000" baseline="0" dirty="0" smtClean="0">
                <a:solidFill>
                  <a:srgbClr val="FF0000"/>
                </a:solidFill>
              </a:endParaRPr>
            </a:p>
          </p:txBody>
        </p:sp>
        <p:sp>
          <p:nvSpPr>
            <p:cNvPr id="57" name="TextBox 56"/>
            <p:cNvSpPr txBox="1"/>
            <p:nvPr/>
          </p:nvSpPr>
          <p:spPr>
            <a:xfrm>
              <a:off x="5503863" y="2170150"/>
              <a:ext cx="469307" cy="222884"/>
            </a:xfrm>
            <a:prstGeom prst="rect">
              <a:avLst/>
            </a:prstGeom>
            <a:noFill/>
          </p:spPr>
          <p:txBody>
            <a:bodyPr wrap="square" lIns="88648" tIns="44324" rIns="88648" bIns="44324" rtlCol="0">
              <a:spAutoFit/>
            </a:bodyPr>
            <a:lstStyle/>
            <a:p>
              <a:pPr algn="ctr"/>
              <a:r>
                <a:rPr lang="en-US" sz="1300" dirty="0" smtClean="0">
                  <a:solidFill>
                    <a:srgbClr val="FF0000"/>
                  </a:solidFill>
                </a:rPr>
                <a:t>-6%</a:t>
              </a:r>
              <a:endParaRPr lang="en-GB" sz="1300" dirty="0">
                <a:solidFill>
                  <a:srgbClr val="FF0000"/>
                </a:solidFill>
              </a:endParaRPr>
            </a:p>
          </p:txBody>
        </p:sp>
      </p:grpSp>
      <p:grpSp>
        <p:nvGrpSpPr>
          <p:cNvPr id="24" name="Group 57"/>
          <p:cNvGrpSpPr/>
          <p:nvPr/>
        </p:nvGrpSpPr>
        <p:grpSpPr>
          <a:xfrm>
            <a:off x="5647101" y="5388879"/>
            <a:ext cx="469307" cy="264096"/>
            <a:chOff x="5503863" y="2170150"/>
            <a:chExt cx="469307" cy="264096"/>
          </a:xfrm>
        </p:grpSpPr>
        <p:sp>
          <p:nvSpPr>
            <p:cNvPr id="59" name="Oval 58"/>
            <p:cNvSpPr/>
            <p:nvPr/>
          </p:nvSpPr>
          <p:spPr bwMode="auto">
            <a:xfrm>
              <a:off x="5555636" y="2196502"/>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1104" tIns="50554" rIns="101104" bIns="50554" numCol="1" rtlCol="0" anchor="t" anchorCtr="0" compatLnSpc="1">
              <a:prstTxWarp prst="textNoShape">
                <a:avLst/>
              </a:prstTxWarp>
            </a:bodyPr>
            <a:lstStyle/>
            <a:p>
              <a:pPr defTabSz="1152542">
                <a:spcBef>
                  <a:spcPct val="40000"/>
                </a:spcBef>
                <a:spcAft>
                  <a:spcPct val="40000"/>
                </a:spcAft>
              </a:pPr>
              <a:endParaRPr lang="en-GB" sz="1000" baseline="0" dirty="0" smtClean="0">
                <a:solidFill>
                  <a:srgbClr val="FF0000"/>
                </a:solidFill>
              </a:endParaRPr>
            </a:p>
          </p:txBody>
        </p:sp>
        <p:sp>
          <p:nvSpPr>
            <p:cNvPr id="60" name="TextBox 59"/>
            <p:cNvSpPr txBox="1"/>
            <p:nvPr/>
          </p:nvSpPr>
          <p:spPr>
            <a:xfrm>
              <a:off x="5503863" y="2170150"/>
              <a:ext cx="469307" cy="222884"/>
            </a:xfrm>
            <a:prstGeom prst="rect">
              <a:avLst/>
            </a:prstGeom>
            <a:noFill/>
          </p:spPr>
          <p:txBody>
            <a:bodyPr wrap="square" lIns="88648" tIns="44324" rIns="88648" bIns="44324" rtlCol="0">
              <a:spAutoFit/>
            </a:bodyPr>
            <a:lstStyle/>
            <a:p>
              <a:pPr algn="ctr"/>
              <a:r>
                <a:rPr lang="en-US" sz="1300" dirty="0" smtClean="0">
                  <a:solidFill>
                    <a:srgbClr val="005C87"/>
                  </a:solidFill>
                </a:rPr>
                <a:t>+4%</a:t>
              </a:r>
              <a:endParaRPr lang="en-GB" sz="1300" dirty="0">
                <a:solidFill>
                  <a:srgbClr val="005C87"/>
                </a:solidFill>
              </a:endParaRPr>
            </a:p>
          </p:txBody>
        </p:sp>
      </p:grpSp>
      <p:grpSp>
        <p:nvGrpSpPr>
          <p:cNvPr id="26" name="Group 60"/>
          <p:cNvGrpSpPr/>
          <p:nvPr/>
        </p:nvGrpSpPr>
        <p:grpSpPr>
          <a:xfrm>
            <a:off x="6181969" y="5388879"/>
            <a:ext cx="469307" cy="264096"/>
            <a:chOff x="5503863" y="2170150"/>
            <a:chExt cx="469307" cy="264096"/>
          </a:xfrm>
        </p:grpSpPr>
        <p:sp>
          <p:nvSpPr>
            <p:cNvPr id="62" name="Oval 61"/>
            <p:cNvSpPr/>
            <p:nvPr/>
          </p:nvSpPr>
          <p:spPr bwMode="auto">
            <a:xfrm>
              <a:off x="5555636" y="2196502"/>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1104" tIns="50554" rIns="101104" bIns="50554" numCol="1" rtlCol="0" anchor="t" anchorCtr="0" compatLnSpc="1">
              <a:prstTxWarp prst="textNoShape">
                <a:avLst/>
              </a:prstTxWarp>
            </a:bodyPr>
            <a:lstStyle/>
            <a:p>
              <a:pPr defTabSz="1152542">
                <a:spcBef>
                  <a:spcPct val="40000"/>
                </a:spcBef>
                <a:spcAft>
                  <a:spcPct val="40000"/>
                </a:spcAft>
              </a:pPr>
              <a:endParaRPr lang="en-GB" sz="1000" baseline="0" dirty="0" smtClean="0">
                <a:solidFill>
                  <a:srgbClr val="FF0000"/>
                </a:solidFill>
              </a:endParaRPr>
            </a:p>
          </p:txBody>
        </p:sp>
        <p:sp>
          <p:nvSpPr>
            <p:cNvPr id="63" name="TextBox 62"/>
            <p:cNvSpPr txBox="1"/>
            <p:nvPr/>
          </p:nvSpPr>
          <p:spPr>
            <a:xfrm>
              <a:off x="5503863" y="2170150"/>
              <a:ext cx="469307" cy="222884"/>
            </a:xfrm>
            <a:prstGeom prst="rect">
              <a:avLst/>
            </a:prstGeom>
            <a:noFill/>
          </p:spPr>
          <p:txBody>
            <a:bodyPr wrap="square" lIns="88648" tIns="44324" rIns="88648" bIns="44324" rtlCol="0">
              <a:spAutoFit/>
            </a:bodyPr>
            <a:lstStyle/>
            <a:p>
              <a:pPr algn="ctr"/>
              <a:r>
                <a:rPr lang="en-US" sz="1300" dirty="0" smtClean="0">
                  <a:solidFill>
                    <a:srgbClr val="FF0000"/>
                  </a:solidFill>
                </a:rPr>
                <a:t>-1%</a:t>
              </a:r>
              <a:endParaRPr lang="en-GB" sz="1300" dirty="0">
                <a:solidFill>
                  <a:srgbClr val="FF0000"/>
                </a:solidFill>
              </a:endParaRPr>
            </a:p>
          </p:txBody>
        </p:sp>
      </p:grpSp>
      <p:grpSp>
        <p:nvGrpSpPr>
          <p:cNvPr id="27" name="Group 63"/>
          <p:cNvGrpSpPr/>
          <p:nvPr/>
        </p:nvGrpSpPr>
        <p:grpSpPr>
          <a:xfrm>
            <a:off x="6716833" y="5388879"/>
            <a:ext cx="469307" cy="264096"/>
            <a:chOff x="5503863" y="2170150"/>
            <a:chExt cx="469307" cy="264096"/>
          </a:xfrm>
        </p:grpSpPr>
        <p:sp>
          <p:nvSpPr>
            <p:cNvPr id="65" name="Oval 64"/>
            <p:cNvSpPr/>
            <p:nvPr/>
          </p:nvSpPr>
          <p:spPr bwMode="auto">
            <a:xfrm>
              <a:off x="5555636" y="2196502"/>
              <a:ext cx="365760" cy="237744"/>
            </a:xfrm>
            <a:prstGeom prst="ellipse">
              <a:avLst/>
            </a:prstGeom>
            <a:solidFill>
              <a:srgbClr val="E6E7E8"/>
            </a:solidFill>
            <a:ln w="9525" cap="flat" cmpd="sng" algn="ctr">
              <a:noFill/>
              <a:prstDash val="solid"/>
              <a:round/>
              <a:headEnd type="none" w="med" len="med"/>
              <a:tailEnd type="none" w="med" len="med"/>
            </a:ln>
            <a:effectLst/>
          </p:spPr>
          <p:txBody>
            <a:bodyPr vert="horz" wrap="square" lIns="101104" tIns="50554" rIns="101104" bIns="50554" numCol="1" rtlCol="0" anchor="t" anchorCtr="0" compatLnSpc="1">
              <a:prstTxWarp prst="textNoShape">
                <a:avLst/>
              </a:prstTxWarp>
            </a:bodyPr>
            <a:lstStyle/>
            <a:p>
              <a:pPr defTabSz="1152542">
                <a:spcBef>
                  <a:spcPct val="40000"/>
                </a:spcBef>
                <a:spcAft>
                  <a:spcPct val="40000"/>
                </a:spcAft>
              </a:pPr>
              <a:endParaRPr lang="en-GB" sz="1000" baseline="0" dirty="0" smtClean="0">
                <a:solidFill>
                  <a:srgbClr val="FF0000"/>
                </a:solidFill>
              </a:endParaRPr>
            </a:p>
          </p:txBody>
        </p:sp>
        <p:sp>
          <p:nvSpPr>
            <p:cNvPr id="66" name="TextBox 65"/>
            <p:cNvSpPr txBox="1"/>
            <p:nvPr/>
          </p:nvSpPr>
          <p:spPr>
            <a:xfrm>
              <a:off x="5503863" y="2170150"/>
              <a:ext cx="469307" cy="222884"/>
            </a:xfrm>
            <a:prstGeom prst="rect">
              <a:avLst/>
            </a:prstGeom>
            <a:noFill/>
          </p:spPr>
          <p:txBody>
            <a:bodyPr wrap="square" lIns="88648" tIns="44324" rIns="88648" bIns="44324" rtlCol="0">
              <a:spAutoFit/>
            </a:bodyPr>
            <a:lstStyle/>
            <a:p>
              <a:pPr algn="ctr"/>
              <a:r>
                <a:rPr lang="en-US" sz="1300" dirty="0" smtClean="0">
                  <a:solidFill>
                    <a:srgbClr val="FF0000"/>
                  </a:solidFill>
                </a:rPr>
                <a:t>-7%</a:t>
              </a:r>
              <a:endParaRPr lang="en-GB" sz="1300" dirty="0">
                <a:solidFill>
                  <a:srgbClr val="FF0000"/>
                </a:solidFill>
              </a:endParaRPr>
            </a:p>
          </p:txBody>
        </p:sp>
      </p:grpSp>
      <p:sp>
        <p:nvSpPr>
          <p:cNvPr id="67" name="Right Brace 66"/>
          <p:cNvSpPr/>
          <p:nvPr/>
        </p:nvSpPr>
        <p:spPr bwMode="auto">
          <a:xfrm rot="5400000">
            <a:off x="3827363" y="2413685"/>
            <a:ext cx="325958" cy="7132320"/>
          </a:xfrm>
          <a:prstGeom prst="rightBrace">
            <a:avLst/>
          </a:prstGeom>
          <a:noFill/>
          <a:ln w="9525" cap="flat" cmpd="sng" algn="ctr">
            <a:solidFill>
              <a:srgbClr val="005C87"/>
            </a:solidFill>
            <a:prstDash val="solid"/>
            <a:round/>
            <a:headEnd type="none" w="med" len="med"/>
            <a:tailEnd type="none" w="med" len="med"/>
          </a:ln>
          <a:effectLst/>
        </p:spPr>
        <p:txBody>
          <a:bodyPr vert="horz" wrap="square" lIns="91392" tIns="45696" rIns="91392" bIns="45696" numCol="1" rtlCol="0" anchor="t" anchorCtr="0" compatLnSpc="1">
            <a:prstTxWarp prst="textNoShape">
              <a:avLst/>
            </a:prstTxWarp>
          </a:bodyPr>
          <a:lstStyle/>
          <a:p>
            <a:pPr defTabSz="1042436">
              <a:spcBef>
                <a:spcPct val="40000"/>
              </a:spcBef>
              <a:spcAft>
                <a:spcPct val="40000"/>
              </a:spcAft>
            </a:pPr>
            <a:endParaRPr lang="en-GB" baseline="0" dirty="0" smtClean="0">
              <a:solidFill>
                <a:srgbClr val="005C87"/>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142875" y="1855994"/>
            <a:ext cx="6022170" cy="3519450"/>
          </a:xfrm>
          <a:prstGeom prst="rect">
            <a:avLst/>
          </a:prstGeom>
          <a:noFill/>
          <a:ln w="9525">
            <a:noFill/>
            <a:miter lim="800000"/>
            <a:headEnd/>
            <a:tailEnd/>
          </a:ln>
          <a:effectLst/>
        </p:spPr>
      </p:pic>
      <p:sp>
        <p:nvSpPr>
          <p:cNvPr id="2" name="Rectangle 14"/>
          <p:cNvSpPr txBox="1">
            <a:spLocks noChangeArrowheads="1"/>
          </p:cNvSpPr>
          <p:nvPr/>
        </p:nvSpPr>
        <p:spPr bwMode="auto">
          <a:xfrm>
            <a:off x="412751" y="368300"/>
            <a:ext cx="9867900" cy="587375"/>
          </a:xfrm>
          <a:prstGeom prst="rect">
            <a:avLst/>
          </a:prstGeom>
          <a:noFill/>
          <a:ln w="9525">
            <a:noFill/>
            <a:miter lim="800000"/>
            <a:headEnd/>
            <a:tailEnd/>
          </a:ln>
        </p:spPr>
        <p:txBody>
          <a:bodyPr vert="horz" wrap="square" lIns="0" tIns="51532" rIns="103065" bIns="51532" numCol="1" anchor="ctr" anchorCtr="0" compatLnSpc="1">
            <a:prstTxWarp prst="textNoShape">
              <a:avLst/>
            </a:prstTxWarp>
          </a:bodyPr>
          <a:lstStyle/>
          <a:p>
            <a:pPr defTabSz="1031094">
              <a:defRPr/>
            </a:pPr>
            <a:r>
              <a:rPr lang="en-US" sz="2200" kern="0" baseline="0" dirty="0" smtClean="0">
                <a:solidFill>
                  <a:srgbClr val="6D6E71"/>
                </a:solidFill>
                <a:latin typeface="Arial"/>
              </a:rPr>
              <a:t>Aggressive deleveraging drove lower revenues but succeeded in increasing returns on RWAs and assets</a:t>
            </a:r>
            <a:endParaRPr lang="en-GB" sz="2200" kern="0" baseline="0" dirty="0" smtClean="0">
              <a:solidFill>
                <a:srgbClr val="6D6E71"/>
              </a:solidFill>
              <a:latin typeface="Arial"/>
            </a:endParaRPr>
          </a:p>
        </p:txBody>
      </p:sp>
      <p:sp>
        <p:nvSpPr>
          <p:cNvPr id="6" name="Rectangle 3"/>
          <p:cNvSpPr>
            <a:spLocks noChangeArrowheads="1"/>
          </p:cNvSpPr>
          <p:nvPr/>
        </p:nvSpPr>
        <p:spPr bwMode="auto">
          <a:xfrm>
            <a:off x="6180139" y="1201469"/>
            <a:ext cx="4279900" cy="5908219"/>
          </a:xfrm>
          <a:prstGeom prst="rect">
            <a:avLst/>
          </a:prstGeom>
          <a:noFill/>
          <a:ln w="9525">
            <a:noFill/>
            <a:miter lim="800000"/>
            <a:headEnd/>
            <a:tailEnd/>
          </a:ln>
        </p:spPr>
        <p:txBody>
          <a:bodyPr lIns="0" tIns="0" rIns="0" bIns="0"/>
          <a:lstStyle/>
          <a:p>
            <a:pPr marL="300423" lvl="1" indent="-298858" defTabSz="1028006">
              <a:spcBef>
                <a:spcPts val="200"/>
              </a:spcBef>
              <a:spcAft>
                <a:spcPts val="200"/>
              </a:spcAft>
              <a:buClr>
                <a:srgbClr val="22AA47"/>
              </a:buClr>
              <a:buSzPct val="110000"/>
              <a:buFont typeface="Wingdings" pitchFamily="2" charset="2"/>
              <a:buChar char="§"/>
            </a:pPr>
            <a:r>
              <a:rPr lang="en-US" sz="1300" baseline="0" dirty="0" smtClean="0">
                <a:solidFill>
                  <a:srgbClr val="005C87"/>
                </a:solidFill>
              </a:rPr>
              <a:t>Deleveraging of European banks was in response to Basel 2.5/3 requirements that significantly impacted IB divisions and increased the overall amount of capital and liquidity required. </a:t>
            </a:r>
          </a:p>
          <a:p>
            <a:pPr marL="300423" lvl="1" indent="-298858" defTabSz="1028006">
              <a:spcBef>
                <a:spcPts val="200"/>
              </a:spcBef>
              <a:spcAft>
                <a:spcPts val="200"/>
              </a:spcAft>
              <a:buClr>
                <a:srgbClr val="22AA47"/>
              </a:buClr>
              <a:buSzPct val="110000"/>
              <a:buFont typeface="Wingdings" pitchFamily="2" charset="2"/>
              <a:buChar char="§"/>
            </a:pPr>
            <a:r>
              <a:rPr lang="en-US" sz="1300" baseline="0" dirty="0" smtClean="0">
                <a:solidFill>
                  <a:srgbClr val="005C87"/>
                </a:solidFill>
              </a:rPr>
              <a:t>Deleveraging drove down Group and IB revenues except for Credit Suisse. This trend was reflected in Credit Suisse’s 2011 results when they initiated a risk reduction plan in mid-2011, accelerating it in Q4 2011.</a:t>
            </a:r>
          </a:p>
          <a:p>
            <a:pPr marL="300423" lvl="1" indent="-298858" defTabSz="1028006">
              <a:spcBef>
                <a:spcPts val="200"/>
              </a:spcBef>
              <a:spcAft>
                <a:spcPts val="200"/>
              </a:spcAft>
              <a:buClr>
                <a:srgbClr val="22AA47"/>
              </a:buClr>
              <a:buSzPct val="110000"/>
              <a:buFont typeface="Wingdings" pitchFamily="2" charset="2"/>
              <a:buChar char="§"/>
            </a:pPr>
            <a:r>
              <a:rPr lang="en-US" sz="1300" baseline="0" dirty="0" smtClean="0">
                <a:solidFill>
                  <a:srgbClr val="005C87"/>
                </a:solidFill>
              </a:rPr>
              <a:t>UBS and RBS ran down legacy portfolios while </a:t>
            </a:r>
            <a:r>
              <a:rPr lang="en-US" sz="1300" baseline="0" dirty="0" err="1" smtClean="0">
                <a:solidFill>
                  <a:srgbClr val="005C87"/>
                </a:solidFill>
              </a:rPr>
              <a:t>SocGen</a:t>
            </a:r>
            <a:r>
              <a:rPr lang="en-US" sz="1300" baseline="0" dirty="0" smtClean="0">
                <a:solidFill>
                  <a:srgbClr val="005C87"/>
                </a:solidFill>
              </a:rPr>
              <a:t>, BNPP and RBS engaged in asset sales e.g. loans and non-core businesses. UBS also exited/significantly reduced lines of business e.g. FICC macro directional trading, asset </a:t>
            </a:r>
            <a:r>
              <a:rPr lang="en-US" sz="1300" baseline="0" dirty="0" err="1" smtClean="0">
                <a:solidFill>
                  <a:srgbClr val="005C87"/>
                </a:solidFill>
              </a:rPr>
              <a:t>securitisation</a:t>
            </a:r>
            <a:r>
              <a:rPr lang="en-US" sz="1300" baseline="0" dirty="0" smtClean="0">
                <a:solidFill>
                  <a:srgbClr val="005C87"/>
                </a:solidFill>
              </a:rPr>
              <a:t> and complex structured products: </a:t>
            </a:r>
          </a:p>
          <a:p>
            <a:pPr marL="752481" lvl="2" indent="-298858" defTabSz="1028006">
              <a:spcBef>
                <a:spcPts val="200"/>
              </a:spcBef>
              <a:spcAft>
                <a:spcPts val="200"/>
              </a:spcAft>
              <a:buClr>
                <a:srgbClr val="22AA47"/>
              </a:buClr>
              <a:buSzPct val="110000"/>
              <a:buFont typeface="Wingdings" pitchFamily="2" charset="2"/>
              <a:buChar char="§"/>
            </a:pPr>
            <a:r>
              <a:rPr lang="en-GB" sz="1300" baseline="0" dirty="0" smtClean="0">
                <a:solidFill>
                  <a:srgbClr val="005C87"/>
                </a:solidFill>
              </a:rPr>
              <a:t>UBS reduced B3 RWAs mainly in FICC credit and rates, which led to a reduction in FICC revenues.</a:t>
            </a:r>
          </a:p>
          <a:p>
            <a:pPr marL="752481" lvl="2" indent="-298858" defTabSz="1028006">
              <a:spcBef>
                <a:spcPts val="200"/>
              </a:spcBef>
              <a:spcAft>
                <a:spcPts val="200"/>
              </a:spcAft>
              <a:buClr>
                <a:srgbClr val="22AA47"/>
              </a:buClr>
              <a:buSzPct val="110000"/>
              <a:buFont typeface="Wingdings" pitchFamily="2" charset="2"/>
              <a:buChar char="§"/>
            </a:pPr>
            <a:r>
              <a:rPr lang="en-GB" sz="1300" baseline="0" dirty="0" err="1" smtClean="0">
                <a:solidFill>
                  <a:srgbClr val="005C87"/>
                </a:solidFill>
              </a:rPr>
              <a:t>SocGen’s</a:t>
            </a:r>
            <a:r>
              <a:rPr lang="en-GB" sz="1300" baseline="0" dirty="0" smtClean="0">
                <a:solidFill>
                  <a:srgbClr val="005C87"/>
                </a:solidFill>
              </a:rPr>
              <a:t> impact from deleveraging was c. -€0.8bn on net income. </a:t>
            </a:r>
          </a:p>
          <a:p>
            <a:pPr marL="752481" lvl="2" indent="-298858" defTabSz="1028006">
              <a:spcBef>
                <a:spcPts val="200"/>
              </a:spcBef>
              <a:spcAft>
                <a:spcPts val="200"/>
              </a:spcAft>
              <a:buClr>
                <a:srgbClr val="22AA47"/>
              </a:buClr>
              <a:buSzPct val="110000"/>
              <a:buFont typeface="Wingdings" pitchFamily="2" charset="2"/>
              <a:buChar char="§"/>
            </a:pPr>
            <a:r>
              <a:rPr lang="en-US" sz="1300" baseline="0" dirty="0" smtClean="0">
                <a:solidFill>
                  <a:srgbClr val="005C87"/>
                </a:solidFill>
              </a:rPr>
              <a:t>Excluding the impact from loan sales, BNPP’s CIB revenues fell 10% </a:t>
            </a:r>
            <a:r>
              <a:rPr lang="en-US" sz="1300" baseline="0" dirty="0" err="1" smtClean="0">
                <a:solidFill>
                  <a:srgbClr val="005C87"/>
                </a:solidFill>
              </a:rPr>
              <a:t>yoy</a:t>
            </a:r>
            <a:r>
              <a:rPr lang="en-US" sz="1300" baseline="0" dirty="0" smtClean="0">
                <a:solidFill>
                  <a:srgbClr val="005C87"/>
                </a:solidFill>
              </a:rPr>
              <a:t> (€ 1.1bn) in line with the expected impact of deleveraging (mainly in Corporate Banking).</a:t>
            </a:r>
          </a:p>
          <a:p>
            <a:pPr marL="300423" lvl="1" indent="-298858" defTabSz="1028006">
              <a:spcBef>
                <a:spcPts val="200"/>
              </a:spcBef>
              <a:spcAft>
                <a:spcPts val="200"/>
              </a:spcAft>
              <a:buClr>
                <a:srgbClr val="22AA47"/>
              </a:buClr>
              <a:buSzPct val="110000"/>
              <a:buFont typeface="Wingdings" pitchFamily="2" charset="2"/>
              <a:buChar char="§"/>
            </a:pPr>
            <a:r>
              <a:rPr lang="en-US" sz="1300" baseline="0" dirty="0" smtClean="0">
                <a:solidFill>
                  <a:srgbClr val="005C87"/>
                </a:solidFill>
              </a:rPr>
              <a:t>Excluding RBS, average return on RWAs for the sample peer group increased by 1.9bps. RBS’ decline was driven by higher RWAs in UK Corporate and International Banking as a result of regulatory model changes/uplifts.</a:t>
            </a:r>
          </a:p>
        </p:txBody>
      </p:sp>
      <p:sp>
        <p:nvSpPr>
          <p:cNvPr id="10" name="Text Box 144"/>
          <p:cNvSpPr txBox="1">
            <a:spLocks noChangeArrowheads="1"/>
          </p:cNvSpPr>
          <p:nvPr/>
        </p:nvSpPr>
        <p:spPr bwMode="auto">
          <a:xfrm>
            <a:off x="1460501" y="6493847"/>
            <a:ext cx="4724400" cy="922265"/>
          </a:xfrm>
          <a:prstGeom prst="rect">
            <a:avLst/>
          </a:prstGeom>
          <a:noFill/>
          <a:ln w="9525">
            <a:noFill/>
            <a:miter lim="800000"/>
            <a:headEnd/>
            <a:tailEnd/>
          </a:ln>
        </p:spPr>
        <p:txBody>
          <a:bodyPr wrap="square" lIns="90385" tIns="45193" rIns="90385" bIns="45193" anchor="b">
            <a:spAutoFit/>
          </a:bodyPr>
          <a:lstStyle/>
          <a:p>
            <a:pPr>
              <a:spcBef>
                <a:spcPct val="50000"/>
              </a:spcBef>
            </a:pPr>
            <a:r>
              <a:rPr lang="en-GB" sz="600" baseline="0" dirty="0" smtClean="0"/>
              <a:t>Sources: Company quarterly financial results, presentations and transcripts and WB Performance Management Analysis</a:t>
            </a:r>
          </a:p>
          <a:p>
            <a:pPr marL="226662" indent="-226662">
              <a:spcBef>
                <a:spcPct val="50000"/>
              </a:spcBef>
            </a:pPr>
            <a:r>
              <a:rPr lang="en-US" sz="600" baseline="30000" dirty="0" smtClean="0"/>
              <a:t>(1)</a:t>
            </a:r>
            <a:r>
              <a:rPr lang="en-US" sz="600" baseline="0" dirty="0" smtClean="0"/>
              <a:t> IB data relates to the core investment bank  </a:t>
            </a:r>
            <a:r>
              <a:rPr lang="en-US" sz="600" baseline="30000" dirty="0" smtClean="0"/>
              <a:t>(2)</a:t>
            </a:r>
            <a:r>
              <a:rPr lang="en-US" sz="600" baseline="0" dirty="0" smtClean="0"/>
              <a:t> US GAAP  </a:t>
            </a:r>
            <a:r>
              <a:rPr lang="en-US" sz="600" baseline="30000" dirty="0" smtClean="0"/>
              <a:t>(3)</a:t>
            </a:r>
            <a:r>
              <a:rPr lang="en-US" sz="600" baseline="0" dirty="0" smtClean="0"/>
              <a:t> Basel 2.5  </a:t>
            </a:r>
            <a:r>
              <a:rPr lang="en-US" sz="600" baseline="30000" dirty="0" smtClean="0"/>
              <a:t>(4)</a:t>
            </a:r>
            <a:r>
              <a:rPr lang="en-US" sz="600" baseline="0" dirty="0" smtClean="0"/>
              <a:t> Basel 3</a:t>
            </a:r>
          </a:p>
          <a:p>
            <a:pPr marL="226662" indent="-226662">
              <a:spcBef>
                <a:spcPct val="50000"/>
              </a:spcBef>
            </a:pPr>
            <a:r>
              <a:rPr lang="en-US" sz="600" baseline="30000" dirty="0" smtClean="0"/>
              <a:t>(5)</a:t>
            </a:r>
            <a:r>
              <a:rPr lang="en-US" sz="600" baseline="0" dirty="0" smtClean="0"/>
              <a:t> Excluding -CHF1.85bn impact from </a:t>
            </a:r>
            <a:r>
              <a:rPr lang="en-US" sz="600" baseline="0" dirty="0" err="1" smtClean="0"/>
              <a:t>unauthorised</a:t>
            </a:r>
            <a:r>
              <a:rPr lang="en-US" sz="600" baseline="0" dirty="0" smtClean="0"/>
              <a:t> trading incident  </a:t>
            </a:r>
            <a:r>
              <a:rPr lang="en-US" sz="600" baseline="30000" dirty="0" smtClean="0"/>
              <a:t>(6)</a:t>
            </a:r>
            <a:r>
              <a:rPr lang="en-US" sz="600" baseline="0" dirty="0" smtClean="0"/>
              <a:t> IB revenue divided by year-end IB assets</a:t>
            </a:r>
          </a:p>
          <a:p>
            <a:pPr>
              <a:spcBef>
                <a:spcPct val="50000"/>
              </a:spcBef>
            </a:pPr>
            <a:r>
              <a:rPr lang="en-US" sz="600" baseline="30000" dirty="0" smtClean="0"/>
              <a:t>(7)</a:t>
            </a:r>
            <a:r>
              <a:rPr lang="en-US" sz="600" baseline="0" dirty="0" smtClean="0"/>
              <a:t> IB revenue divided by year-end IB RWAs  </a:t>
            </a:r>
            <a:r>
              <a:rPr lang="en-US" sz="600" baseline="30000" dirty="0" smtClean="0"/>
              <a:t>(8)</a:t>
            </a:r>
            <a:r>
              <a:rPr lang="en-US" sz="600" baseline="0" dirty="0" smtClean="0"/>
              <a:t> RBS’ IB division is assumed to be the sum of UK Corporate, International Banking and Markets divisions</a:t>
            </a:r>
          </a:p>
          <a:p>
            <a:pPr>
              <a:spcBef>
                <a:spcPct val="50000"/>
              </a:spcBef>
            </a:pPr>
            <a:r>
              <a:rPr lang="en-US" sz="600" baseline="30000" dirty="0" smtClean="0"/>
              <a:t>(9)</a:t>
            </a:r>
            <a:r>
              <a:rPr lang="en-US" sz="600" baseline="0" dirty="0" smtClean="0"/>
              <a:t> </a:t>
            </a:r>
            <a:r>
              <a:rPr lang="en-US" sz="600" baseline="0" dirty="0" err="1" smtClean="0"/>
              <a:t>SocGen's</a:t>
            </a:r>
            <a:r>
              <a:rPr lang="en-US" sz="600" baseline="0" dirty="0" smtClean="0"/>
              <a:t> asset increase was driven by cash, due from central banks and financial assets at FV through P&amp;L, mainly in the trading portfolio (shares, other equity securities and financial assets) </a:t>
            </a:r>
            <a:endParaRPr lang="en-GB" sz="600" baseline="0" dirty="0" smtClean="0"/>
          </a:p>
        </p:txBody>
      </p:sp>
      <p:sp>
        <p:nvSpPr>
          <p:cNvPr id="20" name="Text Box 8"/>
          <p:cNvSpPr txBox="1">
            <a:spLocks noChangeArrowheads="1"/>
          </p:cNvSpPr>
          <p:nvPr/>
        </p:nvSpPr>
        <p:spPr bwMode="auto">
          <a:xfrm>
            <a:off x="188911" y="1434463"/>
            <a:ext cx="5961518" cy="291550"/>
          </a:xfrm>
          <a:prstGeom prst="rect">
            <a:avLst/>
          </a:prstGeom>
          <a:noFill/>
          <a:ln w="9525" algn="ctr">
            <a:noFill/>
            <a:miter lim="800000"/>
            <a:headEnd/>
            <a:tailEnd/>
          </a:ln>
        </p:spPr>
        <p:txBody>
          <a:bodyPr wrap="square" lIns="90608" tIns="45305" rIns="90608" bIns="45305">
            <a:spAutoFit/>
          </a:bodyPr>
          <a:lstStyle/>
          <a:p>
            <a:pPr eaLnBrk="0" hangingPunct="0"/>
            <a:r>
              <a:rPr lang="en-US" sz="1300" b="1" baseline="0" dirty="0" smtClean="0">
                <a:solidFill>
                  <a:srgbClr val="005C87"/>
                </a:solidFill>
              </a:rPr>
              <a:t>Financial metrics of selected peers</a:t>
            </a:r>
            <a:endParaRPr lang="en-GB" sz="1300" b="1" baseline="0" dirty="0">
              <a:solidFill>
                <a:srgbClr val="005C87"/>
              </a:solidFill>
            </a:endParaRPr>
          </a:p>
        </p:txBody>
      </p:sp>
      <p:cxnSp>
        <p:nvCxnSpPr>
          <p:cNvPr id="7" name="Straight Connector 6"/>
          <p:cNvCxnSpPr/>
          <p:nvPr/>
        </p:nvCxnSpPr>
        <p:spPr bwMode="auto">
          <a:xfrm flipV="1">
            <a:off x="350234" y="368300"/>
            <a:ext cx="9517666" cy="6326774"/>
          </a:xfrm>
          <a:prstGeom prst="line">
            <a:avLst/>
          </a:prstGeom>
          <a:solidFill>
            <a:srgbClr val="E6E7E8"/>
          </a:solidFill>
          <a:ln w="9525" cap="flat" cmpd="sng" algn="ctr">
            <a:solidFill>
              <a:srgbClr val="FF0000"/>
            </a:solidFill>
            <a:prstDash val="solid"/>
            <a:round/>
            <a:headEnd type="none" w="med" len="med"/>
            <a:tailEnd type="none" w="med" len="med"/>
          </a:ln>
          <a:effectLst/>
        </p:spPr>
      </p:cxn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Picture 7"/>
          <p:cNvPicPr>
            <a:picLocks noChangeAspect="1" noChangeArrowheads="1"/>
          </p:cNvPicPr>
          <p:nvPr/>
        </p:nvPicPr>
        <p:blipFill>
          <a:blip r:embed="rId2" cstate="print"/>
          <a:srcRect/>
          <a:stretch>
            <a:fillRect/>
          </a:stretch>
        </p:blipFill>
        <p:spPr bwMode="auto">
          <a:xfrm>
            <a:off x="470248" y="1629106"/>
            <a:ext cx="4653183" cy="1170346"/>
          </a:xfrm>
          <a:prstGeom prst="rect">
            <a:avLst/>
          </a:prstGeom>
          <a:noFill/>
          <a:ln w="9525">
            <a:noFill/>
            <a:miter lim="800000"/>
            <a:headEnd/>
            <a:tailEnd/>
          </a:ln>
          <a:effectLst/>
        </p:spPr>
      </p:pic>
      <p:sp>
        <p:nvSpPr>
          <p:cNvPr id="2" name="Rectangle 14"/>
          <p:cNvSpPr txBox="1">
            <a:spLocks noChangeArrowheads="1"/>
          </p:cNvSpPr>
          <p:nvPr/>
        </p:nvSpPr>
        <p:spPr bwMode="auto">
          <a:xfrm>
            <a:off x="412751" y="368300"/>
            <a:ext cx="9867900" cy="587375"/>
          </a:xfrm>
          <a:prstGeom prst="rect">
            <a:avLst/>
          </a:prstGeom>
          <a:noFill/>
          <a:ln w="9525">
            <a:noFill/>
            <a:miter lim="800000"/>
            <a:headEnd/>
            <a:tailEnd/>
          </a:ln>
        </p:spPr>
        <p:txBody>
          <a:bodyPr vert="horz" wrap="square" lIns="0" tIns="51532" rIns="103065" bIns="51532" numCol="1" anchor="ctr" anchorCtr="0" compatLnSpc="1">
            <a:prstTxWarp prst="textNoShape">
              <a:avLst/>
            </a:prstTxWarp>
          </a:bodyPr>
          <a:lstStyle/>
          <a:p>
            <a:pPr defTabSz="1031094">
              <a:defRPr/>
            </a:pPr>
            <a:r>
              <a:rPr lang="en-US" sz="2200" kern="0" baseline="0" dirty="0" smtClean="0">
                <a:solidFill>
                  <a:srgbClr val="6D6E71"/>
                </a:solidFill>
                <a:latin typeface="Arial"/>
              </a:rPr>
              <a:t>Deep dive: UBS – IB revenue impact from deleveraging</a:t>
            </a:r>
            <a:endParaRPr lang="en-GB" sz="2200" kern="0" baseline="0" dirty="0" smtClean="0">
              <a:solidFill>
                <a:srgbClr val="6D6E71"/>
              </a:solidFill>
              <a:latin typeface="Arial"/>
            </a:endParaRPr>
          </a:p>
        </p:txBody>
      </p:sp>
      <p:sp>
        <p:nvSpPr>
          <p:cNvPr id="4" name="Text Box 144"/>
          <p:cNvSpPr txBox="1">
            <a:spLocks noChangeArrowheads="1"/>
          </p:cNvSpPr>
          <p:nvPr/>
        </p:nvSpPr>
        <p:spPr bwMode="auto">
          <a:xfrm>
            <a:off x="1452567" y="6986487"/>
            <a:ext cx="4349519" cy="552934"/>
          </a:xfrm>
          <a:prstGeom prst="rect">
            <a:avLst/>
          </a:prstGeom>
          <a:noFill/>
          <a:ln w="9525">
            <a:noFill/>
            <a:miter lim="800000"/>
            <a:headEnd/>
            <a:tailEnd/>
          </a:ln>
        </p:spPr>
        <p:txBody>
          <a:bodyPr wrap="square" lIns="90385" tIns="45193" rIns="90385" bIns="45193" anchor="b">
            <a:spAutoFit/>
          </a:bodyPr>
          <a:lstStyle/>
          <a:p>
            <a:pPr marL="226662" indent="-226662">
              <a:spcBef>
                <a:spcPct val="50000"/>
              </a:spcBef>
            </a:pPr>
            <a:r>
              <a:rPr lang="en-GB" sz="600" baseline="0" dirty="0" smtClean="0"/>
              <a:t>Sources: UBS Strategy Day November 2011 and company quarterly financial results, presentations and transcripts</a:t>
            </a:r>
          </a:p>
          <a:p>
            <a:pPr>
              <a:spcBef>
                <a:spcPct val="50000"/>
              </a:spcBef>
            </a:pPr>
            <a:r>
              <a:rPr lang="en-US" sz="600" baseline="30000" dirty="0" smtClean="0"/>
              <a:t>(1)</a:t>
            </a:r>
            <a:r>
              <a:rPr lang="en-US" sz="600" baseline="0" dirty="0" smtClean="0"/>
              <a:t> c. CHF67bn B3 RWAs from non-core IB was transferred to the Corporate Centre at end-2012, which will ultimately be exited</a:t>
            </a:r>
          </a:p>
          <a:p>
            <a:pPr marL="226662" indent="-226662">
              <a:spcBef>
                <a:spcPct val="50000"/>
              </a:spcBef>
            </a:pPr>
            <a:endParaRPr lang="en-GB" sz="600" baseline="0" dirty="0" smtClean="0"/>
          </a:p>
        </p:txBody>
      </p:sp>
      <p:sp>
        <p:nvSpPr>
          <p:cNvPr id="6" name="Rectangle 3"/>
          <p:cNvSpPr>
            <a:spLocks noChangeArrowheads="1"/>
          </p:cNvSpPr>
          <p:nvPr/>
        </p:nvSpPr>
        <p:spPr bwMode="auto">
          <a:xfrm>
            <a:off x="5685126" y="1231037"/>
            <a:ext cx="4638902" cy="5980198"/>
          </a:xfrm>
          <a:prstGeom prst="rect">
            <a:avLst/>
          </a:prstGeom>
          <a:noFill/>
          <a:ln w="9525">
            <a:noFill/>
            <a:miter lim="800000"/>
            <a:headEnd/>
            <a:tailEnd/>
          </a:ln>
        </p:spPr>
        <p:txBody>
          <a:bodyPr lIns="0" tIns="0" rIns="0" bIns="0"/>
          <a:lstStyle/>
          <a:p>
            <a:pPr marL="300423" lvl="1" indent="-298858" defTabSz="1028006">
              <a:spcBef>
                <a:spcPts val="300"/>
              </a:spcBef>
              <a:spcAft>
                <a:spcPts val="300"/>
              </a:spcAft>
              <a:buClr>
                <a:schemeClr val="accent1"/>
              </a:buClr>
              <a:buSzPct val="110000"/>
              <a:buFont typeface="Wingdings" pitchFamily="2" charset="2"/>
              <a:buChar char="§"/>
            </a:pPr>
            <a:r>
              <a:rPr lang="en-US" sz="1300" baseline="0" dirty="0" smtClean="0">
                <a:solidFill>
                  <a:schemeClr val="tx1"/>
                </a:solidFill>
              </a:rPr>
              <a:t>UBS accelerated their deleveraging strategy (principally in FICC) in October 2012 and reduced IB assets by c. -40% to CHF672bn at end-2012 and IB B3 RWAs by -CHF131bn (-44%) since Q3’11. FY 2012 IB revenues declined by -CHF1.3bn (-13%) </a:t>
            </a:r>
            <a:r>
              <a:rPr lang="en-US" sz="1300" baseline="0" dirty="0" err="1" smtClean="0">
                <a:solidFill>
                  <a:schemeClr val="tx1"/>
                </a:solidFill>
              </a:rPr>
              <a:t>yoy</a:t>
            </a:r>
            <a:r>
              <a:rPr lang="en-US" sz="1300" baseline="0" dirty="0" smtClean="0">
                <a:solidFill>
                  <a:schemeClr val="tx1"/>
                </a:solidFill>
              </a:rPr>
              <a:t>.</a:t>
            </a:r>
          </a:p>
          <a:p>
            <a:pPr marL="300423" lvl="1" indent="-298858" defTabSz="1028006">
              <a:spcBef>
                <a:spcPts val="300"/>
              </a:spcBef>
              <a:spcAft>
                <a:spcPts val="300"/>
              </a:spcAft>
              <a:buClr>
                <a:schemeClr val="accent1"/>
              </a:buClr>
              <a:buSzPct val="110000"/>
              <a:buFont typeface="Wingdings" pitchFamily="2" charset="2"/>
              <a:buChar char="§"/>
            </a:pPr>
            <a:r>
              <a:rPr lang="en-US" sz="1300" baseline="0" dirty="0" smtClean="0">
                <a:solidFill>
                  <a:schemeClr val="tx1"/>
                </a:solidFill>
              </a:rPr>
              <a:t>UBS achieved core IB B3 RWAs of CHF64bn at end-2012, meeting 2013 targets. </a:t>
            </a:r>
          </a:p>
          <a:p>
            <a:pPr marL="300423" lvl="1" indent="-298858" defTabSz="1028006">
              <a:spcBef>
                <a:spcPts val="300"/>
              </a:spcBef>
              <a:spcAft>
                <a:spcPts val="300"/>
              </a:spcAft>
              <a:buClr>
                <a:schemeClr val="accent1"/>
              </a:buClr>
              <a:buSzPct val="110000"/>
              <a:buFont typeface="Wingdings" pitchFamily="2" charset="2"/>
              <a:buChar char="§"/>
            </a:pPr>
            <a:r>
              <a:rPr lang="en-US" sz="1300" baseline="0" dirty="0" smtClean="0">
                <a:solidFill>
                  <a:schemeClr val="tx1"/>
                </a:solidFill>
              </a:rPr>
              <a:t>In Q4 2012, B3 RWAs declined by CHF 31bn vs. Q3, which was achieved largely in FICC Credit and Rates: </a:t>
            </a:r>
            <a:endParaRPr lang="en-GB" sz="1300" baseline="0" dirty="0" smtClean="0">
              <a:solidFill>
                <a:schemeClr val="tx1"/>
              </a:solidFill>
            </a:endParaRPr>
          </a:p>
          <a:p>
            <a:pPr marL="752481" lvl="2" indent="-298858" defTabSz="1028006">
              <a:spcBef>
                <a:spcPts val="300"/>
              </a:spcBef>
              <a:spcAft>
                <a:spcPts val="300"/>
              </a:spcAft>
              <a:buClr>
                <a:schemeClr val="accent1"/>
              </a:buClr>
              <a:buSzPct val="110000"/>
              <a:buFont typeface="Wingdings" pitchFamily="2" charset="2"/>
              <a:buChar char="§"/>
            </a:pPr>
            <a:r>
              <a:rPr lang="en-GB" sz="1300" baseline="0" dirty="0" smtClean="0">
                <a:solidFill>
                  <a:schemeClr val="tx1"/>
                </a:solidFill>
              </a:rPr>
              <a:t>Rates revenues declined significantly in Q4 vs. Q3, particularly in long-end and non-linear interest rates, as a result of exiting or downsizing products.</a:t>
            </a:r>
          </a:p>
          <a:p>
            <a:pPr marL="752481" lvl="2" indent="-298858" defTabSz="1028006">
              <a:spcBef>
                <a:spcPts val="300"/>
              </a:spcBef>
              <a:spcAft>
                <a:spcPts val="300"/>
              </a:spcAft>
              <a:buClr>
                <a:schemeClr val="accent1"/>
              </a:buClr>
              <a:buSzPct val="110000"/>
              <a:buFont typeface="Wingdings" pitchFamily="2" charset="2"/>
              <a:buChar char="§"/>
            </a:pPr>
            <a:r>
              <a:rPr lang="en-GB" sz="1300" baseline="0" dirty="0" smtClean="0">
                <a:solidFill>
                  <a:schemeClr val="tx1"/>
                </a:solidFill>
              </a:rPr>
              <a:t>Revenue from Credit flow trading and structured credit declined in line with expectations from reduction in RWAs.</a:t>
            </a:r>
          </a:p>
          <a:p>
            <a:pPr marL="752481" lvl="2" indent="-298858" defTabSz="1028006">
              <a:spcBef>
                <a:spcPts val="300"/>
              </a:spcBef>
              <a:spcAft>
                <a:spcPts val="300"/>
              </a:spcAft>
              <a:buClr>
                <a:schemeClr val="accent1"/>
              </a:buClr>
              <a:buSzPct val="110000"/>
              <a:buFont typeface="Wingdings" pitchFamily="2" charset="2"/>
              <a:buChar char="§"/>
            </a:pPr>
            <a:r>
              <a:rPr lang="en-GB" sz="1300" baseline="0" dirty="0" smtClean="0">
                <a:solidFill>
                  <a:schemeClr val="tx1"/>
                </a:solidFill>
              </a:rPr>
              <a:t>Emerging markets revenues declined -CHF111m to -CHF4m, across all regions in preparation for ultimately exiting those businesses.</a:t>
            </a:r>
          </a:p>
          <a:p>
            <a:pPr marL="300423" lvl="1" indent="-298858" defTabSz="1028006">
              <a:spcBef>
                <a:spcPts val="300"/>
              </a:spcBef>
              <a:spcAft>
                <a:spcPts val="300"/>
              </a:spcAft>
              <a:buClr>
                <a:schemeClr val="accent1"/>
              </a:buClr>
              <a:buSzPct val="110000"/>
              <a:buFont typeface="Wingdings" pitchFamily="2" charset="2"/>
              <a:buChar char="§"/>
            </a:pPr>
            <a:r>
              <a:rPr lang="en-GB" sz="1300" baseline="0" dirty="0" smtClean="0">
                <a:solidFill>
                  <a:schemeClr val="tx1"/>
                </a:solidFill>
              </a:rPr>
              <a:t>Management will continue with deleveraging plans by further </a:t>
            </a:r>
            <a:r>
              <a:rPr lang="en-US" sz="1300" baseline="0" dirty="0" smtClean="0">
                <a:solidFill>
                  <a:schemeClr val="tx1"/>
                </a:solidFill>
              </a:rPr>
              <a:t>sharpening its focus in the IB, reducing costs while driving further efficiencies across the Group more rapidly. Annual cost savings targets were increased from c. CHF3.4bn to CHF5.4bn in 2015. UBS is expected to have FTEs of c. 54,000 by 2015. </a:t>
            </a:r>
          </a:p>
          <a:p>
            <a:pPr marL="300423" lvl="1" indent="-298858" defTabSz="1028006">
              <a:spcBef>
                <a:spcPts val="300"/>
              </a:spcBef>
              <a:spcAft>
                <a:spcPts val="300"/>
              </a:spcAft>
              <a:buClr>
                <a:schemeClr val="accent1"/>
              </a:buClr>
              <a:buSzPct val="110000"/>
              <a:buFont typeface="Wingdings" pitchFamily="2" charset="2"/>
              <a:buChar char="§"/>
            </a:pPr>
            <a:r>
              <a:rPr lang="en-US" sz="1300" baseline="0" dirty="0" smtClean="0">
                <a:solidFill>
                  <a:schemeClr val="tx1"/>
                </a:solidFill>
              </a:rPr>
              <a:t>UBS aims to progressively return capital to shareholders targeting B3 CET1 ratio of 13% in 2014 and </a:t>
            </a:r>
            <a:r>
              <a:rPr lang="en-US" sz="1300" baseline="0" dirty="0" err="1" smtClean="0">
                <a:solidFill>
                  <a:schemeClr val="tx1"/>
                </a:solidFill>
              </a:rPr>
              <a:t>RoE</a:t>
            </a:r>
            <a:r>
              <a:rPr lang="en-US" sz="1300" baseline="0" dirty="0" smtClean="0">
                <a:solidFill>
                  <a:schemeClr val="tx1"/>
                </a:solidFill>
              </a:rPr>
              <a:t> of &gt;15% from 2015.</a:t>
            </a:r>
            <a:endParaRPr lang="en-GB" sz="1300" baseline="0" dirty="0" smtClean="0">
              <a:solidFill>
                <a:schemeClr val="tx1"/>
              </a:solidFill>
            </a:endParaRPr>
          </a:p>
        </p:txBody>
      </p:sp>
      <p:sp>
        <p:nvSpPr>
          <p:cNvPr id="10" name="Text Box 8"/>
          <p:cNvSpPr txBox="1">
            <a:spLocks noChangeArrowheads="1"/>
          </p:cNvSpPr>
          <p:nvPr/>
        </p:nvSpPr>
        <p:spPr bwMode="auto">
          <a:xfrm>
            <a:off x="350234" y="1272178"/>
            <a:ext cx="4809463" cy="291550"/>
          </a:xfrm>
          <a:prstGeom prst="rect">
            <a:avLst/>
          </a:prstGeom>
          <a:noFill/>
          <a:ln w="9525" algn="ctr">
            <a:noFill/>
            <a:miter lim="800000"/>
            <a:headEnd/>
            <a:tailEnd/>
          </a:ln>
        </p:spPr>
        <p:txBody>
          <a:bodyPr wrap="square" lIns="90608" tIns="45305" rIns="90608" bIns="45305">
            <a:spAutoFit/>
          </a:bodyPr>
          <a:lstStyle/>
          <a:p>
            <a:pPr eaLnBrk="0" hangingPunct="0"/>
            <a:r>
              <a:rPr lang="en-US" sz="1300" b="1" baseline="0" dirty="0" smtClean="0">
                <a:solidFill>
                  <a:srgbClr val="005C87"/>
                </a:solidFill>
              </a:rPr>
              <a:t>UBS Investment Bank RWAs</a:t>
            </a:r>
            <a:endParaRPr lang="en-GB" sz="1300" b="1" baseline="0" dirty="0">
              <a:solidFill>
                <a:srgbClr val="005C87"/>
              </a:solidFill>
            </a:endParaRPr>
          </a:p>
        </p:txBody>
      </p:sp>
      <p:sp>
        <p:nvSpPr>
          <p:cNvPr id="11" name="Text Box 8"/>
          <p:cNvSpPr txBox="1">
            <a:spLocks noChangeArrowheads="1"/>
          </p:cNvSpPr>
          <p:nvPr/>
        </p:nvSpPr>
        <p:spPr bwMode="auto">
          <a:xfrm>
            <a:off x="350234" y="2971729"/>
            <a:ext cx="4809463" cy="291550"/>
          </a:xfrm>
          <a:prstGeom prst="rect">
            <a:avLst/>
          </a:prstGeom>
          <a:noFill/>
          <a:ln w="9525" algn="ctr">
            <a:noFill/>
            <a:miter lim="800000"/>
            <a:headEnd/>
            <a:tailEnd/>
          </a:ln>
        </p:spPr>
        <p:txBody>
          <a:bodyPr wrap="square" lIns="90608" tIns="45305" rIns="90608" bIns="45305">
            <a:spAutoFit/>
          </a:bodyPr>
          <a:lstStyle/>
          <a:p>
            <a:pPr eaLnBrk="0" hangingPunct="0"/>
            <a:r>
              <a:rPr lang="en-US" sz="1300" b="1" baseline="0" dirty="0" smtClean="0">
                <a:solidFill>
                  <a:srgbClr val="005C87"/>
                </a:solidFill>
              </a:rPr>
              <a:t>UBS Investment Bank asset and revenue trends</a:t>
            </a:r>
            <a:endParaRPr lang="en-GB" sz="1300" b="1" baseline="0" dirty="0">
              <a:solidFill>
                <a:srgbClr val="005C87"/>
              </a:solidFill>
            </a:endParaRPr>
          </a:p>
        </p:txBody>
      </p:sp>
      <p:sp>
        <p:nvSpPr>
          <p:cNvPr id="13" name="TextBox 12"/>
          <p:cNvSpPr txBox="1"/>
          <p:nvPr/>
        </p:nvSpPr>
        <p:spPr>
          <a:xfrm>
            <a:off x="3833761" y="2250074"/>
            <a:ext cx="312764" cy="205184"/>
          </a:xfrm>
          <a:prstGeom prst="rect">
            <a:avLst/>
          </a:prstGeom>
          <a:noFill/>
        </p:spPr>
        <p:txBody>
          <a:bodyPr wrap="square" lIns="90672" tIns="45337" rIns="90672" bIns="45337" rtlCol="0">
            <a:spAutoFit/>
          </a:bodyPr>
          <a:lstStyle/>
          <a:p>
            <a:r>
              <a:rPr lang="en-US" sz="1100" dirty="0" smtClean="0">
                <a:solidFill>
                  <a:srgbClr val="005C87"/>
                </a:solidFill>
                <a:latin typeface="Calibri" pitchFamily="34" charset="0"/>
              </a:rPr>
              <a:t>(1)</a:t>
            </a:r>
            <a:endParaRPr lang="en-GB" sz="1100" dirty="0">
              <a:solidFill>
                <a:srgbClr val="005C87"/>
              </a:solidFill>
              <a:latin typeface="Calibri" pitchFamily="34" charset="0"/>
            </a:endParaRPr>
          </a:p>
        </p:txBody>
      </p:sp>
      <p:pic>
        <p:nvPicPr>
          <p:cNvPr id="7" name="Picture 5"/>
          <p:cNvPicPr>
            <a:picLocks noChangeAspect="1" noChangeArrowheads="1"/>
          </p:cNvPicPr>
          <p:nvPr/>
        </p:nvPicPr>
        <p:blipFill>
          <a:blip r:embed="rId3" cstate="print"/>
          <a:srcRect/>
          <a:stretch>
            <a:fillRect/>
          </a:stretch>
        </p:blipFill>
        <p:spPr bwMode="auto">
          <a:xfrm>
            <a:off x="531154" y="5107675"/>
            <a:ext cx="4191000" cy="1819275"/>
          </a:xfrm>
          <a:prstGeom prst="rect">
            <a:avLst/>
          </a:prstGeom>
          <a:noFill/>
          <a:ln w="9525">
            <a:noFill/>
            <a:miter lim="800000"/>
            <a:headEnd/>
            <a:tailEnd/>
          </a:ln>
          <a:effectLst/>
        </p:spPr>
      </p:pic>
      <p:pic>
        <p:nvPicPr>
          <p:cNvPr id="1026" name="Picture 2"/>
          <p:cNvPicPr>
            <a:picLocks noChangeAspect="1" noChangeArrowheads="1"/>
          </p:cNvPicPr>
          <p:nvPr/>
        </p:nvPicPr>
        <p:blipFill>
          <a:blip r:embed="rId4" cstate="print"/>
          <a:srcRect/>
          <a:stretch>
            <a:fillRect/>
          </a:stretch>
        </p:blipFill>
        <p:spPr bwMode="auto">
          <a:xfrm>
            <a:off x="531154" y="3313976"/>
            <a:ext cx="4191000" cy="1819275"/>
          </a:xfrm>
          <a:prstGeom prst="rect">
            <a:avLst/>
          </a:prstGeom>
          <a:noFill/>
          <a:ln w="9525">
            <a:noFill/>
            <a:miter lim="800000"/>
            <a:headEnd/>
            <a:tailEnd/>
          </a:ln>
          <a:effectLst/>
        </p:spPr>
      </p:pic>
      <p:cxnSp>
        <p:nvCxnSpPr>
          <p:cNvPr id="16" name="Straight Connector 15"/>
          <p:cNvCxnSpPr/>
          <p:nvPr/>
        </p:nvCxnSpPr>
        <p:spPr bwMode="auto">
          <a:xfrm flipV="1">
            <a:off x="350234" y="368300"/>
            <a:ext cx="9517666" cy="6326774"/>
          </a:xfrm>
          <a:prstGeom prst="line">
            <a:avLst/>
          </a:prstGeom>
          <a:solidFill>
            <a:srgbClr val="E6E7E8"/>
          </a:solidFill>
          <a:ln w="9525" cap="flat" cmpd="sng" algn="ctr">
            <a:solidFill>
              <a:srgbClr val="FF0000"/>
            </a:solidFill>
            <a:prstDash val="solid"/>
            <a:round/>
            <a:headEnd type="none" w="med" len="med"/>
            <a:tailEnd type="none" w="med" len="med"/>
          </a:ln>
          <a:effectLst/>
        </p:spPr>
      </p:cxn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ctangle 3"/>
          <p:cNvSpPr>
            <a:spLocks noGrp="1" noChangeArrowheads="1"/>
          </p:cNvSpPr>
          <p:nvPr>
            <p:ph type="ctrTitle"/>
          </p:nvPr>
        </p:nvSpPr>
        <p:spPr>
          <a:xfrm>
            <a:off x="669925" y="2522543"/>
            <a:ext cx="8834438" cy="2424112"/>
          </a:xfrm>
        </p:spPr>
        <p:txBody>
          <a:bodyPr/>
          <a:lstStyle/>
          <a:p>
            <a:pPr lvl="0" eaLnBrk="1" hangingPunct="1"/>
            <a:r>
              <a:rPr lang="en-US" dirty="0" smtClean="0">
                <a:solidFill>
                  <a:srgbClr val="6D6E71"/>
                </a:solidFill>
              </a:rPr>
              <a:t>FY’12 FX &amp; Investment Banking League Tables </a:t>
            </a:r>
            <a:r>
              <a:rPr lang="en-US" dirty="0" smtClean="0">
                <a:solidFill>
                  <a:srgbClr val="6C6C6C"/>
                </a:solidFill>
              </a:rPr>
              <a:t/>
            </a:r>
            <a:br>
              <a:rPr lang="en-US" dirty="0" smtClean="0">
                <a:solidFill>
                  <a:srgbClr val="6C6C6C"/>
                </a:solidFill>
              </a:rPr>
            </a:br>
            <a:r>
              <a:rPr lang="en-US" dirty="0" smtClean="0">
                <a:solidFill>
                  <a:srgbClr val="6C6C6C"/>
                </a:solidFill>
              </a:rPr>
              <a:t/>
            </a:r>
            <a:br>
              <a:rPr lang="en-US" dirty="0" smtClean="0">
                <a:solidFill>
                  <a:srgbClr val="6C6C6C"/>
                </a:solidFill>
              </a:rPr>
            </a:br>
            <a:endParaRPr lang="en-GB" dirty="0" smtClean="0">
              <a:solidFill>
                <a:srgbClr val="6C6C6C"/>
              </a:solidFill>
            </a:endParaRPr>
          </a:p>
        </p:txBody>
      </p:sp>
      <p:pic>
        <p:nvPicPr>
          <p:cNvPr id="31745" name="Picture 2" descr="Visual Identitiy Band"/>
          <p:cNvPicPr preferRelativeResize="0">
            <a:picLocks noChangeArrowheads="1"/>
          </p:cNvPicPr>
          <p:nvPr/>
        </p:nvPicPr>
        <p:blipFill>
          <a:blip r:embed="rId3" cstate="print"/>
          <a:srcRect/>
          <a:stretch>
            <a:fillRect/>
          </a:stretch>
        </p:blipFill>
        <p:spPr bwMode="auto">
          <a:xfrm>
            <a:off x="0" y="2381484"/>
            <a:ext cx="10693400" cy="61913"/>
          </a:xfrm>
          <a:prstGeom prst="rect">
            <a:avLst/>
          </a:prstGeom>
          <a:noFill/>
          <a:ln w="9525">
            <a:noFill/>
            <a:miter lim="800000"/>
            <a:headEnd/>
            <a:tailEnd/>
          </a:ln>
        </p:spPr>
      </p:pic>
      <p:sp>
        <p:nvSpPr>
          <p:cNvPr id="4" name="Rectangle 4"/>
          <p:cNvSpPr txBox="1">
            <a:spLocks noChangeArrowheads="1"/>
          </p:cNvSpPr>
          <p:nvPr/>
        </p:nvSpPr>
        <p:spPr bwMode="auto">
          <a:xfrm>
            <a:off x="801937" y="3074193"/>
            <a:ext cx="9090025" cy="1620838"/>
          </a:xfrm>
          <a:prstGeom prst="rect">
            <a:avLst/>
          </a:prstGeom>
          <a:noFill/>
          <a:ln w="9525">
            <a:noFill/>
            <a:miter lim="800000"/>
            <a:headEnd/>
            <a:tailEnd/>
          </a:ln>
        </p:spPr>
        <p:txBody>
          <a:bodyPr vert="horz" wrap="square" lIns="0" tIns="50263" rIns="100464" bIns="50263" numCol="1" anchor="t" anchorCtr="0" compatLnSpc="1">
            <a:prstTxWarp prst="textNoShape">
              <a:avLst/>
            </a:prstTxWarp>
          </a:bodyPr>
          <a:lstStyle/>
          <a:p>
            <a:pPr algn="ctr" defTabSz="1004522" eaLnBrk="0" hangingPunct="0"/>
            <a:endParaRPr lang="en-US" sz="2400" kern="0" baseline="0" dirty="0" smtClean="0">
              <a:solidFill>
                <a:srgbClr val="939598"/>
              </a:solidFill>
              <a:latin typeface="Arial"/>
            </a:endParaRPr>
          </a:p>
        </p:txBody>
      </p:sp>
    </p:spTree>
  </p:cSld>
  <p:clrMapOvr>
    <a:masterClrMapping/>
  </p:clrMapOvr>
  <p:transition spd="med"/>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4"/>
          <p:cNvSpPr txBox="1">
            <a:spLocks noChangeArrowheads="1"/>
          </p:cNvSpPr>
          <p:nvPr/>
        </p:nvSpPr>
        <p:spPr bwMode="auto">
          <a:xfrm>
            <a:off x="412751" y="368300"/>
            <a:ext cx="9867900" cy="587375"/>
          </a:xfrm>
          <a:prstGeom prst="rect">
            <a:avLst/>
          </a:prstGeom>
          <a:noFill/>
          <a:ln w="9525">
            <a:noFill/>
            <a:miter lim="800000"/>
            <a:headEnd/>
            <a:tailEnd/>
          </a:ln>
        </p:spPr>
        <p:txBody>
          <a:bodyPr vert="horz" wrap="square" lIns="0" tIns="51332" rIns="102664" bIns="51332" numCol="1" anchor="ctr" anchorCtr="0" compatLnSpc="1">
            <a:prstTxWarp prst="textNoShape">
              <a:avLst/>
            </a:prstTxWarp>
          </a:bodyPr>
          <a:lstStyle/>
          <a:p>
            <a:pPr defTabSz="1027099">
              <a:defRPr/>
            </a:pPr>
            <a:r>
              <a:rPr lang="en-US" sz="2200" kern="0" baseline="0" dirty="0" smtClean="0">
                <a:solidFill>
                  <a:srgbClr val="6D6E71"/>
                </a:solidFill>
                <a:latin typeface="Arial"/>
              </a:rPr>
              <a:t>FX rankings by geography</a:t>
            </a:r>
            <a:endParaRPr lang="en-GB" sz="2200" kern="0" baseline="0" dirty="0" smtClean="0">
              <a:solidFill>
                <a:srgbClr val="6D6E71"/>
              </a:solidFill>
              <a:latin typeface="Arial"/>
            </a:endParaRPr>
          </a:p>
        </p:txBody>
      </p:sp>
      <p:sp>
        <p:nvSpPr>
          <p:cNvPr id="4" name="Text Box 144"/>
          <p:cNvSpPr txBox="1">
            <a:spLocks noChangeArrowheads="1"/>
          </p:cNvSpPr>
          <p:nvPr/>
        </p:nvSpPr>
        <p:spPr bwMode="auto">
          <a:xfrm>
            <a:off x="1452567" y="6840374"/>
            <a:ext cx="5033294" cy="691080"/>
          </a:xfrm>
          <a:prstGeom prst="rect">
            <a:avLst/>
          </a:prstGeom>
          <a:noFill/>
          <a:ln w="9525">
            <a:noFill/>
            <a:miter lim="800000"/>
            <a:headEnd/>
            <a:tailEnd/>
          </a:ln>
        </p:spPr>
        <p:txBody>
          <a:bodyPr wrap="square" lIns="90033" tIns="45018" rIns="90033" bIns="45018" anchor="b">
            <a:spAutoFit/>
          </a:bodyPr>
          <a:lstStyle/>
          <a:p>
            <a:pPr marL="225783" indent="-225783">
              <a:spcBef>
                <a:spcPct val="50000"/>
              </a:spcBef>
            </a:pPr>
            <a:r>
              <a:rPr lang="en-GB" sz="600" baseline="0" dirty="0" smtClean="0"/>
              <a:t>Sources: </a:t>
            </a:r>
          </a:p>
          <a:p>
            <a:pPr marL="225783" indent="-225783">
              <a:spcBef>
                <a:spcPct val="50000"/>
              </a:spcBef>
            </a:pPr>
            <a:r>
              <a:rPr lang="en-GB" sz="600" baseline="0" dirty="0" smtClean="0"/>
              <a:t>Greenwich Associates – 2013, 2012 and 2011 Greenwich Leaders: Global Foreign Exchange Services</a:t>
            </a:r>
          </a:p>
          <a:p>
            <a:pPr>
              <a:spcBef>
                <a:spcPct val="50000"/>
              </a:spcBef>
            </a:pPr>
            <a:r>
              <a:rPr lang="en-US" sz="600" baseline="0" dirty="0" smtClean="0"/>
              <a:t>Greenwich Associates report for SCB – Foreign Exchange Services – Asia (excl. Japan, Australia and New Zealand): Research Highlights for </a:t>
            </a:r>
            <a:r>
              <a:rPr lang="en-US" sz="600" baseline="0" dirty="0" err="1" smtClean="0"/>
              <a:t>Corporates</a:t>
            </a:r>
            <a:r>
              <a:rPr lang="en-US" sz="600" baseline="0" dirty="0" smtClean="0"/>
              <a:t> and Financials, 2012</a:t>
            </a:r>
            <a:endParaRPr lang="en-GB" sz="600" baseline="0" dirty="0" smtClean="0"/>
          </a:p>
          <a:p>
            <a:pPr marL="225783" indent="-225783">
              <a:spcBef>
                <a:spcPct val="50000"/>
              </a:spcBef>
            </a:pPr>
            <a:endParaRPr lang="en-GB" sz="600" baseline="0" dirty="0" smtClean="0"/>
          </a:p>
        </p:txBody>
      </p:sp>
      <p:sp>
        <p:nvSpPr>
          <p:cNvPr id="26" name="Text Box 8"/>
          <p:cNvSpPr txBox="1">
            <a:spLocks noChangeArrowheads="1"/>
          </p:cNvSpPr>
          <p:nvPr/>
        </p:nvSpPr>
        <p:spPr bwMode="auto">
          <a:xfrm>
            <a:off x="3744915" y="1456057"/>
            <a:ext cx="3236400" cy="291196"/>
          </a:xfrm>
          <a:prstGeom prst="rect">
            <a:avLst/>
          </a:prstGeom>
          <a:noFill/>
          <a:ln w="9525" algn="ctr">
            <a:noFill/>
            <a:miter lim="800000"/>
            <a:headEnd/>
            <a:tailEnd/>
          </a:ln>
        </p:spPr>
        <p:txBody>
          <a:bodyPr wrap="square" lIns="90257" tIns="45130" rIns="90257" bIns="45130">
            <a:spAutoFit/>
          </a:bodyPr>
          <a:lstStyle/>
          <a:p>
            <a:pPr eaLnBrk="0" hangingPunct="0"/>
            <a:r>
              <a:rPr lang="en-US" sz="1300" b="1" baseline="0" dirty="0" smtClean="0">
                <a:solidFill>
                  <a:srgbClr val="005C87"/>
                </a:solidFill>
              </a:rPr>
              <a:t>Market share by geography – 2011</a:t>
            </a:r>
            <a:endParaRPr lang="en-GB" sz="1300" b="1" baseline="0" dirty="0">
              <a:solidFill>
                <a:srgbClr val="005C87"/>
              </a:solidFill>
            </a:endParaRPr>
          </a:p>
        </p:txBody>
      </p:sp>
      <p:sp>
        <p:nvSpPr>
          <p:cNvPr id="27" name="Text Box 8"/>
          <p:cNvSpPr txBox="1">
            <a:spLocks noChangeArrowheads="1"/>
          </p:cNvSpPr>
          <p:nvPr/>
        </p:nvSpPr>
        <p:spPr bwMode="auto">
          <a:xfrm>
            <a:off x="277814" y="1456057"/>
            <a:ext cx="3237614" cy="291196"/>
          </a:xfrm>
          <a:prstGeom prst="rect">
            <a:avLst/>
          </a:prstGeom>
          <a:noFill/>
          <a:ln w="9525" algn="ctr">
            <a:noFill/>
            <a:miter lim="800000"/>
            <a:headEnd/>
            <a:tailEnd/>
          </a:ln>
        </p:spPr>
        <p:txBody>
          <a:bodyPr wrap="square" lIns="90257" tIns="45130" rIns="90257" bIns="45130">
            <a:spAutoFit/>
          </a:bodyPr>
          <a:lstStyle/>
          <a:p>
            <a:pPr eaLnBrk="0" hangingPunct="0"/>
            <a:r>
              <a:rPr lang="en-US" sz="1300" b="1" baseline="0" dirty="0" smtClean="0">
                <a:solidFill>
                  <a:srgbClr val="005C87"/>
                </a:solidFill>
              </a:rPr>
              <a:t>Market share by geography – 2010</a:t>
            </a:r>
            <a:endParaRPr lang="en-GB" sz="1300" b="1" baseline="0" dirty="0">
              <a:solidFill>
                <a:srgbClr val="005C87"/>
              </a:solidFill>
            </a:endParaRPr>
          </a:p>
        </p:txBody>
      </p:sp>
      <p:pic>
        <p:nvPicPr>
          <p:cNvPr id="1027" name="Picture 3"/>
          <p:cNvPicPr>
            <a:picLocks noChangeAspect="1" noChangeArrowheads="1"/>
          </p:cNvPicPr>
          <p:nvPr/>
        </p:nvPicPr>
        <p:blipFill>
          <a:blip r:embed="rId2" cstate="print"/>
          <a:srcRect/>
          <a:stretch>
            <a:fillRect/>
          </a:stretch>
        </p:blipFill>
        <p:spPr bwMode="auto">
          <a:xfrm>
            <a:off x="7212014" y="1875631"/>
            <a:ext cx="3240086" cy="1946746"/>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cstate="print"/>
          <a:srcRect/>
          <a:stretch>
            <a:fillRect/>
          </a:stretch>
        </p:blipFill>
        <p:spPr bwMode="auto">
          <a:xfrm>
            <a:off x="3744916" y="1875632"/>
            <a:ext cx="3240086" cy="1953483"/>
          </a:xfrm>
          <a:prstGeom prst="rect">
            <a:avLst/>
          </a:prstGeom>
          <a:noFill/>
          <a:ln w="9525">
            <a:noFill/>
            <a:miter lim="800000"/>
            <a:headEnd/>
            <a:tailEnd/>
          </a:ln>
          <a:effectLst/>
        </p:spPr>
      </p:pic>
      <p:sp>
        <p:nvSpPr>
          <p:cNvPr id="19" name="Text Box 8"/>
          <p:cNvSpPr txBox="1">
            <a:spLocks noChangeArrowheads="1"/>
          </p:cNvSpPr>
          <p:nvPr/>
        </p:nvSpPr>
        <p:spPr bwMode="auto">
          <a:xfrm>
            <a:off x="7215700" y="1456057"/>
            <a:ext cx="3236400" cy="291196"/>
          </a:xfrm>
          <a:prstGeom prst="rect">
            <a:avLst/>
          </a:prstGeom>
          <a:noFill/>
          <a:ln w="9525" algn="ctr">
            <a:noFill/>
            <a:miter lim="800000"/>
            <a:headEnd/>
            <a:tailEnd/>
          </a:ln>
        </p:spPr>
        <p:txBody>
          <a:bodyPr wrap="square" lIns="90257" tIns="45130" rIns="90257" bIns="45130">
            <a:spAutoFit/>
          </a:bodyPr>
          <a:lstStyle/>
          <a:p>
            <a:pPr eaLnBrk="0" hangingPunct="0"/>
            <a:r>
              <a:rPr lang="en-US" sz="1300" b="1" baseline="0" dirty="0" smtClean="0">
                <a:solidFill>
                  <a:srgbClr val="005C87"/>
                </a:solidFill>
              </a:rPr>
              <a:t>Market share by geography – 2012 </a:t>
            </a:r>
            <a:endParaRPr lang="en-GB" sz="1300" b="1" baseline="0" dirty="0">
              <a:solidFill>
                <a:srgbClr val="005C87"/>
              </a:solidFill>
            </a:endParaRPr>
          </a:p>
        </p:txBody>
      </p:sp>
      <p:pic>
        <p:nvPicPr>
          <p:cNvPr id="20" name="Picture 5"/>
          <p:cNvPicPr>
            <a:picLocks noChangeAspect="1" noChangeArrowheads="1"/>
          </p:cNvPicPr>
          <p:nvPr/>
        </p:nvPicPr>
        <p:blipFill>
          <a:blip r:embed="rId4" cstate="print"/>
          <a:srcRect/>
          <a:stretch>
            <a:fillRect/>
          </a:stretch>
        </p:blipFill>
        <p:spPr bwMode="auto">
          <a:xfrm>
            <a:off x="277814" y="1875631"/>
            <a:ext cx="3240086" cy="1946746"/>
          </a:xfrm>
          <a:prstGeom prst="rect">
            <a:avLst/>
          </a:prstGeom>
          <a:noFill/>
          <a:ln w="9525">
            <a:noFill/>
            <a:miter lim="800000"/>
            <a:headEnd/>
            <a:tailEnd/>
          </a:ln>
          <a:effectLst/>
        </p:spPr>
      </p:pic>
      <p:sp>
        <p:nvSpPr>
          <p:cNvPr id="22" name="Text Box 8"/>
          <p:cNvSpPr txBox="1">
            <a:spLocks noChangeArrowheads="1"/>
          </p:cNvSpPr>
          <p:nvPr/>
        </p:nvSpPr>
        <p:spPr bwMode="auto">
          <a:xfrm>
            <a:off x="277814" y="4017970"/>
            <a:ext cx="7999410" cy="291196"/>
          </a:xfrm>
          <a:prstGeom prst="rect">
            <a:avLst/>
          </a:prstGeom>
          <a:noFill/>
          <a:ln w="9525" algn="ctr">
            <a:noFill/>
            <a:miter lim="800000"/>
            <a:headEnd/>
            <a:tailEnd/>
          </a:ln>
        </p:spPr>
        <p:txBody>
          <a:bodyPr wrap="square" lIns="90257" tIns="45130" rIns="90257" bIns="45130">
            <a:spAutoFit/>
          </a:bodyPr>
          <a:lstStyle/>
          <a:p>
            <a:pPr eaLnBrk="0" hangingPunct="0"/>
            <a:r>
              <a:rPr lang="en-US" sz="1300" b="1" baseline="0" dirty="0" smtClean="0">
                <a:solidFill>
                  <a:srgbClr val="005C87"/>
                </a:solidFill>
              </a:rPr>
              <a:t>Estimated market share by clients in Asia (excl. Japan, Australia and New Zealand) – 2012</a:t>
            </a:r>
            <a:endParaRPr lang="en-GB" sz="1300" b="1" baseline="0" dirty="0">
              <a:solidFill>
                <a:srgbClr val="005C87"/>
              </a:solidFill>
            </a:endParaRPr>
          </a:p>
        </p:txBody>
      </p:sp>
      <p:pic>
        <p:nvPicPr>
          <p:cNvPr id="6" name="Picture 4"/>
          <p:cNvPicPr>
            <a:picLocks noChangeAspect="1" noChangeArrowheads="1"/>
          </p:cNvPicPr>
          <p:nvPr/>
        </p:nvPicPr>
        <p:blipFill>
          <a:blip r:embed="rId5" cstate="print"/>
          <a:srcRect/>
          <a:stretch>
            <a:fillRect/>
          </a:stretch>
        </p:blipFill>
        <p:spPr bwMode="auto">
          <a:xfrm>
            <a:off x="277816" y="4380605"/>
            <a:ext cx="4933326" cy="2160878"/>
          </a:xfrm>
          <a:prstGeom prst="rect">
            <a:avLst/>
          </a:prstGeom>
          <a:noFill/>
          <a:ln w="9525">
            <a:noFill/>
            <a:miter lim="800000"/>
            <a:headEnd/>
            <a:tailEnd/>
          </a:ln>
          <a:effectLst/>
        </p:spPr>
      </p:pic>
      <p:pic>
        <p:nvPicPr>
          <p:cNvPr id="7" name="Picture 5"/>
          <p:cNvPicPr>
            <a:picLocks noChangeAspect="1" noChangeArrowheads="1"/>
          </p:cNvPicPr>
          <p:nvPr/>
        </p:nvPicPr>
        <p:blipFill>
          <a:blip r:embed="rId6" cstate="print"/>
          <a:srcRect/>
          <a:stretch>
            <a:fillRect/>
          </a:stretch>
        </p:blipFill>
        <p:spPr bwMode="auto">
          <a:xfrm>
            <a:off x="5390917" y="4380605"/>
            <a:ext cx="4933326" cy="2160878"/>
          </a:xfrm>
          <a:prstGeom prst="rect">
            <a:avLst/>
          </a:prstGeom>
          <a:noFill/>
          <a:ln w="9525">
            <a:noFill/>
            <a:miter lim="800000"/>
            <a:headEnd/>
            <a:tailEnd/>
          </a:ln>
          <a:effectLst/>
        </p:spPr>
      </p:pic>
      <p:sp>
        <p:nvSpPr>
          <p:cNvPr id="13" name="TextBox 12"/>
          <p:cNvSpPr txBox="1"/>
          <p:nvPr/>
        </p:nvSpPr>
        <p:spPr>
          <a:xfrm>
            <a:off x="8353428" y="199023"/>
            <a:ext cx="1549397" cy="584775"/>
          </a:xfrm>
          <a:prstGeom prst="rect">
            <a:avLst/>
          </a:prstGeom>
          <a:solidFill>
            <a:srgbClr val="E6E7E8"/>
          </a:solidFill>
        </p:spPr>
        <p:txBody>
          <a:bodyPr wrap="square" rtlCol="0">
            <a:spAutoFit/>
          </a:bodyPr>
          <a:lstStyle/>
          <a:p>
            <a:pPr algn="ctr"/>
            <a:r>
              <a:rPr lang="en-US" sz="1600" baseline="0" dirty="0" smtClean="0">
                <a:solidFill>
                  <a:srgbClr val="FF0000"/>
                </a:solidFill>
              </a:rPr>
              <a:t>TO </a:t>
            </a:r>
            <a:r>
              <a:rPr lang="en-US" sz="1600" baseline="0" dirty="0" smtClean="0">
                <a:solidFill>
                  <a:srgbClr val="FF0000"/>
                </a:solidFill>
              </a:rPr>
              <a:t>UPDATE IF AVAILABLE</a:t>
            </a:r>
            <a:endParaRPr lang="en-GB" sz="1600" dirty="0">
              <a:solidFill>
                <a:srgbClr val="FF0000"/>
              </a:solidFill>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4"/>
          <p:cNvSpPr txBox="1">
            <a:spLocks noChangeArrowheads="1"/>
          </p:cNvSpPr>
          <p:nvPr/>
        </p:nvSpPr>
        <p:spPr bwMode="auto">
          <a:xfrm>
            <a:off x="412751" y="368300"/>
            <a:ext cx="9867900" cy="587375"/>
          </a:xfrm>
          <a:prstGeom prst="rect">
            <a:avLst/>
          </a:prstGeom>
          <a:noFill/>
          <a:ln w="9525">
            <a:noFill/>
            <a:miter lim="800000"/>
            <a:headEnd/>
            <a:tailEnd/>
          </a:ln>
        </p:spPr>
        <p:txBody>
          <a:bodyPr vert="horz" wrap="square" lIns="0" tIns="50848" rIns="101708" bIns="50848" numCol="1" anchor="ctr" anchorCtr="0" compatLnSpc="1">
            <a:prstTxWarp prst="textNoShape">
              <a:avLst/>
            </a:prstTxWarp>
          </a:bodyPr>
          <a:lstStyle/>
          <a:p>
            <a:pPr defTabSz="1017539">
              <a:defRPr/>
            </a:pPr>
            <a:r>
              <a:rPr lang="en-US" sz="2200" kern="0" baseline="0" dirty="0">
                <a:solidFill>
                  <a:srgbClr val="6D6E71"/>
                </a:solidFill>
                <a:latin typeface="Arial"/>
              </a:rPr>
              <a:t>FX rankings of selected peers by market share</a:t>
            </a:r>
            <a:endParaRPr lang="en-GB" sz="2200" kern="0" baseline="0" dirty="0">
              <a:solidFill>
                <a:srgbClr val="6D6E71"/>
              </a:solidFill>
              <a:latin typeface="Arial"/>
            </a:endParaRPr>
          </a:p>
        </p:txBody>
      </p:sp>
      <p:sp>
        <p:nvSpPr>
          <p:cNvPr id="4" name="Text Box 144"/>
          <p:cNvSpPr txBox="1">
            <a:spLocks noChangeArrowheads="1"/>
          </p:cNvSpPr>
          <p:nvPr/>
        </p:nvSpPr>
        <p:spPr bwMode="auto">
          <a:xfrm>
            <a:off x="1452566" y="7115153"/>
            <a:ext cx="5468937" cy="182396"/>
          </a:xfrm>
          <a:prstGeom prst="rect">
            <a:avLst/>
          </a:prstGeom>
          <a:noFill/>
          <a:ln w="9525">
            <a:noFill/>
            <a:miter lim="800000"/>
            <a:headEnd/>
            <a:tailEnd/>
          </a:ln>
        </p:spPr>
        <p:txBody>
          <a:bodyPr wrap="square" lIns="89189" tIns="44596" rIns="89189" bIns="44596" anchor="b">
            <a:spAutoFit/>
          </a:bodyPr>
          <a:lstStyle/>
          <a:p>
            <a:pPr marL="223674" indent="-223674" defTabSz="1032979">
              <a:spcBef>
                <a:spcPct val="50000"/>
              </a:spcBef>
            </a:pPr>
            <a:r>
              <a:rPr lang="en-GB" sz="600" baseline="0" dirty="0">
                <a:latin typeface="Arial"/>
              </a:rPr>
              <a:t>Sources: Greenwich Associates – 2013, 2012 and 2011 Greenwich Leaders: Global Foreign Exchange Services</a:t>
            </a:r>
          </a:p>
        </p:txBody>
      </p:sp>
      <p:sp>
        <p:nvSpPr>
          <p:cNvPr id="9" name="Text Box 8"/>
          <p:cNvSpPr txBox="1">
            <a:spLocks noChangeArrowheads="1"/>
          </p:cNvSpPr>
          <p:nvPr/>
        </p:nvSpPr>
        <p:spPr bwMode="auto">
          <a:xfrm>
            <a:off x="274000" y="4365945"/>
            <a:ext cx="3236400" cy="290340"/>
          </a:xfrm>
          <a:prstGeom prst="rect">
            <a:avLst/>
          </a:prstGeom>
          <a:noFill/>
          <a:ln w="9525" algn="ctr">
            <a:noFill/>
            <a:miter lim="800000"/>
            <a:headEnd/>
            <a:tailEnd/>
          </a:ln>
        </p:spPr>
        <p:txBody>
          <a:bodyPr wrap="square" lIns="89411" tIns="44706" rIns="89411" bIns="44706">
            <a:spAutoFit/>
          </a:bodyPr>
          <a:lstStyle/>
          <a:p>
            <a:pPr defTabSz="1032979" eaLnBrk="0" hangingPunct="0"/>
            <a:r>
              <a:rPr lang="en-US" sz="1300" b="1" baseline="0" dirty="0">
                <a:solidFill>
                  <a:srgbClr val="005C87"/>
                </a:solidFill>
                <a:latin typeface="Arial"/>
              </a:rPr>
              <a:t>Global – financials</a:t>
            </a:r>
            <a:endParaRPr lang="en-GB" sz="1300" b="1" baseline="0" dirty="0">
              <a:solidFill>
                <a:srgbClr val="005C87"/>
              </a:solidFill>
              <a:latin typeface="Arial"/>
            </a:endParaRPr>
          </a:p>
        </p:txBody>
      </p:sp>
      <p:sp>
        <p:nvSpPr>
          <p:cNvPr id="26" name="Text Box 8"/>
          <p:cNvSpPr txBox="1">
            <a:spLocks noChangeArrowheads="1"/>
          </p:cNvSpPr>
          <p:nvPr/>
        </p:nvSpPr>
        <p:spPr bwMode="auto">
          <a:xfrm>
            <a:off x="3748073" y="1456086"/>
            <a:ext cx="3236400" cy="290340"/>
          </a:xfrm>
          <a:prstGeom prst="rect">
            <a:avLst/>
          </a:prstGeom>
          <a:noFill/>
          <a:ln w="9525" algn="ctr">
            <a:noFill/>
            <a:miter lim="800000"/>
            <a:headEnd/>
            <a:tailEnd/>
          </a:ln>
        </p:spPr>
        <p:txBody>
          <a:bodyPr wrap="square" lIns="89411" tIns="44706" rIns="89411" bIns="44706">
            <a:spAutoFit/>
          </a:bodyPr>
          <a:lstStyle/>
          <a:p>
            <a:pPr defTabSz="1032979" eaLnBrk="0" hangingPunct="0"/>
            <a:r>
              <a:rPr lang="en-US" sz="1300" b="1" baseline="0" dirty="0">
                <a:solidFill>
                  <a:srgbClr val="005C87"/>
                </a:solidFill>
                <a:latin typeface="Arial"/>
              </a:rPr>
              <a:t>Global – </a:t>
            </a:r>
            <a:r>
              <a:rPr lang="en-US" sz="1300" b="1" baseline="0" dirty="0" err="1">
                <a:solidFill>
                  <a:srgbClr val="005C87"/>
                </a:solidFill>
                <a:latin typeface="Arial"/>
              </a:rPr>
              <a:t>corporates</a:t>
            </a:r>
            <a:endParaRPr lang="en-GB" sz="1300" b="1" baseline="0" dirty="0">
              <a:solidFill>
                <a:srgbClr val="005C87"/>
              </a:solidFill>
              <a:latin typeface="Arial"/>
            </a:endParaRPr>
          </a:p>
        </p:txBody>
      </p:sp>
      <p:sp>
        <p:nvSpPr>
          <p:cNvPr id="27" name="Text Box 8"/>
          <p:cNvSpPr txBox="1">
            <a:spLocks noChangeArrowheads="1"/>
          </p:cNvSpPr>
          <p:nvPr/>
        </p:nvSpPr>
        <p:spPr bwMode="auto">
          <a:xfrm>
            <a:off x="274001" y="1456086"/>
            <a:ext cx="3237614" cy="290340"/>
          </a:xfrm>
          <a:prstGeom prst="rect">
            <a:avLst/>
          </a:prstGeom>
          <a:noFill/>
          <a:ln w="9525" algn="ctr">
            <a:noFill/>
            <a:miter lim="800000"/>
            <a:headEnd/>
            <a:tailEnd/>
          </a:ln>
        </p:spPr>
        <p:txBody>
          <a:bodyPr wrap="square" lIns="89411" tIns="44706" rIns="89411" bIns="44706">
            <a:spAutoFit/>
          </a:bodyPr>
          <a:lstStyle/>
          <a:p>
            <a:pPr defTabSz="1032979" eaLnBrk="0" hangingPunct="0"/>
            <a:r>
              <a:rPr lang="en-US" sz="1300" b="1" baseline="0" dirty="0">
                <a:solidFill>
                  <a:srgbClr val="005C87"/>
                </a:solidFill>
                <a:latin typeface="Arial"/>
              </a:rPr>
              <a:t>Global – overall</a:t>
            </a:r>
            <a:endParaRPr lang="en-GB" sz="1300" b="1" baseline="0" dirty="0">
              <a:solidFill>
                <a:srgbClr val="005C87"/>
              </a:solidFill>
              <a:latin typeface="Arial"/>
            </a:endParaRPr>
          </a:p>
        </p:txBody>
      </p:sp>
      <p:sp>
        <p:nvSpPr>
          <p:cNvPr id="28" name="Text Box 8"/>
          <p:cNvSpPr txBox="1">
            <a:spLocks noChangeArrowheads="1"/>
          </p:cNvSpPr>
          <p:nvPr/>
        </p:nvSpPr>
        <p:spPr bwMode="auto">
          <a:xfrm>
            <a:off x="3748658" y="4198004"/>
            <a:ext cx="3236400" cy="490395"/>
          </a:xfrm>
          <a:prstGeom prst="rect">
            <a:avLst/>
          </a:prstGeom>
          <a:noFill/>
          <a:ln w="9525" algn="ctr">
            <a:noFill/>
            <a:miter lim="800000"/>
            <a:headEnd/>
            <a:tailEnd/>
          </a:ln>
        </p:spPr>
        <p:txBody>
          <a:bodyPr wrap="square" lIns="89411" tIns="44706" rIns="89411" bIns="44706">
            <a:spAutoFit/>
          </a:bodyPr>
          <a:lstStyle/>
          <a:p>
            <a:pPr defTabSz="1032979" eaLnBrk="0" hangingPunct="0"/>
            <a:r>
              <a:rPr lang="en-US" sz="1300" b="1" baseline="0" dirty="0">
                <a:solidFill>
                  <a:srgbClr val="005C87"/>
                </a:solidFill>
                <a:latin typeface="Arial"/>
              </a:rPr>
              <a:t>Asia (excl. Japan, Australia and New Zealand) – overall</a:t>
            </a:r>
            <a:endParaRPr lang="en-GB" sz="1300" b="1" baseline="0" dirty="0">
              <a:solidFill>
                <a:srgbClr val="005C87"/>
              </a:solidFill>
              <a:latin typeface="Arial"/>
            </a:endParaRPr>
          </a:p>
        </p:txBody>
      </p:sp>
      <p:pic>
        <p:nvPicPr>
          <p:cNvPr id="1042" name="Picture 18"/>
          <p:cNvPicPr>
            <a:picLocks noChangeAspect="1" noChangeArrowheads="1"/>
          </p:cNvPicPr>
          <p:nvPr/>
        </p:nvPicPr>
        <p:blipFill>
          <a:blip r:embed="rId2" cstate="print"/>
          <a:srcRect/>
          <a:stretch>
            <a:fillRect/>
          </a:stretch>
        </p:blipFill>
        <p:spPr bwMode="auto">
          <a:xfrm>
            <a:off x="3748074" y="1828798"/>
            <a:ext cx="3236985" cy="1944883"/>
          </a:xfrm>
          <a:prstGeom prst="rect">
            <a:avLst/>
          </a:prstGeom>
          <a:noFill/>
          <a:ln w="9525">
            <a:noFill/>
            <a:miter lim="800000"/>
            <a:headEnd/>
            <a:tailEnd/>
          </a:ln>
          <a:effectLst/>
        </p:spPr>
      </p:pic>
      <p:pic>
        <p:nvPicPr>
          <p:cNvPr id="1043" name="Picture 19"/>
          <p:cNvPicPr>
            <a:picLocks noChangeAspect="1" noChangeArrowheads="1"/>
          </p:cNvPicPr>
          <p:nvPr/>
        </p:nvPicPr>
        <p:blipFill>
          <a:blip r:embed="rId3" cstate="print"/>
          <a:srcRect/>
          <a:stretch>
            <a:fillRect/>
          </a:stretch>
        </p:blipFill>
        <p:spPr bwMode="auto">
          <a:xfrm>
            <a:off x="274003" y="4726990"/>
            <a:ext cx="3236985" cy="1944883"/>
          </a:xfrm>
          <a:prstGeom prst="rect">
            <a:avLst/>
          </a:prstGeom>
          <a:noFill/>
          <a:ln w="9525">
            <a:noFill/>
            <a:miter lim="800000"/>
            <a:headEnd/>
            <a:tailEnd/>
          </a:ln>
          <a:effectLst/>
        </p:spPr>
      </p:pic>
      <p:pic>
        <p:nvPicPr>
          <p:cNvPr id="1044" name="Picture 20"/>
          <p:cNvPicPr>
            <a:picLocks noChangeAspect="1" noChangeArrowheads="1"/>
          </p:cNvPicPr>
          <p:nvPr/>
        </p:nvPicPr>
        <p:blipFill>
          <a:blip r:embed="rId4" cstate="print"/>
          <a:srcRect/>
          <a:stretch>
            <a:fillRect/>
          </a:stretch>
        </p:blipFill>
        <p:spPr bwMode="auto">
          <a:xfrm>
            <a:off x="3748074" y="4726990"/>
            <a:ext cx="3236985" cy="1944883"/>
          </a:xfrm>
          <a:prstGeom prst="rect">
            <a:avLst/>
          </a:prstGeom>
          <a:noFill/>
          <a:ln w="9525">
            <a:noFill/>
            <a:miter lim="800000"/>
            <a:headEnd/>
            <a:tailEnd/>
          </a:ln>
          <a:effectLst/>
        </p:spPr>
      </p:pic>
      <p:pic>
        <p:nvPicPr>
          <p:cNvPr id="1045" name="Picture 21"/>
          <p:cNvPicPr>
            <a:picLocks noChangeAspect="1" noChangeArrowheads="1"/>
          </p:cNvPicPr>
          <p:nvPr/>
        </p:nvPicPr>
        <p:blipFill>
          <a:blip r:embed="rId5" cstate="print"/>
          <a:srcRect/>
          <a:stretch>
            <a:fillRect/>
          </a:stretch>
        </p:blipFill>
        <p:spPr bwMode="auto">
          <a:xfrm>
            <a:off x="274000" y="1829727"/>
            <a:ext cx="3237614" cy="1947943"/>
          </a:xfrm>
          <a:prstGeom prst="rect">
            <a:avLst/>
          </a:prstGeom>
          <a:noFill/>
          <a:ln w="9525">
            <a:noFill/>
            <a:miter lim="800000"/>
            <a:headEnd/>
            <a:tailEnd/>
          </a:ln>
          <a:effectLst/>
        </p:spPr>
      </p:pic>
      <p:sp>
        <p:nvSpPr>
          <p:cNvPr id="34" name="Rectangle 3"/>
          <p:cNvSpPr>
            <a:spLocks noChangeArrowheads="1"/>
          </p:cNvSpPr>
          <p:nvPr/>
        </p:nvSpPr>
        <p:spPr bwMode="auto">
          <a:xfrm>
            <a:off x="7218938" y="1494636"/>
            <a:ext cx="3156962" cy="5258593"/>
          </a:xfrm>
          <a:prstGeom prst="rect">
            <a:avLst/>
          </a:prstGeom>
          <a:noFill/>
          <a:ln w="9525">
            <a:noFill/>
            <a:miter lim="800000"/>
            <a:headEnd/>
            <a:tailEnd/>
          </a:ln>
        </p:spPr>
        <p:txBody>
          <a:bodyPr lIns="0" tIns="0" rIns="0" bIns="0"/>
          <a:lstStyle/>
          <a:p>
            <a:pPr marL="296475" lvl="1" indent="-294926" defTabSz="1014492">
              <a:spcBef>
                <a:spcPct val="30000"/>
              </a:spcBef>
              <a:spcAft>
                <a:spcPct val="20000"/>
              </a:spcAft>
              <a:buClr>
                <a:srgbClr val="22AA47"/>
              </a:buClr>
              <a:buSzPct val="110000"/>
              <a:buFont typeface="Wingdings" pitchFamily="2" charset="2"/>
              <a:buChar char="§"/>
            </a:pPr>
            <a:r>
              <a:rPr lang="en-US" sz="1300" baseline="0" dirty="0">
                <a:solidFill>
                  <a:srgbClr val="005C87"/>
                </a:solidFill>
                <a:latin typeface="Arial"/>
              </a:rPr>
              <a:t>Slowdown in trading activity in 2012 resulted in a </a:t>
            </a:r>
            <a:r>
              <a:rPr lang="en-US" sz="1300" baseline="0" dirty="0" err="1">
                <a:solidFill>
                  <a:srgbClr val="005C87"/>
                </a:solidFill>
                <a:latin typeface="Arial"/>
              </a:rPr>
              <a:t>YoY</a:t>
            </a:r>
            <a:r>
              <a:rPr lang="en-US" sz="1300" baseline="0" dirty="0">
                <a:solidFill>
                  <a:srgbClr val="005C87"/>
                </a:solidFill>
                <a:latin typeface="Arial"/>
              </a:rPr>
              <a:t> decline in FX revenues. E.g. SCB (-11%), HSBC (-2%), UBS (-6%) and RBS (-29%).</a:t>
            </a:r>
          </a:p>
          <a:p>
            <a:pPr marL="296475" lvl="1" indent="-294926" defTabSz="1014492">
              <a:spcBef>
                <a:spcPct val="30000"/>
              </a:spcBef>
              <a:spcAft>
                <a:spcPct val="20000"/>
              </a:spcAft>
              <a:buClr>
                <a:srgbClr val="22AA47"/>
              </a:buClr>
              <a:buSzPct val="110000"/>
              <a:buFont typeface="Wingdings" pitchFamily="2" charset="2"/>
              <a:buChar char="§"/>
            </a:pPr>
            <a:r>
              <a:rPr lang="en-US" sz="1300" baseline="0" dirty="0">
                <a:solidFill>
                  <a:srgbClr val="005C87"/>
                </a:solidFill>
                <a:latin typeface="Arial"/>
              </a:rPr>
              <a:t>DB, </a:t>
            </a:r>
            <a:r>
              <a:rPr lang="en-US" sz="1300" baseline="0" dirty="0" err="1">
                <a:solidFill>
                  <a:srgbClr val="005C87"/>
                </a:solidFill>
                <a:latin typeface="Arial"/>
              </a:rPr>
              <a:t>Citi</a:t>
            </a:r>
            <a:r>
              <a:rPr lang="en-US" sz="1300" baseline="0" dirty="0">
                <a:solidFill>
                  <a:srgbClr val="005C87"/>
                </a:solidFill>
                <a:latin typeface="Arial"/>
              </a:rPr>
              <a:t> and UBS, the top 3 dealers, demonstrated momentum in FX trading in 2012 with significant gains in market share. E.g. UBS gained market share particularly among financials and partially as a result of its strong electronic trading capabilities.</a:t>
            </a:r>
          </a:p>
          <a:p>
            <a:pPr marL="296475" lvl="1" indent="-294926" defTabSz="1014492">
              <a:spcBef>
                <a:spcPct val="30000"/>
              </a:spcBef>
              <a:spcAft>
                <a:spcPct val="20000"/>
              </a:spcAft>
              <a:buClr>
                <a:srgbClr val="22AA47"/>
              </a:buClr>
              <a:buSzPct val="110000"/>
              <a:buFont typeface="Wingdings" pitchFamily="2" charset="2"/>
              <a:buChar char="§"/>
            </a:pPr>
            <a:r>
              <a:rPr lang="en-US" sz="1300" baseline="0" dirty="0">
                <a:solidFill>
                  <a:srgbClr val="005C87"/>
                </a:solidFill>
                <a:latin typeface="Arial"/>
              </a:rPr>
              <a:t>The strength of the world’s leading FX dealers can be attributed in large part to the breadth of their worldwide capabilities. </a:t>
            </a:r>
            <a:endParaRPr lang="en-GB" sz="1300" baseline="0" dirty="0">
              <a:solidFill>
                <a:srgbClr val="005C87"/>
              </a:solidFill>
              <a:latin typeface="Arial"/>
            </a:endParaRPr>
          </a:p>
          <a:p>
            <a:pPr marL="742589" lvl="2" indent="-294926" defTabSz="1014492">
              <a:spcBef>
                <a:spcPct val="30000"/>
              </a:spcBef>
              <a:spcAft>
                <a:spcPct val="20000"/>
              </a:spcAft>
              <a:buClr>
                <a:srgbClr val="22AA47"/>
              </a:buClr>
              <a:buSzPct val="110000"/>
              <a:buFont typeface="Wingdings" pitchFamily="2" charset="2"/>
              <a:buChar char="§"/>
            </a:pPr>
            <a:r>
              <a:rPr lang="en-GB" sz="1300" baseline="0" dirty="0">
                <a:solidFill>
                  <a:srgbClr val="005C87"/>
                </a:solidFill>
                <a:latin typeface="Arial"/>
              </a:rPr>
              <a:t>UBS and DB enjoy a commanding lead in Europe.</a:t>
            </a:r>
          </a:p>
          <a:p>
            <a:pPr marL="742589" lvl="2" indent="-294926" defTabSz="1014492">
              <a:spcBef>
                <a:spcPct val="30000"/>
              </a:spcBef>
              <a:spcAft>
                <a:spcPct val="20000"/>
              </a:spcAft>
              <a:buClr>
                <a:srgbClr val="22AA47"/>
              </a:buClr>
              <a:buSzPct val="110000"/>
              <a:buFont typeface="Wingdings" pitchFamily="2" charset="2"/>
              <a:buChar char="§"/>
            </a:pPr>
            <a:r>
              <a:rPr lang="en-US" sz="1300" baseline="0" dirty="0">
                <a:solidFill>
                  <a:srgbClr val="005C87"/>
                </a:solidFill>
                <a:latin typeface="Arial"/>
              </a:rPr>
              <a:t>UBS and </a:t>
            </a:r>
            <a:r>
              <a:rPr lang="en-US" sz="1300" baseline="0" dirty="0" err="1">
                <a:solidFill>
                  <a:srgbClr val="005C87"/>
                </a:solidFill>
                <a:latin typeface="Arial"/>
              </a:rPr>
              <a:t>Citi</a:t>
            </a:r>
            <a:r>
              <a:rPr lang="en-US" sz="1300" baseline="0" dirty="0">
                <a:solidFill>
                  <a:srgbClr val="005C87"/>
                </a:solidFill>
                <a:latin typeface="Arial"/>
              </a:rPr>
              <a:t> are tied for market share lead in the US.</a:t>
            </a:r>
          </a:p>
          <a:p>
            <a:pPr marL="742589" lvl="2" indent="-294926" defTabSz="1014492">
              <a:spcBef>
                <a:spcPct val="30000"/>
              </a:spcBef>
              <a:spcAft>
                <a:spcPct val="20000"/>
              </a:spcAft>
              <a:buClr>
                <a:srgbClr val="22AA47"/>
              </a:buClr>
              <a:buSzPct val="110000"/>
              <a:buFont typeface="Wingdings" pitchFamily="2" charset="2"/>
              <a:buChar char="§"/>
            </a:pPr>
            <a:r>
              <a:rPr lang="en-US" sz="1300" baseline="0" dirty="0">
                <a:solidFill>
                  <a:srgbClr val="005C87"/>
                </a:solidFill>
                <a:latin typeface="Arial"/>
              </a:rPr>
              <a:t>In Asia (excl. Japan, Australia and New Zealand, HSBC is dominant with Barclays and </a:t>
            </a:r>
            <a:r>
              <a:rPr lang="en-US" sz="1300" baseline="0" dirty="0" err="1">
                <a:solidFill>
                  <a:srgbClr val="005C87"/>
                </a:solidFill>
                <a:latin typeface="Arial"/>
              </a:rPr>
              <a:t>Citi</a:t>
            </a:r>
            <a:r>
              <a:rPr lang="en-US" sz="1300" baseline="0" dirty="0">
                <a:solidFill>
                  <a:srgbClr val="005C87"/>
                </a:solidFill>
                <a:latin typeface="Arial"/>
              </a:rPr>
              <a:t> tied for second.</a:t>
            </a:r>
          </a:p>
        </p:txBody>
      </p:sp>
      <p:sp>
        <p:nvSpPr>
          <p:cNvPr id="14" name="TextBox 13"/>
          <p:cNvSpPr txBox="1"/>
          <p:nvPr/>
        </p:nvSpPr>
        <p:spPr>
          <a:xfrm>
            <a:off x="8353428" y="199023"/>
            <a:ext cx="1549397" cy="584775"/>
          </a:xfrm>
          <a:prstGeom prst="rect">
            <a:avLst/>
          </a:prstGeom>
          <a:solidFill>
            <a:srgbClr val="E6E7E8"/>
          </a:solidFill>
        </p:spPr>
        <p:txBody>
          <a:bodyPr wrap="square" rtlCol="0">
            <a:spAutoFit/>
          </a:bodyPr>
          <a:lstStyle/>
          <a:p>
            <a:pPr algn="ctr"/>
            <a:r>
              <a:rPr lang="en-US" sz="1600" baseline="0" dirty="0" smtClean="0">
                <a:solidFill>
                  <a:srgbClr val="FF0000"/>
                </a:solidFill>
              </a:rPr>
              <a:t>TO </a:t>
            </a:r>
            <a:r>
              <a:rPr lang="en-US" sz="1600" baseline="0" dirty="0" smtClean="0">
                <a:solidFill>
                  <a:srgbClr val="FF0000"/>
                </a:solidFill>
              </a:rPr>
              <a:t>UPDATE IF AVAILABLE</a:t>
            </a:r>
            <a:endParaRPr lang="en-GB" sz="1600" dirty="0">
              <a:solidFill>
                <a:srgbClr val="FF0000"/>
              </a:solidFill>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p:cNvSpPr/>
          <p:nvPr/>
        </p:nvSpPr>
        <p:spPr bwMode="auto">
          <a:xfrm>
            <a:off x="3671541" y="4671037"/>
            <a:ext cx="3340401" cy="1919277"/>
          </a:xfrm>
          <a:prstGeom prst="rect">
            <a:avLst/>
          </a:prstGeom>
          <a:solidFill>
            <a:srgbClr val="E6E7E8"/>
          </a:solidFill>
          <a:ln w="9525" cap="flat" cmpd="sng" algn="ctr">
            <a:noFill/>
            <a:prstDash val="solid"/>
            <a:round/>
            <a:headEnd type="none" w="med" len="med"/>
            <a:tailEnd type="none" w="med" len="med"/>
          </a:ln>
          <a:effectLst/>
        </p:spPr>
        <p:txBody>
          <a:bodyPr vert="horz" wrap="square" lIns="101051" tIns="50530" rIns="101051" bIns="50530" numCol="1" rtlCol="0" anchor="t" anchorCtr="0" compatLnSpc="1">
            <a:prstTxWarp prst="textNoShape">
              <a:avLst/>
            </a:prstTxWarp>
          </a:bodyPr>
          <a:lstStyle/>
          <a:p>
            <a:pPr defTabSz="1152542">
              <a:spcBef>
                <a:spcPct val="40000"/>
              </a:spcBef>
              <a:spcAft>
                <a:spcPct val="40000"/>
              </a:spcAft>
            </a:pPr>
            <a:endParaRPr lang="en-GB" baseline="0" dirty="0">
              <a:latin typeface="Arial"/>
            </a:endParaRPr>
          </a:p>
        </p:txBody>
      </p:sp>
      <p:sp>
        <p:nvSpPr>
          <p:cNvPr id="28" name="Rectangle 27"/>
          <p:cNvSpPr/>
          <p:nvPr/>
        </p:nvSpPr>
        <p:spPr bwMode="auto">
          <a:xfrm>
            <a:off x="159822" y="4671037"/>
            <a:ext cx="3340401" cy="1919277"/>
          </a:xfrm>
          <a:prstGeom prst="rect">
            <a:avLst/>
          </a:prstGeom>
          <a:solidFill>
            <a:srgbClr val="E6E7E8"/>
          </a:solidFill>
          <a:ln w="9525" cap="flat" cmpd="sng" algn="ctr">
            <a:noFill/>
            <a:prstDash val="solid"/>
            <a:round/>
            <a:headEnd type="none" w="med" len="med"/>
            <a:tailEnd type="none" w="med" len="med"/>
          </a:ln>
          <a:effectLst/>
        </p:spPr>
        <p:txBody>
          <a:bodyPr vert="horz" wrap="square" lIns="101051" tIns="50530" rIns="101051" bIns="50530" numCol="1" rtlCol="0" anchor="t" anchorCtr="0" compatLnSpc="1">
            <a:prstTxWarp prst="textNoShape">
              <a:avLst/>
            </a:prstTxWarp>
          </a:bodyPr>
          <a:lstStyle/>
          <a:p>
            <a:pPr defTabSz="1152542">
              <a:spcBef>
                <a:spcPct val="40000"/>
              </a:spcBef>
              <a:spcAft>
                <a:spcPct val="40000"/>
              </a:spcAft>
            </a:pPr>
            <a:endParaRPr lang="en-GB" baseline="0" dirty="0">
              <a:latin typeface="Arial"/>
            </a:endParaRPr>
          </a:p>
        </p:txBody>
      </p:sp>
      <p:sp>
        <p:nvSpPr>
          <p:cNvPr id="27" name="Rectangle 26"/>
          <p:cNvSpPr/>
          <p:nvPr/>
        </p:nvSpPr>
        <p:spPr bwMode="auto">
          <a:xfrm>
            <a:off x="3667841" y="1859633"/>
            <a:ext cx="3340401" cy="1919277"/>
          </a:xfrm>
          <a:prstGeom prst="rect">
            <a:avLst/>
          </a:prstGeom>
          <a:solidFill>
            <a:srgbClr val="E6E7E8"/>
          </a:solidFill>
          <a:ln w="9525" cap="flat" cmpd="sng" algn="ctr">
            <a:noFill/>
            <a:prstDash val="solid"/>
            <a:round/>
            <a:headEnd type="none" w="med" len="med"/>
            <a:tailEnd type="none" w="med" len="med"/>
          </a:ln>
          <a:effectLst/>
        </p:spPr>
        <p:txBody>
          <a:bodyPr vert="horz" wrap="square" lIns="101051" tIns="50530" rIns="101051" bIns="50530" numCol="1" rtlCol="0" anchor="t" anchorCtr="0" compatLnSpc="1">
            <a:prstTxWarp prst="textNoShape">
              <a:avLst/>
            </a:prstTxWarp>
          </a:bodyPr>
          <a:lstStyle/>
          <a:p>
            <a:pPr defTabSz="1152542">
              <a:spcBef>
                <a:spcPct val="40000"/>
              </a:spcBef>
              <a:spcAft>
                <a:spcPct val="40000"/>
              </a:spcAft>
            </a:pPr>
            <a:endParaRPr lang="en-GB" baseline="0" dirty="0">
              <a:latin typeface="Arial"/>
            </a:endParaRPr>
          </a:p>
        </p:txBody>
      </p:sp>
      <p:sp>
        <p:nvSpPr>
          <p:cNvPr id="26" name="Rectangle 25"/>
          <p:cNvSpPr/>
          <p:nvPr/>
        </p:nvSpPr>
        <p:spPr bwMode="auto">
          <a:xfrm>
            <a:off x="156123" y="1859633"/>
            <a:ext cx="3340401" cy="1919277"/>
          </a:xfrm>
          <a:prstGeom prst="rect">
            <a:avLst/>
          </a:prstGeom>
          <a:solidFill>
            <a:srgbClr val="E6E7E8"/>
          </a:solidFill>
          <a:ln w="9525" cap="flat" cmpd="sng" algn="ctr">
            <a:noFill/>
            <a:prstDash val="solid"/>
            <a:round/>
            <a:headEnd type="none" w="med" len="med"/>
            <a:tailEnd type="none" w="med" len="med"/>
          </a:ln>
          <a:effectLst/>
        </p:spPr>
        <p:txBody>
          <a:bodyPr vert="horz" wrap="square" lIns="101051" tIns="50530" rIns="101051" bIns="50530" numCol="1" rtlCol="0" anchor="t" anchorCtr="0" compatLnSpc="1">
            <a:prstTxWarp prst="textNoShape">
              <a:avLst/>
            </a:prstTxWarp>
          </a:bodyPr>
          <a:lstStyle/>
          <a:p>
            <a:pPr defTabSz="1152542">
              <a:spcBef>
                <a:spcPct val="40000"/>
              </a:spcBef>
              <a:spcAft>
                <a:spcPct val="40000"/>
              </a:spcAft>
            </a:pPr>
            <a:endParaRPr lang="en-GB" baseline="0" dirty="0">
              <a:latin typeface="Arial"/>
            </a:endParaRPr>
          </a:p>
        </p:txBody>
      </p:sp>
      <p:sp>
        <p:nvSpPr>
          <p:cNvPr id="19" name="Rectangle 39"/>
          <p:cNvSpPr>
            <a:spLocks noChangeArrowheads="1"/>
          </p:cNvSpPr>
          <p:nvPr/>
        </p:nvSpPr>
        <p:spPr bwMode="auto">
          <a:xfrm>
            <a:off x="3687363" y="1187637"/>
            <a:ext cx="3305396" cy="468312"/>
          </a:xfrm>
          <a:prstGeom prst="rect">
            <a:avLst/>
          </a:prstGeom>
          <a:noFill/>
          <a:ln w="9525">
            <a:noFill/>
            <a:miter lim="800000"/>
            <a:headEnd/>
            <a:tailEnd/>
          </a:ln>
        </p:spPr>
        <p:txBody>
          <a:bodyPr lIns="0" tIns="0" rIns="0" bIns="0"/>
          <a:lstStyle/>
          <a:p>
            <a:pPr defTabSz="1010036">
              <a:spcBef>
                <a:spcPct val="40000"/>
              </a:spcBef>
              <a:spcAft>
                <a:spcPts val="0"/>
              </a:spcAft>
              <a:buClr>
                <a:srgbClr val="005C87"/>
              </a:buClr>
            </a:pPr>
            <a:r>
              <a:rPr lang="en-AU" sz="2100" b="1" dirty="0">
                <a:solidFill>
                  <a:srgbClr val="005C87"/>
                </a:solidFill>
                <a:latin typeface="Arial"/>
              </a:rPr>
              <a:t>Emerging Markets DCM</a:t>
            </a:r>
          </a:p>
          <a:p>
            <a:pPr defTabSz="1010036">
              <a:spcBef>
                <a:spcPct val="40000"/>
              </a:spcBef>
              <a:spcAft>
                <a:spcPct val="20000"/>
              </a:spcAft>
              <a:buClr>
                <a:srgbClr val="005C87"/>
              </a:buClr>
            </a:pPr>
            <a:r>
              <a:rPr lang="en-AU" sz="1300" dirty="0">
                <a:solidFill>
                  <a:srgbClr val="005C87"/>
                </a:solidFill>
                <a:latin typeface="Arial"/>
              </a:rPr>
              <a:t>Quarterly Deal Values (US$bn) (</a:t>
            </a:r>
            <a:r>
              <a:rPr lang="en-AU" sz="1300" dirty="0" smtClean="0">
                <a:solidFill>
                  <a:srgbClr val="005C87"/>
                </a:solidFill>
                <a:latin typeface="Arial"/>
              </a:rPr>
              <a:t>Q1’09-Q4’12</a:t>
            </a:r>
            <a:r>
              <a:rPr lang="en-AU" sz="1300" dirty="0">
                <a:solidFill>
                  <a:srgbClr val="005C87"/>
                </a:solidFill>
                <a:latin typeface="Arial"/>
              </a:rPr>
              <a:t>) No. Of Deal #</a:t>
            </a:r>
          </a:p>
        </p:txBody>
      </p:sp>
      <p:sp>
        <p:nvSpPr>
          <p:cNvPr id="44035" name="Rectangle 14"/>
          <p:cNvSpPr>
            <a:spLocks noGrp="1" noChangeArrowheads="1"/>
          </p:cNvSpPr>
          <p:nvPr>
            <p:ph type="title" idx="4294967295"/>
          </p:nvPr>
        </p:nvSpPr>
        <p:spPr/>
        <p:txBody>
          <a:bodyPr/>
          <a:lstStyle/>
          <a:p>
            <a:pPr eaLnBrk="1" hangingPunct="1"/>
            <a:r>
              <a:rPr lang="en-GB" sz="2200" dirty="0" smtClean="0"/>
              <a:t>DCM – Bookrunner Parent FY’12 Market Overview</a:t>
            </a:r>
          </a:p>
        </p:txBody>
      </p:sp>
      <p:sp>
        <p:nvSpPr>
          <p:cNvPr id="44038" name="Rectangle 3"/>
          <p:cNvSpPr>
            <a:spLocks noChangeArrowheads="1"/>
          </p:cNvSpPr>
          <p:nvPr/>
        </p:nvSpPr>
        <p:spPr bwMode="auto">
          <a:xfrm>
            <a:off x="7536143" y="1977320"/>
            <a:ext cx="2725456" cy="4727451"/>
          </a:xfrm>
          <a:prstGeom prst="rect">
            <a:avLst/>
          </a:prstGeom>
          <a:noFill/>
          <a:ln w="9525">
            <a:noFill/>
            <a:miter lim="800000"/>
            <a:headEnd/>
            <a:tailEnd/>
          </a:ln>
        </p:spPr>
        <p:txBody>
          <a:bodyPr lIns="0" tIns="0" rIns="0" bIns="0"/>
          <a:lstStyle/>
          <a:p>
            <a:pPr marL="295166" lvl="1" indent="-293628" defTabSz="1010036">
              <a:spcBef>
                <a:spcPct val="30000"/>
              </a:spcBef>
              <a:spcAft>
                <a:spcPct val="20000"/>
              </a:spcAft>
              <a:buClr>
                <a:srgbClr val="22AA47"/>
              </a:buClr>
              <a:buSzPct val="110000"/>
              <a:buFont typeface="Wingdings" pitchFamily="2" charset="2"/>
              <a:buChar char="§"/>
            </a:pPr>
            <a:endParaRPr lang="en-US" sz="1400" dirty="0">
              <a:solidFill>
                <a:srgbClr val="005C87"/>
              </a:solidFill>
              <a:latin typeface="Arial"/>
            </a:endParaRPr>
          </a:p>
        </p:txBody>
      </p:sp>
      <p:sp>
        <p:nvSpPr>
          <p:cNvPr id="44039" name="Rectangle 39"/>
          <p:cNvSpPr>
            <a:spLocks noChangeArrowheads="1"/>
          </p:cNvSpPr>
          <p:nvPr/>
        </p:nvSpPr>
        <p:spPr bwMode="auto">
          <a:xfrm>
            <a:off x="7196099" y="1231643"/>
            <a:ext cx="2707995" cy="468312"/>
          </a:xfrm>
          <a:prstGeom prst="rect">
            <a:avLst/>
          </a:prstGeom>
          <a:noFill/>
          <a:ln w="9525">
            <a:noFill/>
            <a:miter lim="800000"/>
            <a:headEnd/>
            <a:tailEnd/>
          </a:ln>
        </p:spPr>
        <p:txBody>
          <a:bodyPr lIns="0" tIns="0" rIns="0" bIns="0"/>
          <a:lstStyle/>
          <a:p>
            <a:pPr defTabSz="1010036">
              <a:spcBef>
                <a:spcPct val="40000"/>
              </a:spcBef>
              <a:spcAft>
                <a:spcPct val="20000"/>
              </a:spcAft>
              <a:buClr>
                <a:srgbClr val="005C87"/>
              </a:buClr>
            </a:pPr>
            <a:r>
              <a:rPr lang="en-AU" sz="1300" b="1" baseline="0" dirty="0">
                <a:solidFill>
                  <a:srgbClr val="005C87"/>
                </a:solidFill>
                <a:latin typeface="Arial"/>
              </a:rPr>
              <a:t>Highlights</a:t>
            </a:r>
            <a:endParaRPr lang="en-AU" sz="1300" baseline="0" dirty="0">
              <a:solidFill>
                <a:srgbClr val="005C87"/>
              </a:solidFill>
              <a:latin typeface="Arial"/>
            </a:endParaRPr>
          </a:p>
        </p:txBody>
      </p:sp>
      <p:sp>
        <p:nvSpPr>
          <p:cNvPr id="44047" name="Line 30"/>
          <p:cNvSpPr>
            <a:spLocks noChangeShapeType="1"/>
          </p:cNvSpPr>
          <p:nvPr/>
        </p:nvSpPr>
        <p:spPr bwMode="auto">
          <a:xfrm>
            <a:off x="7184431" y="1663438"/>
            <a:ext cx="3291840" cy="0"/>
          </a:xfrm>
          <a:prstGeom prst="line">
            <a:avLst/>
          </a:prstGeom>
          <a:noFill/>
          <a:ln w="9525">
            <a:solidFill>
              <a:schemeClr val="accent1"/>
            </a:solidFill>
            <a:round/>
            <a:headEnd/>
            <a:tailEnd/>
          </a:ln>
        </p:spPr>
        <p:txBody>
          <a:bodyPr lIns="88539" tIns="44268" rIns="88539" bIns="44268"/>
          <a:lstStyle/>
          <a:p>
            <a:pPr defTabSz="1011696"/>
            <a:endParaRPr lang="en-US" dirty="0">
              <a:latin typeface="Arial"/>
            </a:endParaRPr>
          </a:p>
        </p:txBody>
      </p:sp>
      <p:sp>
        <p:nvSpPr>
          <p:cNvPr id="44036" name="Rectangle 39"/>
          <p:cNvSpPr>
            <a:spLocks noChangeArrowheads="1"/>
          </p:cNvSpPr>
          <p:nvPr/>
        </p:nvSpPr>
        <p:spPr bwMode="auto">
          <a:xfrm>
            <a:off x="155968" y="1184185"/>
            <a:ext cx="3305396" cy="468312"/>
          </a:xfrm>
          <a:prstGeom prst="rect">
            <a:avLst/>
          </a:prstGeom>
          <a:noFill/>
          <a:ln w="9525">
            <a:noFill/>
            <a:miter lim="800000"/>
            <a:headEnd/>
            <a:tailEnd/>
          </a:ln>
        </p:spPr>
        <p:txBody>
          <a:bodyPr lIns="0" tIns="0" rIns="0" bIns="0"/>
          <a:lstStyle/>
          <a:p>
            <a:pPr defTabSz="1010036">
              <a:spcBef>
                <a:spcPct val="40000"/>
              </a:spcBef>
              <a:spcAft>
                <a:spcPts val="0"/>
              </a:spcAft>
              <a:buClr>
                <a:srgbClr val="005C87"/>
              </a:buClr>
            </a:pPr>
            <a:r>
              <a:rPr lang="en-AU" sz="2100" b="1" dirty="0">
                <a:solidFill>
                  <a:srgbClr val="005C87"/>
                </a:solidFill>
                <a:latin typeface="Arial"/>
              </a:rPr>
              <a:t>Global Markets DCM</a:t>
            </a:r>
          </a:p>
          <a:p>
            <a:pPr defTabSz="1010036">
              <a:spcBef>
                <a:spcPct val="40000"/>
              </a:spcBef>
              <a:spcAft>
                <a:spcPct val="20000"/>
              </a:spcAft>
              <a:buClr>
                <a:srgbClr val="005C87"/>
              </a:buClr>
            </a:pPr>
            <a:r>
              <a:rPr lang="en-AU" sz="1300" dirty="0">
                <a:solidFill>
                  <a:srgbClr val="005C87"/>
                </a:solidFill>
                <a:latin typeface="Arial"/>
              </a:rPr>
              <a:t>Quarterly Deal Values (US$bn) (</a:t>
            </a:r>
            <a:r>
              <a:rPr lang="en-AU" sz="1300" dirty="0" smtClean="0">
                <a:solidFill>
                  <a:srgbClr val="005C87"/>
                </a:solidFill>
                <a:latin typeface="Arial"/>
              </a:rPr>
              <a:t>Q1’09-Q4’12</a:t>
            </a:r>
            <a:r>
              <a:rPr lang="en-AU" sz="1300" dirty="0">
                <a:solidFill>
                  <a:srgbClr val="005C87"/>
                </a:solidFill>
                <a:latin typeface="Arial"/>
              </a:rPr>
              <a:t>) No. Of Deal #</a:t>
            </a:r>
          </a:p>
        </p:txBody>
      </p:sp>
      <p:sp>
        <p:nvSpPr>
          <p:cNvPr id="44037" name="Line 31"/>
          <p:cNvSpPr>
            <a:spLocks noChangeShapeType="1"/>
          </p:cNvSpPr>
          <p:nvPr/>
        </p:nvSpPr>
        <p:spPr bwMode="auto">
          <a:xfrm>
            <a:off x="186853" y="1661851"/>
            <a:ext cx="3314915" cy="0"/>
          </a:xfrm>
          <a:prstGeom prst="line">
            <a:avLst/>
          </a:prstGeom>
          <a:noFill/>
          <a:ln w="9525">
            <a:solidFill>
              <a:schemeClr val="accent1"/>
            </a:solidFill>
            <a:round/>
            <a:headEnd/>
            <a:tailEnd/>
          </a:ln>
        </p:spPr>
        <p:txBody>
          <a:bodyPr lIns="88539" tIns="44268" rIns="88539" bIns="44268"/>
          <a:lstStyle/>
          <a:p>
            <a:pPr defTabSz="1011696"/>
            <a:endParaRPr lang="en-US" dirty="0">
              <a:latin typeface="Arial"/>
            </a:endParaRPr>
          </a:p>
        </p:txBody>
      </p:sp>
      <p:sp>
        <p:nvSpPr>
          <p:cNvPr id="17" name="Line 31"/>
          <p:cNvSpPr>
            <a:spLocks noChangeShapeType="1"/>
          </p:cNvSpPr>
          <p:nvPr/>
        </p:nvSpPr>
        <p:spPr bwMode="auto">
          <a:xfrm>
            <a:off x="3711311" y="1661851"/>
            <a:ext cx="3314915" cy="0"/>
          </a:xfrm>
          <a:prstGeom prst="line">
            <a:avLst/>
          </a:prstGeom>
          <a:noFill/>
          <a:ln w="9525">
            <a:solidFill>
              <a:srgbClr val="22AA47"/>
            </a:solidFill>
            <a:round/>
            <a:headEnd/>
            <a:tailEnd/>
          </a:ln>
        </p:spPr>
        <p:txBody>
          <a:bodyPr lIns="88539" tIns="44268" rIns="88539" bIns="44268"/>
          <a:lstStyle/>
          <a:p>
            <a:pPr defTabSz="1011696"/>
            <a:endParaRPr lang="en-US" dirty="0">
              <a:latin typeface="Arial"/>
            </a:endParaRPr>
          </a:p>
        </p:txBody>
      </p:sp>
      <p:grpSp>
        <p:nvGrpSpPr>
          <p:cNvPr id="2" name="Group 20"/>
          <p:cNvGrpSpPr/>
          <p:nvPr/>
        </p:nvGrpSpPr>
        <p:grpSpPr>
          <a:xfrm>
            <a:off x="142822" y="4558965"/>
            <a:ext cx="6843394" cy="0"/>
            <a:chOff x="320366" y="1786464"/>
            <a:chExt cx="5851833" cy="0"/>
          </a:xfrm>
        </p:grpSpPr>
        <p:sp>
          <p:nvSpPr>
            <p:cNvPr id="23" name="Line 31"/>
            <p:cNvSpPr>
              <a:spLocks noChangeShapeType="1"/>
            </p:cNvSpPr>
            <p:nvPr/>
          </p:nvSpPr>
          <p:spPr bwMode="auto">
            <a:xfrm>
              <a:off x="320366" y="1786464"/>
              <a:ext cx="2834607" cy="0"/>
            </a:xfrm>
            <a:prstGeom prst="line">
              <a:avLst/>
            </a:prstGeom>
            <a:noFill/>
            <a:ln w="9525">
              <a:solidFill>
                <a:schemeClr val="accent1"/>
              </a:solidFill>
              <a:round/>
              <a:headEnd/>
              <a:tailEnd/>
            </a:ln>
          </p:spPr>
          <p:txBody>
            <a:bodyPr lIns="80133" tIns="40067" rIns="80133" bIns="40067"/>
            <a:lstStyle/>
            <a:p>
              <a:pPr defTabSz="1011696"/>
              <a:endParaRPr lang="en-US" dirty="0">
                <a:latin typeface="Arial"/>
              </a:endParaRPr>
            </a:p>
          </p:txBody>
        </p:sp>
        <p:sp>
          <p:nvSpPr>
            <p:cNvPr id="24" name="Line 31"/>
            <p:cNvSpPr>
              <a:spLocks noChangeShapeType="1"/>
            </p:cNvSpPr>
            <p:nvPr/>
          </p:nvSpPr>
          <p:spPr bwMode="auto">
            <a:xfrm>
              <a:off x="3337592" y="1786464"/>
              <a:ext cx="2834607" cy="0"/>
            </a:xfrm>
            <a:prstGeom prst="line">
              <a:avLst/>
            </a:prstGeom>
            <a:noFill/>
            <a:ln w="9525">
              <a:solidFill>
                <a:schemeClr val="accent1"/>
              </a:solidFill>
              <a:round/>
              <a:headEnd/>
              <a:tailEnd/>
            </a:ln>
          </p:spPr>
          <p:txBody>
            <a:bodyPr lIns="80133" tIns="40067" rIns="80133" bIns="40067"/>
            <a:lstStyle/>
            <a:p>
              <a:pPr defTabSz="1011696"/>
              <a:endParaRPr lang="en-US" dirty="0">
                <a:latin typeface="Arial"/>
              </a:endParaRPr>
            </a:p>
          </p:txBody>
        </p:sp>
      </p:grpSp>
      <p:sp>
        <p:nvSpPr>
          <p:cNvPr id="30" name="Rectangle 39"/>
          <p:cNvSpPr>
            <a:spLocks noChangeArrowheads="1"/>
          </p:cNvSpPr>
          <p:nvPr/>
        </p:nvSpPr>
        <p:spPr bwMode="auto">
          <a:xfrm>
            <a:off x="3696121" y="3997269"/>
            <a:ext cx="3305396" cy="468312"/>
          </a:xfrm>
          <a:prstGeom prst="rect">
            <a:avLst/>
          </a:prstGeom>
          <a:noFill/>
          <a:ln w="9525">
            <a:noFill/>
            <a:miter lim="800000"/>
            <a:headEnd/>
            <a:tailEnd/>
          </a:ln>
        </p:spPr>
        <p:txBody>
          <a:bodyPr lIns="0" tIns="0" rIns="0" bIns="0"/>
          <a:lstStyle/>
          <a:p>
            <a:pPr defTabSz="1010036">
              <a:spcBef>
                <a:spcPct val="40000"/>
              </a:spcBef>
              <a:spcAft>
                <a:spcPct val="20000"/>
              </a:spcAft>
              <a:buClr>
                <a:srgbClr val="005C87"/>
              </a:buClr>
            </a:pPr>
            <a:r>
              <a:rPr lang="en-AU" sz="2100" b="1" dirty="0">
                <a:solidFill>
                  <a:srgbClr val="005C87"/>
                </a:solidFill>
                <a:latin typeface="Arial"/>
              </a:rPr>
              <a:t>Middle East DCM</a:t>
            </a:r>
          </a:p>
          <a:p>
            <a:pPr defTabSz="1010036">
              <a:spcBef>
                <a:spcPct val="40000"/>
              </a:spcBef>
              <a:spcAft>
                <a:spcPct val="20000"/>
              </a:spcAft>
              <a:buClr>
                <a:srgbClr val="005C87"/>
              </a:buClr>
            </a:pPr>
            <a:r>
              <a:rPr lang="en-AU" sz="1300" dirty="0">
                <a:solidFill>
                  <a:srgbClr val="005C87"/>
                </a:solidFill>
                <a:latin typeface="Arial"/>
              </a:rPr>
              <a:t>Quarterly Deal Values (US$bn) (</a:t>
            </a:r>
            <a:r>
              <a:rPr lang="en-AU" sz="1300" dirty="0" smtClean="0">
                <a:solidFill>
                  <a:srgbClr val="005C87"/>
                </a:solidFill>
                <a:latin typeface="Arial"/>
              </a:rPr>
              <a:t>Q1’09-Q4’12</a:t>
            </a:r>
            <a:r>
              <a:rPr lang="en-AU" sz="1300" dirty="0">
                <a:solidFill>
                  <a:srgbClr val="005C87"/>
                </a:solidFill>
                <a:latin typeface="Arial"/>
              </a:rPr>
              <a:t>) No. Of Deal #</a:t>
            </a:r>
          </a:p>
        </p:txBody>
      </p:sp>
      <p:sp>
        <p:nvSpPr>
          <p:cNvPr id="31" name="Rectangle 39"/>
          <p:cNvSpPr>
            <a:spLocks noChangeArrowheads="1"/>
          </p:cNvSpPr>
          <p:nvPr/>
        </p:nvSpPr>
        <p:spPr bwMode="auto">
          <a:xfrm>
            <a:off x="159826" y="4003225"/>
            <a:ext cx="3305396" cy="468312"/>
          </a:xfrm>
          <a:prstGeom prst="rect">
            <a:avLst/>
          </a:prstGeom>
          <a:noFill/>
          <a:ln w="9525">
            <a:noFill/>
            <a:miter lim="800000"/>
            <a:headEnd/>
            <a:tailEnd/>
          </a:ln>
        </p:spPr>
        <p:txBody>
          <a:bodyPr lIns="0" tIns="0" rIns="0" bIns="0"/>
          <a:lstStyle/>
          <a:p>
            <a:pPr defTabSz="1010036">
              <a:spcBef>
                <a:spcPct val="40000"/>
              </a:spcBef>
              <a:spcAft>
                <a:spcPct val="20000"/>
              </a:spcAft>
              <a:buClr>
                <a:srgbClr val="005C87"/>
              </a:buClr>
            </a:pPr>
            <a:r>
              <a:rPr lang="en-AU" sz="2100" b="1" dirty="0">
                <a:solidFill>
                  <a:srgbClr val="005C87"/>
                </a:solidFill>
                <a:latin typeface="Arial"/>
              </a:rPr>
              <a:t>Asia (ex-</a:t>
            </a:r>
            <a:r>
              <a:rPr lang="en-AU" sz="2100" b="1" dirty="0" err="1">
                <a:solidFill>
                  <a:srgbClr val="005C87"/>
                </a:solidFill>
                <a:latin typeface="Arial"/>
              </a:rPr>
              <a:t>Jpn,Australia,China</a:t>
            </a:r>
            <a:r>
              <a:rPr lang="en-AU" sz="2100" b="1" dirty="0">
                <a:solidFill>
                  <a:srgbClr val="005C87"/>
                </a:solidFill>
                <a:latin typeface="Arial"/>
              </a:rPr>
              <a:t>) DCM</a:t>
            </a:r>
          </a:p>
          <a:p>
            <a:pPr defTabSz="1010036">
              <a:spcBef>
                <a:spcPct val="40000"/>
              </a:spcBef>
              <a:spcAft>
                <a:spcPct val="20000"/>
              </a:spcAft>
              <a:buClr>
                <a:srgbClr val="005C87"/>
              </a:buClr>
            </a:pPr>
            <a:r>
              <a:rPr lang="en-AU" sz="1300" dirty="0">
                <a:solidFill>
                  <a:srgbClr val="005C87"/>
                </a:solidFill>
                <a:latin typeface="Arial"/>
              </a:rPr>
              <a:t>Quarterly Deal Values (US$bn) (</a:t>
            </a:r>
            <a:r>
              <a:rPr lang="en-AU" sz="1300" dirty="0" smtClean="0">
                <a:solidFill>
                  <a:srgbClr val="005C87"/>
                </a:solidFill>
                <a:latin typeface="Arial"/>
              </a:rPr>
              <a:t>Q1’09-Q4’12</a:t>
            </a:r>
            <a:r>
              <a:rPr lang="en-AU" sz="1300" dirty="0">
                <a:solidFill>
                  <a:srgbClr val="005C87"/>
                </a:solidFill>
                <a:latin typeface="Arial"/>
              </a:rPr>
              <a:t>) No. Of Deal #</a:t>
            </a:r>
          </a:p>
        </p:txBody>
      </p:sp>
      <p:sp>
        <p:nvSpPr>
          <p:cNvPr id="40" name="TextBox 39"/>
          <p:cNvSpPr txBox="1"/>
          <p:nvPr/>
        </p:nvSpPr>
        <p:spPr>
          <a:xfrm>
            <a:off x="7536143" y="2150263"/>
            <a:ext cx="2273653" cy="195371"/>
          </a:xfrm>
          <a:prstGeom prst="rect">
            <a:avLst/>
          </a:prstGeom>
          <a:noFill/>
        </p:spPr>
        <p:txBody>
          <a:bodyPr wrap="square" lIns="101051" tIns="50530" rIns="101051" bIns="50530" rtlCol="0">
            <a:spAutoFit/>
          </a:bodyPr>
          <a:lstStyle/>
          <a:p>
            <a:pPr defTabSz="1011696"/>
            <a:endParaRPr lang="en-GB" dirty="0">
              <a:latin typeface="Arial"/>
            </a:endParaRPr>
          </a:p>
        </p:txBody>
      </p:sp>
      <p:sp>
        <p:nvSpPr>
          <p:cNvPr id="33" name="Rectangle 3"/>
          <p:cNvSpPr>
            <a:spLocks noChangeArrowheads="1"/>
          </p:cNvSpPr>
          <p:nvPr/>
        </p:nvSpPr>
        <p:spPr bwMode="auto">
          <a:xfrm>
            <a:off x="7046138" y="1763576"/>
            <a:ext cx="3516407" cy="5214506"/>
          </a:xfrm>
          <a:prstGeom prst="rect">
            <a:avLst/>
          </a:prstGeom>
          <a:noFill/>
          <a:ln w="9525">
            <a:noFill/>
            <a:miter lim="800000"/>
            <a:headEnd/>
            <a:tailEnd/>
          </a:ln>
        </p:spPr>
        <p:txBody>
          <a:bodyPr lIns="0" tIns="0" rIns="0" bIns="0"/>
          <a:lstStyle/>
          <a:p>
            <a:pPr marL="189710" lvl="1" indent="-189710" defTabSz="1006298">
              <a:spcBef>
                <a:spcPct val="30000"/>
              </a:spcBef>
              <a:spcAft>
                <a:spcPct val="20000"/>
              </a:spcAft>
              <a:buClr>
                <a:srgbClr val="22AA47"/>
              </a:buClr>
              <a:buSzPct val="110000"/>
              <a:buFont typeface="Wingdings" pitchFamily="2" charset="2"/>
              <a:buChar char="§"/>
            </a:pPr>
            <a:r>
              <a:rPr lang="en-GB" sz="1300" b="1" baseline="0" dirty="0" smtClean="0">
                <a:solidFill>
                  <a:srgbClr val="005C87"/>
                </a:solidFill>
                <a:latin typeface="Arial"/>
                <a:cs typeface="+mn-cs"/>
              </a:rPr>
              <a:t>Global DCM </a:t>
            </a:r>
            <a:r>
              <a:rPr lang="en-GB" sz="1300" baseline="0" dirty="0" smtClean="0">
                <a:solidFill>
                  <a:srgbClr val="005C87"/>
                </a:solidFill>
                <a:latin typeface="Arial"/>
                <a:cs typeface="+mn-cs"/>
              </a:rPr>
              <a:t>volume reached $6.5tr in 2012, up 11% compared with the $5.8tr issued in 2011 and the second highest volume on record behind 2006 ($6.6tr). H1’12 accounted for 52% of the year’s total with $3.4tr while H2’12 volume dropped to $3.1tr although this was still up 32% on H2’11.</a:t>
            </a:r>
          </a:p>
          <a:p>
            <a:pPr marL="189710" lvl="1" indent="-189710" defTabSz="1006298">
              <a:spcBef>
                <a:spcPct val="30000"/>
              </a:spcBef>
              <a:spcAft>
                <a:spcPct val="20000"/>
              </a:spcAft>
              <a:buClr>
                <a:srgbClr val="22AA47"/>
              </a:buClr>
              <a:buSzPct val="110000"/>
              <a:buFont typeface="Wingdings" pitchFamily="2" charset="2"/>
              <a:buChar char="§"/>
            </a:pPr>
            <a:r>
              <a:rPr lang="en-GB" sz="1300" b="1" baseline="0" dirty="0" smtClean="0">
                <a:solidFill>
                  <a:srgbClr val="005C87"/>
                </a:solidFill>
                <a:latin typeface="Arial"/>
                <a:cs typeface="+mn-cs"/>
              </a:rPr>
              <a:t>Deal activity </a:t>
            </a:r>
            <a:r>
              <a:rPr lang="en-GB" sz="1300" baseline="0" dirty="0" smtClean="0">
                <a:solidFill>
                  <a:srgbClr val="005C87"/>
                </a:solidFill>
                <a:latin typeface="Arial"/>
                <a:cs typeface="+mn-cs"/>
              </a:rPr>
              <a:t>fell to 23,786 deals from 24,437 deals in 2011, the lowest deal count since 2009 (21,123). Average deal size rose 17% to $274m.  </a:t>
            </a:r>
          </a:p>
          <a:p>
            <a:pPr marL="189710" lvl="1" indent="-189710" defTabSz="1006298">
              <a:spcBef>
                <a:spcPct val="30000"/>
              </a:spcBef>
              <a:spcAft>
                <a:spcPct val="20000"/>
              </a:spcAft>
              <a:buClr>
                <a:srgbClr val="22AA47"/>
              </a:buClr>
              <a:buSzPct val="110000"/>
              <a:buFont typeface="Wingdings" pitchFamily="2" charset="2"/>
              <a:buChar char="§"/>
            </a:pPr>
            <a:r>
              <a:rPr lang="en-GB" sz="1300" baseline="0" dirty="0" smtClean="0">
                <a:solidFill>
                  <a:srgbClr val="005C87"/>
                </a:solidFill>
                <a:latin typeface="Arial"/>
                <a:cs typeface="+mn-cs"/>
              </a:rPr>
              <a:t>Global DCM revenue reached $21.2bn in 2012, up 30% on 2011 and on par with the record set in 2006. DCM accounted for 32% of total IB revenue, the most since 1998.</a:t>
            </a:r>
          </a:p>
          <a:p>
            <a:pPr marL="189710" lvl="1" indent="-189710" defTabSz="1006298">
              <a:spcBef>
                <a:spcPct val="30000"/>
              </a:spcBef>
              <a:spcAft>
                <a:spcPct val="20000"/>
              </a:spcAft>
              <a:buClr>
                <a:srgbClr val="22AA47"/>
              </a:buClr>
              <a:buSzPct val="110000"/>
              <a:buFont typeface="Wingdings" pitchFamily="2" charset="2"/>
              <a:buChar char="§"/>
            </a:pPr>
            <a:r>
              <a:rPr lang="en-GB" sz="1300" b="1" baseline="0" dirty="0" smtClean="0">
                <a:solidFill>
                  <a:srgbClr val="005C87"/>
                </a:solidFill>
                <a:latin typeface="Arial"/>
                <a:cs typeface="+mn-cs"/>
              </a:rPr>
              <a:t>Asia Pacific (</a:t>
            </a:r>
            <a:r>
              <a:rPr lang="en-AU" sz="1300" b="1" baseline="0" dirty="0" smtClean="0">
                <a:solidFill>
                  <a:srgbClr val="005C87"/>
                </a:solidFill>
                <a:latin typeface="Arial"/>
                <a:cs typeface="+mn-cs"/>
              </a:rPr>
              <a:t>ex-</a:t>
            </a:r>
            <a:r>
              <a:rPr lang="en-AU" sz="1300" b="1" baseline="0" dirty="0" err="1" smtClean="0">
                <a:solidFill>
                  <a:srgbClr val="005C87"/>
                </a:solidFill>
                <a:latin typeface="Arial"/>
                <a:cs typeface="+mn-cs"/>
              </a:rPr>
              <a:t>Jpn,Australia,China</a:t>
            </a:r>
            <a:r>
              <a:rPr lang="en-GB" sz="1300" b="1" baseline="0" dirty="0" smtClean="0">
                <a:solidFill>
                  <a:srgbClr val="005C87"/>
                </a:solidFill>
                <a:latin typeface="Arial"/>
                <a:cs typeface="+mn-cs"/>
              </a:rPr>
              <a:t>) </a:t>
            </a:r>
            <a:r>
              <a:rPr lang="en-GB" sz="1300" baseline="0" dirty="0" smtClean="0">
                <a:solidFill>
                  <a:srgbClr val="005C87"/>
                </a:solidFill>
                <a:latin typeface="Arial"/>
                <a:cs typeface="+mn-cs"/>
              </a:rPr>
              <a:t>DCM volume reached $394bn in 2012, up 25% on 2011 ($314bn). </a:t>
            </a:r>
            <a:r>
              <a:rPr lang="en-GB" sz="1300" b="1" baseline="0" dirty="0" smtClean="0">
                <a:solidFill>
                  <a:srgbClr val="005C87"/>
                </a:solidFill>
                <a:latin typeface="Arial"/>
                <a:cs typeface="+mn-cs"/>
              </a:rPr>
              <a:t>Activity </a:t>
            </a:r>
            <a:r>
              <a:rPr lang="en-GB" sz="1300" baseline="0" dirty="0" smtClean="0">
                <a:solidFill>
                  <a:srgbClr val="005C87"/>
                </a:solidFill>
                <a:latin typeface="Arial"/>
                <a:cs typeface="+mn-cs"/>
              </a:rPr>
              <a:t>of 2,454 deals was down marginally (-2%), with an average deal size of $161m, up 28% from 2011.</a:t>
            </a:r>
          </a:p>
          <a:p>
            <a:pPr marL="189710" lvl="1" indent="-189710" defTabSz="1006298">
              <a:spcBef>
                <a:spcPct val="30000"/>
              </a:spcBef>
              <a:spcAft>
                <a:spcPct val="20000"/>
              </a:spcAft>
              <a:buClr>
                <a:srgbClr val="22AA47"/>
              </a:buClr>
              <a:buSzPct val="110000"/>
              <a:buFont typeface="Wingdings" pitchFamily="2" charset="2"/>
              <a:buChar char="§"/>
            </a:pPr>
            <a:r>
              <a:rPr lang="en-GB" sz="1300" b="1" baseline="0" dirty="0" smtClean="0">
                <a:solidFill>
                  <a:srgbClr val="005C87"/>
                </a:solidFill>
                <a:latin typeface="Arial"/>
                <a:cs typeface="+mn-cs"/>
              </a:rPr>
              <a:t>JP Morgan </a:t>
            </a:r>
            <a:r>
              <a:rPr lang="en-GB" sz="1300" baseline="0" dirty="0" smtClean="0">
                <a:solidFill>
                  <a:srgbClr val="005C87"/>
                </a:solidFill>
                <a:latin typeface="Arial"/>
                <a:cs typeface="+mn-cs"/>
              </a:rPr>
              <a:t>led the global DCM  </a:t>
            </a:r>
            <a:r>
              <a:rPr lang="en-GB" sz="1300" baseline="0" dirty="0" err="1" smtClean="0">
                <a:solidFill>
                  <a:srgbClr val="005C87"/>
                </a:solidFill>
                <a:latin typeface="Arial"/>
                <a:cs typeface="+mn-cs"/>
              </a:rPr>
              <a:t>bookrunner</a:t>
            </a:r>
            <a:r>
              <a:rPr lang="en-GB" sz="1300" baseline="0" dirty="0" smtClean="0">
                <a:solidFill>
                  <a:srgbClr val="005C87"/>
                </a:solidFill>
                <a:latin typeface="Arial"/>
                <a:cs typeface="+mn-cs"/>
              </a:rPr>
              <a:t> ranking in 2012 with a 7.1% market share, followed by Deutsche Bank and Barclays with 6.1% each.</a:t>
            </a:r>
          </a:p>
        </p:txBody>
      </p:sp>
      <p:pic>
        <p:nvPicPr>
          <p:cNvPr id="3" name="Picture 2"/>
          <p:cNvPicPr>
            <a:picLocks noChangeAspect="1" noChangeArrowheads="1"/>
          </p:cNvPicPr>
          <p:nvPr/>
        </p:nvPicPr>
        <p:blipFill>
          <a:blip r:embed="rId3" cstate="print"/>
          <a:srcRect/>
          <a:stretch>
            <a:fillRect/>
          </a:stretch>
        </p:blipFill>
        <p:spPr bwMode="auto">
          <a:xfrm>
            <a:off x="149062" y="1883351"/>
            <a:ext cx="3386243" cy="1900818"/>
          </a:xfrm>
          <a:prstGeom prst="rect">
            <a:avLst/>
          </a:prstGeom>
          <a:noFill/>
          <a:ln w="9525">
            <a:noFill/>
            <a:miter lim="800000"/>
            <a:headEnd/>
            <a:tailEnd/>
          </a:ln>
          <a:effectLst/>
        </p:spPr>
      </p:pic>
      <p:pic>
        <p:nvPicPr>
          <p:cNvPr id="4" name="Picture 3"/>
          <p:cNvPicPr>
            <a:picLocks noChangeAspect="1" noChangeArrowheads="1"/>
          </p:cNvPicPr>
          <p:nvPr/>
        </p:nvPicPr>
        <p:blipFill>
          <a:blip r:embed="rId4" cstate="print"/>
          <a:srcRect/>
          <a:stretch>
            <a:fillRect/>
          </a:stretch>
        </p:blipFill>
        <p:spPr bwMode="auto">
          <a:xfrm>
            <a:off x="3648723" y="1878097"/>
            <a:ext cx="3363965" cy="1932323"/>
          </a:xfrm>
          <a:prstGeom prst="rect">
            <a:avLst/>
          </a:prstGeom>
          <a:noFill/>
          <a:ln w="9525">
            <a:noFill/>
            <a:miter lim="800000"/>
            <a:headEnd/>
            <a:tailEnd/>
          </a:ln>
          <a:effectLst/>
        </p:spPr>
      </p:pic>
      <p:pic>
        <p:nvPicPr>
          <p:cNvPr id="5" name="Picture 4"/>
          <p:cNvPicPr>
            <a:picLocks noChangeAspect="1" noChangeArrowheads="1"/>
          </p:cNvPicPr>
          <p:nvPr/>
        </p:nvPicPr>
        <p:blipFill>
          <a:blip r:embed="rId5" cstate="print"/>
          <a:srcRect/>
          <a:stretch>
            <a:fillRect/>
          </a:stretch>
        </p:blipFill>
        <p:spPr bwMode="auto">
          <a:xfrm>
            <a:off x="137923" y="4655996"/>
            <a:ext cx="3386243" cy="1942825"/>
          </a:xfrm>
          <a:prstGeom prst="rect">
            <a:avLst/>
          </a:prstGeom>
          <a:noFill/>
          <a:ln w="9525">
            <a:noFill/>
            <a:miter lim="800000"/>
            <a:headEnd/>
            <a:tailEnd/>
          </a:ln>
          <a:effectLst/>
        </p:spPr>
      </p:pic>
      <p:pic>
        <p:nvPicPr>
          <p:cNvPr id="6" name="Picture 5"/>
          <p:cNvPicPr>
            <a:picLocks noChangeAspect="1" noChangeArrowheads="1"/>
          </p:cNvPicPr>
          <p:nvPr/>
        </p:nvPicPr>
        <p:blipFill>
          <a:blip r:embed="rId6" cstate="print"/>
          <a:srcRect/>
          <a:stretch>
            <a:fillRect/>
          </a:stretch>
        </p:blipFill>
        <p:spPr bwMode="auto">
          <a:xfrm>
            <a:off x="3682134" y="4676811"/>
            <a:ext cx="3363965" cy="1900818"/>
          </a:xfrm>
          <a:prstGeom prst="rect">
            <a:avLst/>
          </a:prstGeom>
          <a:noFill/>
          <a:ln w="9525">
            <a:noFill/>
            <a:miter lim="800000"/>
            <a:headEnd/>
            <a:tailEnd/>
          </a:ln>
          <a:effectLst/>
        </p:spPr>
      </p:pic>
      <p:sp>
        <p:nvSpPr>
          <p:cNvPr id="32" name="Text Box 144"/>
          <p:cNvSpPr txBox="1">
            <a:spLocks noChangeArrowheads="1"/>
          </p:cNvSpPr>
          <p:nvPr/>
        </p:nvSpPr>
        <p:spPr bwMode="auto">
          <a:xfrm>
            <a:off x="1452566" y="7115153"/>
            <a:ext cx="5468937" cy="182396"/>
          </a:xfrm>
          <a:prstGeom prst="rect">
            <a:avLst/>
          </a:prstGeom>
          <a:noFill/>
          <a:ln w="9525">
            <a:noFill/>
            <a:miter lim="800000"/>
            <a:headEnd/>
            <a:tailEnd/>
          </a:ln>
        </p:spPr>
        <p:txBody>
          <a:bodyPr wrap="square" lIns="89189" tIns="44596" rIns="89189" bIns="44596" anchor="b">
            <a:spAutoFit/>
          </a:bodyPr>
          <a:lstStyle/>
          <a:p>
            <a:pPr marL="223674" indent="-223674" defTabSz="1032979">
              <a:spcBef>
                <a:spcPct val="50000"/>
              </a:spcBef>
            </a:pPr>
            <a:r>
              <a:rPr lang="en-GB" sz="600" baseline="0" dirty="0" smtClean="0">
                <a:latin typeface="Arial"/>
              </a:rPr>
              <a:t>Source: </a:t>
            </a:r>
            <a:r>
              <a:rPr lang="en-GB" sz="600" baseline="0" dirty="0" err="1" smtClean="0">
                <a:latin typeface="Arial"/>
              </a:rPr>
              <a:t>Dealogic</a:t>
            </a:r>
            <a:endParaRPr lang="en-GB" sz="600" baseline="0" dirty="0">
              <a:latin typeface="Arial"/>
            </a:endParaRPr>
          </a:p>
        </p:txBody>
      </p:sp>
      <p:sp>
        <p:nvSpPr>
          <p:cNvPr id="34" name="TextBox 33"/>
          <p:cNvSpPr txBox="1"/>
          <p:nvPr/>
        </p:nvSpPr>
        <p:spPr>
          <a:xfrm>
            <a:off x="8353428" y="199023"/>
            <a:ext cx="1549397" cy="338554"/>
          </a:xfrm>
          <a:prstGeom prst="rect">
            <a:avLst/>
          </a:prstGeom>
          <a:solidFill>
            <a:srgbClr val="E6E7E8"/>
          </a:solidFill>
        </p:spPr>
        <p:txBody>
          <a:bodyPr wrap="square" rtlCol="0">
            <a:spAutoFit/>
          </a:bodyPr>
          <a:lstStyle/>
          <a:p>
            <a:pPr algn="ctr"/>
            <a:r>
              <a:rPr lang="en-US" sz="1600" baseline="0" dirty="0" smtClean="0">
                <a:solidFill>
                  <a:srgbClr val="FF0000"/>
                </a:solidFill>
              </a:rPr>
              <a:t>TO </a:t>
            </a:r>
            <a:r>
              <a:rPr lang="en-US" sz="1600" baseline="0" dirty="0" smtClean="0">
                <a:solidFill>
                  <a:srgbClr val="FF0000"/>
                </a:solidFill>
              </a:rPr>
              <a:t>UPDATE</a:t>
            </a:r>
            <a:endParaRPr lang="en-GB" sz="1600" dirty="0">
              <a:solidFill>
                <a:srgbClr val="FF0000"/>
              </a:solidFill>
            </a:endParaRPr>
          </a:p>
        </p:txBody>
      </p:sp>
    </p:spTree>
  </p:cSld>
  <p:clrMapOvr>
    <a:masterClrMapping/>
  </p:clrMapOvr>
  <p:transition spd="med"/>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9"/>
          <p:cNvGrpSpPr/>
          <p:nvPr/>
        </p:nvGrpSpPr>
        <p:grpSpPr>
          <a:xfrm>
            <a:off x="5448035" y="1398867"/>
            <a:ext cx="4830558" cy="5445212"/>
            <a:chOff x="3326216" y="1268760"/>
            <a:chExt cx="2892974" cy="4938760"/>
          </a:xfrm>
        </p:grpSpPr>
        <p:sp>
          <p:nvSpPr>
            <p:cNvPr id="27" name="Rectangle 26"/>
            <p:cNvSpPr/>
            <p:nvPr/>
          </p:nvSpPr>
          <p:spPr bwMode="auto">
            <a:xfrm>
              <a:off x="3359628" y="1916832"/>
              <a:ext cx="2856400" cy="1740768"/>
            </a:xfrm>
            <a:prstGeom prst="rect">
              <a:avLst/>
            </a:prstGeom>
            <a:solidFill>
              <a:srgbClr val="E6E7E8"/>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1152542">
                <a:spcBef>
                  <a:spcPct val="40000"/>
                </a:spcBef>
                <a:spcAft>
                  <a:spcPct val="40000"/>
                </a:spcAft>
              </a:pPr>
              <a:endParaRPr lang="en-GB" sz="1100" baseline="0" dirty="0">
                <a:latin typeface="Arial"/>
              </a:endParaRPr>
            </a:p>
          </p:txBody>
        </p:sp>
        <p:sp>
          <p:nvSpPr>
            <p:cNvPr id="17" name="Line 31"/>
            <p:cNvSpPr>
              <a:spLocks noChangeShapeType="1"/>
            </p:cNvSpPr>
            <p:nvPr/>
          </p:nvSpPr>
          <p:spPr bwMode="auto">
            <a:xfrm>
              <a:off x="3370525" y="1786464"/>
              <a:ext cx="2834607" cy="0"/>
            </a:xfrm>
            <a:prstGeom prst="line">
              <a:avLst/>
            </a:prstGeom>
            <a:noFill/>
            <a:ln w="9525">
              <a:solidFill>
                <a:schemeClr val="accent1"/>
              </a:solidFill>
              <a:round/>
              <a:headEnd/>
              <a:tailEnd/>
            </a:ln>
          </p:spPr>
          <p:txBody>
            <a:bodyPr lIns="80133" tIns="40067" rIns="80133" bIns="40067"/>
            <a:lstStyle/>
            <a:p>
              <a:pPr defTabSz="1011696"/>
              <a:endParaRPr lang="en-US" dirty="0">
                <a:latin typeface="Arial"/>
              </a:endParaRPr>
            </a:p>
          </p:txBody>
        </p:sp>
        <p:sp>
          <p:nvSpPr>
            <p:cNvPr id="19" name="Rectangle 39"/>
            <p:cNvSpPr>
              <a:spLocks noChangeArrowheads="1"/>
            </p:cNvSpPr>
            <p:nvPr/>
          </p:nvSpPr>
          <p:spPr bwMode="auto">
            <a:xfrm>
              <a:off x="3354092" y="1268760"/>
              <a:ext cx="2826467" cy="424755"/>
            </a:xfrm>
            <a:prstGeom prst="rect">
              <a:avLst/>
            </a:prstGeom>
            <a:noFill/>
            <a:ln w="9525">
              <a:noFill/>
              <a:miter lim="800000"/>
              <a:headEnd/>
              <a:tailEnd/>
            </a:ln>
          </p:spPr>
          <p:txBody>
            <a:bodyPr lIns="0" tIns="0" rIns="0" bIns="0"/>
            <a:lstStyle/>
            <a:p>
              <a:pPr defTabSz="1010036">
                <a:spcBef>
                  <a:spcPct val="40000"/>
                </a:spcBef>
                <a:spcAft>
                  <a:spcPct val="20000"/>
                </a:spcAft>
                <a:buClr>
                  <a:srgbClr val="005C87"/>
                </a:buClr>
              </a:pPr>
              <a:r>
                <a:rPr lang="en-AU" sz="2100" b="1" dirty="0">
                  <a:solidFill>
                    <a:srgbClr val="005C87"/>
                  </a:solidFill>
                  <a:latin typeface="Arial"/>
                </a:rPr>
                <a:t>Emerging Markets DCM</a:t>
              </a:r>
            </a:p>
            <a:p>
              <a:pPr defTabSz="1010036">
                <a:spcBef>
                  <a:spcPct val="40000"/>
                </a:spcBef>
                <a:spcAft>
                  <a:spcPct val="20000"/>
                </a:spcAft>
                <a:buClr>
                  <a:srgbClr val="005C87"/>
                </a:buClr>
              </a:pPr>
              <a:r>
                <a:rPr lang="en-AU" sz="1300" dirty="0">
                  <a:solidFill>
                    <a:srgbClr val="005C87"/>
                  </a:solidFill>
                  <a:latin typeface="Arial"/>
                </a:rPr>
                <a:t>Top 6 banks </a:t>
              </a:r>
              <a:r>
                <a:rPr lang="en-AU" sz="1300" dirty="0" smtClean="0">
                  <a:solidFill>
                    <a:srgbClr val="005C87"/>
                  </a:solidFill>
                  <a:latin typeface="Arial"/>
                </a:rPr>
                <a:t>, FY’12 with market share and ranking for  FY’11 and FY’10</a:t>
              </a:r>
              <a:endParaRPr lang="en-AU" sz="1300" dirty="0">
                <a:solidFill>
                  <a:srgbClr val="005C87"/>
                </a:solidFill>
                <a:latin typeface="Arial"/>
              </a:endParaRPr>
            </a:p>
          </p:txBody>
        </p:sp>
        <p:sp>
          <p:nvSpPr>
            <p:cNvPr id="24" name="Line 31"/>
            <p:cNvSpPr>
              <a:spLocks noChangeShapeType="1"/>
            </p:cNvSpPr>
            <p:nvPr/>
          </p:nvSpPr>
          <p:spPr bwMode="auto">
            <a:xfrm>
              <a:off x="3326216" y="4322736"/>
              <a:ext cx="2834607" cy="0"/>
            </a:xfrm>
            <a:prstGeom prst="line">
              <a:avLst/>
            </a:prstGeom>
            <a:noFill/>
            <a:ln w="9525">
              <a:solidFill>
                <a:schemeClr val="accent1"/>
              </a:solidFill>
              <a:round/>
              <a:headEnd/>
              <a:tailEnd/>
            </a:ln>
          </p:spPr>
          <p:txBody>
            <a:bodyPr lIns="80133" tIns="40067" rIns="80133" bIns="40067"/>
            <a:lstStyle/>
            <a:p>
              <a:pPr defTabSz="1011696"/>
              <a:endParaRPr lang="en-US" dirty="0">
                <a:latin typeface="Arial"/>
              </a:endParaRPr>
            </a:p>
          </p:txBody>
        </p:sp>
        <p:sp>
          <p:nvSpPr>
            <p:cNvPr id="29" name="Rectangle 28"/>
            <p:cNvSpPr/>
            <p:nvPr/>
          </p:nvSpPr>
          <p:spPr bwMode="auto">
            <a:xfrm>
              <a:off x="3362790" y="4466752"/>
              <a:ext cx="2856400" cy="1740768"/>
            </a:xfrm>
            <a:prstGeom prst="rect">
              <a:avLst/>
            </a:prstGeom>
            <a:solidFill>
              <a:srgbClr val="E6E7E8"/>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1152542">
                <a:spcBef>
                  <a:spcPct val="40000"/>
                </a:spcBef>
                <a:spcAft>
                  <a:spcPct val="40000"/>
                </a:spcAft>
              </a:pPr>
              <a:endParaRPr lang="en-GB" sz="1100" baseline="0" dirty="0">
                <a:latin typeface="Arial"/>
              </a:endParaRPr>
            </a:p>
          </p:txBody>
        </p:sp>
      </p:grpSp>
      <p:grpSp>
        <p:nvGrpSpPr>
          <p:cNvPr id="3" name="Group 20"/>
          <p:cNvGrpSpPr/>
          <p:nvPr/>
        </p:nvGrpSpPr>
        <p:grpSpPr>
          <a:xfrm>
            <a:off x="361415" y="1395413"/>
            <a:ext cx="4793762" cy="5448666"/>
            <a:chOff x="308990" y="1265627"/>
            <a:chExt cx="2870938" cy="4941893"/>
          </a:xfrm>
        </p:grpSpPr>
        <p:sp>
          <p:nvSpPr>
            <p:cNvPr id="26" name="Rectangle 25"/>
            <p:cNvSpPr/>
            <p:nvPr/>
          </p:nvSpPr>
          <p:spPr bwMode="auto">
            <a:xfrm>
              <a:off x="320366" y="1916832"/>
              <a:ext cx="2856400" cy="1740768"/>
            </a:xfrm>
            <a:prstGeom prst="rect">
              <a:avLst/>
            </a:prstGeom>
            <a:solidFill>
              <a:srgbClr val="E6E7E8"/>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1152542">
                <a:spcBef>
                  <a:spcPct val="40000"/>
                </a:spcBef>
                <a:spcAft>
                  <a:spcPct val="40000"/>
                </a:spcAft>
              </a:pPr>
              <a:endParaRPr lang="en-GB" sz="1400" baseline="0" dirty="0">
                <a:latin typeface="Arial"/>
              </a:endParaRPr>
            </a:p>
          </p:txBody>
        </p:sp>
        <p:sp>
          <p:nvSpPr>
            <p:cNvPr id="44036" name="Rectangle 39"/>
            <p:cNvSpPr>
              <a:spLocks noChangeArrowheads="1"/>
            </p:cNvSpPr>
            <p:nvPr/>
          </p:nvSpPr>
          <p:spPr bwMode="auto">
            <a:xfrm>
              <a:off x="320231" y="1265627"/>
              <a:ext cx="2826467" cy="424755"/>
            </a:xfrm>
            <a:prstGeom prst="rect">
              <a:avLst/>
            </a:prstGeom>
            <a:noFill/>
            <a:ln w="9525">
              <a:noFill/>
              <a:miter lim="800000"/>
              <a:headEnd/>
              <a:tailEnd/>
            </a:ln>
          </p:spPr>
          <p:txBody>
            <a:bodyPr lIns="0" tIns="0" rIns="0" bIns="0"/>
            <a:lstStyle/>
            <a:p>
              <a:pPr defTabSz="1010036">
                <a:spcBef>
                  <a:spcPct val="40000"/>
                </a:spcBef>
                <a:spcAft>
                  <a:spcPct val="20000"/>
                </a:spcAft>
                <a:buClr>
                  <a:srgbClr val="005C87"/>
                </a:buClr>
              </a:pPr>
              <a:r>
                <a:rPr lang="en-AU" sz="2100" b="1" dirty="0">
                  <a:solidFill>
                    <a:srgbClr val="005C87"/>
                  </a:solidFill>
                  <a:latin typeface="Arial"/>
                </a:rPr>
                <a:t>Global Markets DCM</a:t>
              </a:r>
            </a:p>
            <a:p>
              <a:pPr defTabSz="1010036">
                <a:spcBef>
                  <a:spcPct val="40000"/>
                </a:spcBef>
                <a:spcAft>
                  <a:spcPct val="20000"/>
                </a:spcAft>
                <a:buClr>
                  <a:srgbClr val="005C87"/>
                </a:buClr>
              </a:pPr>
              <a:r>
                <a:rPr lang="en-AU" sz="1300" dirty="0">
                  <a:solidFill>
                    <a:srgbClr val="005C87"/>
                  </a:solidFill>
                  <a:latin typeface="Arial"/>
                </a:rPr>
                <a:t>Top 6 banks </a:t>
              </a:r>
              <a:r>
                <a:rPr lang="en-AU" sz="1300" dirty="0" smtClean="0">
                  <a:solidFill>
                    <a:srgbClr val="005C87"/>
                  </a:solidFill>
                  <a:latin typeface="Arial"/>
                </a:rPr>
                <a:t>, FY’12 with market share and ranking for  FY’11 and FY’10</a:t>
              </a:r>
              <a:endParaRPr lang="en-AU" sz="1300" dirty="0">
                <a:solidFill>
                  <a:srgbClr val="005C87"/>
                </a:solidFill>
                <a:latin typeface="Arial"/>
              </a:endParaRPr>
            </a:p>
          </p:txBody>
        </p:sp>
        <p:sp>
          <p:nvSpPr>
            <p:cNvPr id="44037" name="Line 31"/>
            <p:cNvSpPr>
              <a:spLocks noChangeShapeType="1"/>
            </p:cNvSpPr>
            <p:nvPr/>
          </p:nvSpPr>
          <p:spPr bwMode="auto">
            <a:xfrm>
              <a:off x="320366" y="1786464"/>
              <a:ext cx="2834607" cy="0"/>
            </a:xfrm>
            <a:prstGeom prst="line">
              <a:avLst/>
            </a:prstGeom>
            <a:noFill/>
            <a:ln w="9525">
              <a:solidFill>
                <a:schemeClr val="accent1"/>
              </a:solidFill>
              <a:round/>
              <a:headEnd/>
              <a:tailEnd/>
            </a:ln>
          </p:spPr>
          <p:txBody>
            <a:bodyPr lIns="80133" tIns="40067" rIns="80133" bIns="40067"/>
            <a:lstStyle/>
            <a:p>
              <a:pPr defTabSz="1011696"/>
              <a:endParaRPr lang="en-US" sz="1300" dirty="0">
                <a:latin typeface="Arial"/>
              </a:endParaRPr>
            </a:p>
          </p:txBody>
        </p:sp>
        <p:sp>
          <p:nvSpPr>
            <p:cNvPr id="23" name="Line 31"/>
            <p:cNvSpPr>
              <a:spLocks noChangeShapeType="1"/>
            </p:cNvSpPr>
            <p:nvPr/>
          </p:nvSpPr>
          <p:spPr bwMode="auto">
            <a:xfrm>
              <a:off x="308990" y="4322736"/>
              <a:ext cx="2834607" cy="0"/>
            </a:xfrm>
            <a:prstGeom prst="line">
              <a:avLst/>
            </a:prstGeom>
            <a:noFill/>
            <a:ln w="9525">
              <a:solidFill>
                <a:schemeClr val="accent1"/>
              </a:solidFill>
              <a:round/>
              <a:headEnd/>
              <a:tailEnd/>
            </a:ln>
          </p:spPr>
          <p:txBody>
            <a:bodyPr lIns="80133" tIns="40067" rIns="80133" bIns="40067"/>
            <a:lstStyle/>
            <a:p>
              <a:pPr defTabSz="1011696"/>
              <a:endParaRPr lang="en-US" sz="1300" dirty="0">
                <a:latin typeface="Arial"/>
              </a:endParaRPr>
            </a:p>
          </p:txBody>
        </p:sp>
        <p:sp>
          <p:nvSpPr>
            <p:cNvPr id="28" name="Rectangle 27"/>
            <p:cNvSpPr/>
            <p:nvPr/>
          </p:nvSpPr>
          <p:spPr bwMode="auto">
            <a:xfrm>
              <a:off x="323528" y="4466752"/>
              <a:ext cx="2856400" cy="1740768"/>
            </a:xfrm>
            <a:prstGeom prst="rect">
              <a:avLst/>
            </a:prstGeom>
            <a:solidFill>
              <a:srgbClr val="E6E7E8"/>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1152542">
                <a:spcBef>
                  <a:spcPct val="40000"/>
                </a:spcBef>
                <a:spcAft>
                  <a:spcPct val="40000"/>
                </a:spcAft>
              </a:pPr>
              <a:endParaRPr lang="en-GB" sz="1400" baseline="0" dirty="0">
                <a:latin typeface="Arial"/>
              </a:endParaRPr>
            </a:p>
          </p:txBody>
        </p:sp>
      </p:grpSp>
      <p:sp>
        <p:nvSpPr>
          <p:cNvPr id="32" name="Rectangle 39"/>
          <p:cNvSpPr>
            <a:spLocks noChangeArrowheads="1"/>
          </p:cNvSpPr>
          <p:nvPr/>
        </p:nvSpPr>
        <p:spPr bwMode="auto">
          <a:xfrm>
            <a:off x="374776" y="4197756"/>
            <a:ext cx="4719507" cy="468312"/>
          </a:xfrm>
          <a:prstGeom prst="rect">
            <a:avLst/>
          </a:prstGeom>
          <a:noFill/>
          <a:ln w="9525">
            <a:noFill/>
            <a:miter lim="800000"/>
            <a:headEnd/>
            <a:tailEnd/>
          </a:ln>
        </p:spPr>
        <p:txBody>
          <a:bodyPr lIns="0" tIns="0" rIns="0" bIns="0"/>
          <a:lstStyle/>
          <a:p>
            <a:pPr defTabSz="1010036">
              <a:spcBef>
                <a:spcPct val="40000"/>
              </a:spcBef>
              <a:spcAft>
                <a:spcPct val="20000"/>
              </a:spcAft>
              <a:buClr>
                <a:srgbClr val="005C87"/>
              </a:buClr>
            </a:pPr>
            <a:r>
              <a:rPr lang="en-AU" sz="2100" b="1" dirty="0">
                <a:solidFill>
                  <a:srgbClr val="005C87"/>
                </a:solidFill>
                <a:latin typeface="Arial"/>
              </a:rPr>
              <a:t>Asia (ex-</a:t>
            </a:r>
            <a:r>
              <a:rPr lang="en-AU" sz="2100" b="1" dirty="0" err="1">
                <a:solidFill>
                  <a:srgbClr val="005C87"/>
                </a:solidFill>
                <a:latin typeface="Arial"/>
              </a:rPr>
              <a:t>Jpn,Australia,China</a:t>
            </a:r>
            <a:r>
              <a:rPr lang="en-AU" sz="2100" b="1" dirty="0">
                <a:solidFill>
                  <a:srgbClr val="005C87"/>
                </a:solidFill>
                <a:latin typeface="Arial"/>
              </a:rPr>
              <a:t>) DCM</a:t>
            </a:r>
          </a:p>
          <a:p>
            <a:pPr defTabSz="1010036">
              <a:spcBef>
                <a:spcPct val="40000"/>
              </a:spcBef>
              <a:spcAft>
                <a:spcPct val="20000"/>
              </a:spcAft>
              <a:buClr>
                <a:srgbClr val="005C87"/>
              </a:buClr>
            </a:pPr>
            <a:r>
              <a:rPr lang="en-AU" sz="1300" dirty="0">
                <a:solidFill>
                  <a:srgbClr val="005C87"/>
                </a:solidFill>
                <a:latin typeface="Arial"/>
              </a:rPr>
              <a:t>Top 6 banks </a:t>
            </a:r>
            <a:r>
              <a:rPr lang="en-AU" sz="1300" dirty="0" smtClean="0">
                <a:solidFill>
                  <a:srgbClr val="005C87"/>
                </a:solidFill>
                <a:latin typeface="Arial"/>
              </a:rPr>
              <a:t>, FY’12 with market share and ranking for  FY’11 and FY’10</a:t>
            </a:r>
            <a:endParaRPr lang="en-AU" sz="1300" dirty="0">
              <a:solidFill>
                <a:srgbClr val="005C87"/>
              </a:solidFill>
              <a:latin typeface="Arial"/>
            </a:endParaRPr>
          </a:p>
        </p:txBody>
      </p:sp>
      <p:sp>
        <p:nvSpPr>
          <p:cNvPr id="30" name="Rectangle 14"/>
          <p:cNvSpPr txBox="1">
            <a:spLocks noChangeArrowheads="1"/>
          </p:cNvSpPr>
          <p:nvPr/>
        </p:nvSpPr>
        <p:spPr bwMode="auto">
          <a:xfrm>
            <a:off x="412751" y="368300"/>
            <a:ext cx="9867900" cy="587375"/>
          </a:xfrm>
          <a:prstGeom prst="rect">
            <a:avLst/>
          </a:prstGeom>
          <a:noFill/>
          <a:ln w="9525">
            <a:noFill/>
            <a:miter lim="800000"/>
            <a:headEnd/>
            <a:tailEnd/>
          </a:ln>
        </p:spPr>
        <p:txBody>
          <a:bodyPr vert="horz" wrap="square" lIns="0" tIns="50506" rIns="100998" bIns="50506" numCol="1" anchor="ctr" anchorCtr="0" compatLnSpc="1">
            <a:prstTxWarp prst="textNoShape">
              <a:avLst/>
            </a:prstTxWarp>
          </a:bodyPr>
          <a:lstStyle/>
          <a:p>
            <a:pPr defTabSz="1010214">
              <a:defRPr/>
            </a:pPr>
            <a:r>
              <a:rPr lang="en-GB" sz="2200" kern="0" baseline="0" dirty="0">
                <a:solidFill>
                  <a:srgbClr val="6D6E71"/>
                </a:solidFill>
                <a:latin typeface="Arial"/>
              </a:rPr>
              <a:t>DCM – Top Banks By Region</a:t>
            </a:r>
          </a:p>
        </p:txBody>
      </p:sp>
      <p:sp>
        <p:nvSpPr>
          <p:cNvPr id="31" name="Rectangle 39"/>
          <p:cNvSpPr>
            <a:spLocks noChangeArrowheads="1"/>
          </p:cNvSpPr>
          <p:nvPr/>
        </p:nvSpPr>
        <p:spPr bwMode="auto">
          <a:xfrm>
            <a:off x="5505974" y="4177595"/>
            <a:ext cx="4719507" cy="468312"/>
          </a:xfrm>
          <a:prstGeom prst="rect">
            <a:avLst/>
          </a:prstGeom>
          <a:noFill/>
          <a:ln w="9525">
            <a:noFill/>
            <a:miter lim="800000"/>
            <a:headEnd/>
            <a:tailEnd/>
          </a:ln>
        </p:spPr>
        <p:txBody>
          <a:bodyPr lIns="0" tIns="0" rIns="0" bIns="0"/>
          <a:lstStyle/>
          <a:p>
            <a:pPr defTabSz="1010036">
              <a:spcBef>
                <a:spcPct val="40000"/>
              </a:spcBef>
              <a:spcAft>
                <a:spcPct val="20000"/>
              </a:spcAft>
              <a:buClr>
                <a:srgbClr val="005C87"/>
              </a:buClr>
            </a:pPr>
            <a:r>
              <a:rPr lang="en-AU" sz="2100" b="1" dirty="0">
                <a:solidFill>
                  <a:srgbClr val="005C87"/>
                </a:solidFill>
                <a:latin typeface="Arial"/>
              </a:rPr>
              <a:t>Middle East DCM</a:t>
            </a:r>
          </a:p>
          <a:p>
            <a:pPr defTabSz="1010036">
              <a:spcBef>
                <a:spcPct val="40000"/>
              </a:spcBef>
              <a:spcAft>
                <a:spcPct val="20000"/>
              </a:spcAft>
              <a:buClr>
                <a:srgbClr val="005C87"/>
              </a:buClr>
            </a:pPr>
            <a:r>
              <a:rPr lang="en-AU" sz="1300" dirty="0">
                <a:solidFill>
                  <a:srgbClr val="005C87"/>
                </a:solidFill>
                <a:latin typeface="Arial"/>
              </a:rPr>
              <a:t>Top 6 banks </a:t>
            </a:r>
            <a:r>
              <a:rPr lang="en-AU" sz="1300" dirty="0" smtClean="0">
                <a:solidFill>
                  <a:srgbClr val="005C87"/>
                </a:solidFill>
                <a:latin typeface="Arial"/>
              </a:rPr>
              <a:t>, FY’12 with market share and ranking for  FY’11 and FY’10</a:t>
            </a:r>
            <a:endParaRPr lang="en-AU" sz="1300" dirty="0">
              <a:solidFill>
                <a:srgbClr val="005C87"/>
              </a:solidFill>
              <a:latin typeface="Arial"/>
            </a:endParaRPr>
          </a:p>
        </p:txBody>
      </p:sp>
      <p:pic>
        <p:nvPicPr>
          <p:cNvPr id="1027" name="Picture 3"/>
          <p:cNvPicPr>
            <a:picLocks noChangeAspect="1" noChangeArrowheads="1"/>
          </p:cNvPicPr>
          <p:nvPr/>
        </p:nvPicPr>
        <p:blipFill>
          <a:blip r:embed="rId3" cstate="print"/>
          <a:srcRect/>
          <a:stretch>
            <a:fillRect/>
          </a:stretch>
        </p:blipFill>
        <p:spPr bwMode="auto">
          <a:xfrm>
            <a:off x="428852" y="2110856"/>
            <a:ext cx="4600390" cy="1911319"/>
          </a:xfrm>
          <a:prstGeom prst="rect">
            <a:avLst/>
          </a:prstGeom>
          <a:noFill/>
          <a:ln w="9525">
            <a:noFill/>
            <a:miter lim="800000"/>
            <a:headEnd/>
            <a:tailEnd/>
          </a:ln>
          <a:effectLst/>
        </p:spPr>
      </p:pic>
      <p:pic>
        <p:nvPicPr>
          <p:cNvPr id="1029" name="Picture 5"/>
          <p:cNvPicPr>
            <a:picLocks noChangeAspect="1" noChangeArrowheads="1"/>
          </p:cNvPicPr>
          <p:nvPr/>
        </p:nvPicPr>
        <p:blipFill>
          <a:blip r:embed="rId4" cstate="print"/>
          <a:srcRect/>
          <a:stretch>
            <a:fillRect/>
          </a:stretch>
        </p:blipFill>
        <p:spPr bwMode="auto">
          <a:xfrm>
            <a:off x="439991" y="4967330"/>
            <a:ext cx="4600390" cy="1869312"/>
          </a:xfrm>
          <a:prstGeom prst="rect">
            <a:avLst/>
          </a:prstGeom>
          <a:noFill/>
          <a:ln w="9525">
            <a:noFill/>
            <a:miter lim="800000"/>
            <a:headEnd/>
            <a:tailEnd/>
          </a:ln>
          <a:effectLst/>
        </p:spPr>
      </p:pic>
      <p:pic>
        <p:nvPicPr>
          <p:cNvPr id="1030" name="Picture 6"/>
          <p:cNvPicPr>
            <a:picLocks noChangeAspect="1" noChangeArrowheads="1"/>
          </p:cNvPicPr>
          <p:nvPr/>
        </p:nvPicPr>
        <p:blipFill>
          <a:blip r:embed="rId5" cstate="print"/>
          <a:srcRect/>
          <a:stretch>
            <a:fillRect/>
          </a:stretch>
        </p:blipFill>
        <p:spPr bwMode="auto">
          <a:xfrm>
            <a:off x="5552774" y="4988333"/>
            <a:ext cx="4600390" cy="1869312"/>
          </a:xfrm>
          <a:prstGeom prst="rect">
            <a:avLst/>
          </a:prstGeom>
          <a:noFill/>
          <a:ln w="9525">
            <a:noFill/>
            <a:miter lim="800000"/>
            <a:headEnd/>
            <a:tailEnd/>
          </a:ln>
          <a:effectLst/>
        </p:spPr>
      </p:pic>
      <p:pic>
        <p:nvPicPr>
          <p:cNvPr id="2050" name="Picture 2"/>
          <p:cNvPicPr>
            <a:picLocks noChangeAspect="1" noChangeArrowheads="1"/>
          </p:cNvPicPr>
          <p:nvPr/>
        </p:nvPicPr>
        <p:blipFill>
          <a:blip r:embed="rId6" cstate="print"/>
          <a:srcRect/>
          <a:stretch>
            <a:fillRect/>
          </a:stretch>
        </p:blipFill>
        <p:spPr bwMode="auto">
          <a:xfrm>
            <a:off x="5536062" y="2079347"/>
            <a:ext cx="4611529" cy="1911319"/>
          </a:xfrm>
          <a:prstGeom prst="rect">
            <a:avLst/>
          </a:prstGeom>
          <a:noFill/>
          <a:ln w="9525">
            <a:noFill/>
            <a:miter lim="800000"/>
            <a:headEnd/>
            <a:tailEnd/>
          </a:ln>
          <a:effectLst/>
        </p:spPr>
      </p:pic>
      <p:sp>
        <p:nvSpPr>
          <p:cNvPr id="22" name="Left Brace 21"/>
          <p:cNvSpPr/>
          <p:nvPr/>
        </p:nvSpPr>
        <p:spPr bwMode="auto">
          <a:xfrm rot="5400000">
            <a:off x="8817017" y="3184771"/>
            <a:ext cx="188302" cy="352844"/>
          </a:xfrm>
          <a:prstGeom prst="leftBrace">
            <a:avLst/>
          </a:prstGeom>
          <a:noFill/>
          <a:ln w="9525" cap="flat" cmpd="sng" algn="ctr">
            <a:solidFill>
              <a:srgbClr val="005C87"/>
            </a:solidFill>
            <a:prstDash val="solid"/>
            <a:round/>
            <a:headEnd type="none" w="med" len="med"/>
            <a:tailEnd type="none" w="med" len="med"/>
          </a:ln>
          <a:effectLst/>
        </p:spPr>
        <p:txBody>
          <a:bodyPr vert="horz" wrap="square" lIns="101051" tIns="50530" rIns="101051" bIns="5053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52542">
              <a:spcBef>
                <a:spcPct val="40000"/>
              </a:spcBef>
              <a:spcAft>
                <a:spcPct val="40000"/>
              </a:spcAft>
            </a:pPr>
            <a:endParaRPr lang="en-GB" sz="1000" baseline="0" dirty="0">
              <a:solidFill>
                <a:srgbClr val="006699"/>
              </a:solidFill>
              <a:cs typeface="Arial" charset="0"/>
            </a:endParaRPr>
          </a:p>
        </p:txBody>
      </p:sp>
      <p:pic>
        <p:nvPicPr>
          <p:cNvPr id="25" name="Picture 24"/>
          <p:cNvPicPr>
            <a:picLocks noChangeAspect="1" noChangeArrowheads="1"/>
          </p:cNvPicPr>
          <p:nvPr/>
        </p:nvPicPr>
        <p:blipFill>
          <a:blip r:embed="rId7" cstate="print"/>
          <a:srcRect l="90892" t="49845" r="3643" b="41847"/>
          <a:stretch>
            <a:fillRect/>
          </a:stretch>
        </p:blipFill>
        <p:spPr bwMode="auto">
          <a:xfrm>
            <a:off x="8773704" y="3139759"/>
            <a:ext cx="252628" cy="158784"/>
          </a:xfrm>
          <a:prstGeom prst="rect">
            <a:avLst/>
          </a:prstGeom>
          <a:noFill/>
          <a:ln w="9525">
            <a:noFill/>
            <a:miter lim="800000"/>
            <a:headEnd/>
            <a:tailEnd/>
          </a:ln>
          <a:effectLst/>
        </p:spPr>
      </p:pic>
      <p:sp>
        <p:nvSpPr>
          <p:cNvPr id="33" name="Text Box 144"/>
          <p:cNvSpPr txBox="1">
            <a:spLocks noChangeArrowheads="1"/>
          </p:cNvSpPr>
          <p:nvPr/>
        </p:nvSpPr>
        <p:spPr bwMode="auto">
          <a:xfrm>
            <a:off x="1452566" y="7115153"/>
            <a:ext cx="5468937" cy="182396"/>
          </a:xfrm>
          <a:prstGeom prst="rect">
            <a:avLst/>
          </a:prstGeom>
          <a:noFill/>
          <a:ln w="9525">
            <a:noFill/>
            <a:miter lim="800000"/>
            <a:headEnd/>
            <a:tailEnd/>
          </a:ln>
        </p:spPr>
        <p:txBody>
          <a:bodyPr wrap="square" lIns="89189" tIns="44596" rIns="89189" bIns="44596" anchor="b">
            <a:spAutoFit/>
          </a:bodyPr>
          <a:lstStyle/>
          <a:p>
            <a:pPr marL="223674" indent="-223674" defTabSz="1032979">
              <a:spcBef>
                <a:spcPct val="50000"/>
              </a:spcBef>
            </a:pPr>
            <a:r>
              <a:rPr lang="en-GB" sz="600" baseline="0" dirty="0" smtClean="0">
                <a:latin typeface="Arial"/>
              </a:rPr>
              <a:t>Source: </a:t>
            </a:r>
            <a:r>
              <a:rPr lang="en-GB" sz="600" baseline="0" dirty="0" err="1" smtClean="0">
                <a:latin typeface="Arial"/>
              </a:rPr>
              <a:t>Dealogic</a:t>
            </a:r>
            <a:endParaRPr lang="en-GB" sz="600" baseline="0" dirty="0">
              <a:latin typeface="Arial"/>
            </a:endParaRPr>
          </a:p>
        </p:txBody>
      </p:sp>
      <p:sp>
        <p:nvSpPr>
          <p:cNvPr id="34" name="Text Box 144"/>
          <p:cNvSpPr txBox="1">
            <a:spLocks noChangeArrowheads="1"/>
          </p:cNvSpPr>
          <p:nvPr/>
        </p:nvSpPr>
        <p:spPr bwMode="auto">
          <a:xfrm>
            <a:off x="343158" y="4049183"/>
            <a:ext cx="4764207" cy="197785"/>
          </a:xfrm>
          <a:prstGeom prst="rect">
            <a:avLst/>
          </a:prstGeom>
          <a:noFill/>
          <a:ln w="9525">
            <a:noFill/>
            <a:miter lim="800000"/>
            <a:headEnd/>
            <a:tailEnd/>
          </a:ln>
        </p:spPr>
        <p:txBody>
          <a:bodyPr wrap="square" lIns="89189" tIns="44596" rIns="89189" bIns="44596" anchor="b">
            <a:spAutoFit/>
          </a:bodyPr>
          <a:lstStyle/>
          <a:p>
            <a:pPr marL="223674" indent="-223674" defTabSz="1032979">
              <a:spcBef>
                <a:spcPct val="50000"/>
              </a:spcBef>
            </a:pPr>
            <a:r>
              <a:rPr lang="en-US" sz="700" baseline="0" dirty="0" smtClean="0">
                <a:latin typeface="Arial"/>
              </a:rPr>
              <a:t>FY’12 SCB ranked #32 with 0.6% of market share</a:t>
            </a:r>
            <a:endParaRPr lang="en-GB" sz="700" baseline="0" dirty="0">
              <a:latin typeface="Arial"/>
            </a:endParaRPr>
          </a:p>
        </p:txBody>
      </p:sp>
      <p:sp>
        <p:nvSpPr>
          <p:cNvPr id="35" name="Text Box 144"/>
          <p:cNvSpPr txBox="1">
            <a:spLocks noChangeArrowheads="1"/>
          </p:cNvSpPr>
          <p:nvPr/>
        </p:nvSpPr>
        <p:spPr bwMode="auto">
          <a:xfrm>
            <a:off x="5440365" y="4049183"/>
            <a:ext cx="4764207" cy="197785"/>
          </a:xfrm>
          <a:prstGeom prst="rect">
            <a:avLst/>
          </a:prstGeom>
          <a:noFill/>
          <a:ln w="9525">
            <a:noFill/>
            <a:miter lim="800000"/>
            <a:headEnd/>
            <a:tailEnd/>
          </a:ln>
        </p:spPr>
        <p:txBody>
          <a:bodyPr wrap="square" lIns="89189" tIns="44596" rIns="89189" bIns="44596" anchor="b">
            <a:spAutoFit/>
          </a:bodyPr>
          <a:lstStyle/>
          <a:p>
            <a:pPr marL="223674" indent="-223674" defTabSz="1032979">
              <a:spcBef>
                <a:spcPct val="50000"/>
              </a:spcBef>
            </a:pPr>
            <a:r>
              <a:rPr lang="en-US" sz="700" baseline="0" dirty="0" smtClean="0">
                <a:latin typeface="Arial"/>
              </a:rPr>
              <a:t>FY’12 SCB ranked #7 with 2.5% of market share</a:t>
            </a:r>
            <a:endParaRPr lang="en-GB" sz="700" baseline="0" dirty="0">
              <a:latin typeface="Arial"/>
            </a:endParaRPr>
          </a:p>
        </p:txBody>
      </p:sp>
      <p:sp>
        <p:nvSpPr>
          <p:cNvPr id="36" name="TextBox 35"/>
          <p:cNvSpPr txBox="1"/>
          <p:nvPr/>
        </p:nvSpPr>
        <p:spPr>
          <a:xfrm>
            <a:off x="8353428" y="199023"/>
            <a:ext cx="1549397" cy="338554"/>
          </a:xfrm>
          <a:prstGeom prst="rect">
            <a:avLst/>
          </a:prstGeom>
          <a:solidFill>
            <a:srgbClr val="E6E7E8"/>
          </a:solidFill>
        </p:spPr>
        <p:txBody>
          <a:bodyPr wrap="square" rtlCol="0">
            <a:spAutoFit/>
          </a:bodyPr>
          <a:lstStyle/>
          <a:p>
            <a:pPr algn="ctr"/>
            <a:r>
              <a:rPr lang="en-US" sz="1600" baseline="0" dirty="0" smtClean="0">
                <a:solidFill>
                  <a:srgbClr val="FF0000"/>
                </a:solidFill>
              </a:rPr>
              <a:t>TO </a:t>
            </a:r>
            <a:r>
              <a:rPr lang="en-US" sz="1600" baseline="0" dirty="0" smtClean="0">
                <a:solidFill>
                  <a:srgbClr val="FF0000"/>
                </a:solidFill>
              </a:rPr>
              <a:t>UPDATE</a:t>
            </a:r>
            <a:endParaRPr lang="en-GB" sz="1600" dirty="0">
              <a:solidFill>
                <a:srgbClr val="FF0000"/>
              </a:solidFill>
            </a:endParaRPr>
          </a:p>
        </p:txBody>
      </p:sp>
    </p:spTree>
  </p:cSld>
  <p:clrMapOvr>
    <a:masterClrMapping/>
  </p:clrMapOvr>
  <p:transition spd="med"/>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14"/>
          <p:cNvSpPr>
            <a:spLocks noGrp="1" noChangeArrowheads="1"/>
          </p:cNvSpPr>
          <p:nvPr>
            <p:ph type="title" idx="4294967295"/>
          </p:nvPr>
        </p:nvSpPr>
        <p:spPr/>
        <p:txBody>
          <a:bodyPr/>
          <a:lstStyle/>
          <a:p>
            <a:pPr eaLnBrk="1" hangingPunct="1"/>
            <a:r>
              <a:rPr lang="en-GB" sz="2200" dirty="0" smtClean="0"/>
              <a:t>M&amp;A – </a:t>
            </a:r>
            <a:r>
              <a:rPr lang="en-GB" sz="2200" dirty="0" err="1" smtClean="0"/>
              <a:t>Bookrunner</a:t>
            </a:r>
            <a:r>
              <a:rPr lang="en-GB" sz="2200" dirty="0" smtClean="0"/>
              <a:t> Parent Q1’13 </a:t>
            </a:r>
            <a:r>
              <a:rPr lang="en-GB" sz="2200" dirty="0" smtClean="0"/>
              <a:t>market overview</a:t>
            </a:r>
          </a:p>
        </p:txBody>
      </p:sp>
      <p:sp>
        <p:nvSpPr>
          <p:cNvPr id="44038" name="Rectangle 3"/>
          <p:cNvSpPr>
            <a:spLocks noChangeArrowheads="1"/>
          </p:cNvSpPr>
          <p:nvPr/>
        </p:nvSpPr>
        <p:spPr bwMode="auto">
          <a:xfrm>
            <a:off x="7536143" y="2070084"/>
            <a:ext cx="2725456" cy="4727451"/>
          </a:xfrm>
          <a:prstGeom prst="rect">
            <a:avLst/>
          </a:prstGeom>
          <a:noFill/>
          <a:ln w="9525">
            <a:noFill/>
            <a:miter lim="800000"/>
            <a:headEnd/>
            <a:tailEnd/>
          </a:ln>
        </p:spPr>
        <p:txBody>
          <a:bodyPr lIns="0" tIns="0" rIns="0" bIns="0"/>
          <a:lstStyle/>
          <a:p>
            <a:pPr marL="304639" lvl="1" indent="-303052" defTabSz="1042436">
              <a:spcBef>
                <a:spcPct val="30000"/>
              </a:spcBef>
              <a:spcAft>
                <a:spcPct val="20000"/>
              </a:spcAft>
              <a:buClr>
                <a:srgbClr val="22AA47"/>
              </a:buClr>
              <a:buSzPct val="110000"/>
              <a:buFont typeface="Wingdings" pitchFamily="2" charset="2"/>
              <a:buChar char="§"/>
            </a:pPr>
            <a:r>
              <a:rPr lang="en-US" sz="1400" baseline="0" dirty="0" smtClean="0">
                <a:solidFill>
                  <a:srgbClr val="005C87"/>
                </a:solidFill>
                <a:latin typeface="Arial"/>
              </a:rPr>
              <a:t>Q1’13 Global M&amp;A volume increased +18% </a:t>
            </a:r>
            <a:r>
              <a:rPr lang="en-US" sz="1400" baseline="0" dirty="0" err="1" smtClean="0">
                <a:solidFill>
                  <a:srgbClr val="005C87"/>
                </a:solidFill>
                <a:latin typeface="Arial"/>
              </a:rPr>
              <a:t>YoY</a:t>
            </a:r>
            <a:r>
              <a:rPr lang="en-US" sz="1400" baseline="0" dirty="0" smtClean="0">
                <a:solidFill>
                  <a:srgbClr val="005C87"/>
                </a:solidFill>
                <a:latin typeface="Arial"/>
              </a:rPr>
              <a:t> to $690.3bn (driven by three competing deals for Dell), while deal numbers were lower -26% </a:t>
            </a:r>
            <a:r>
              <a:rPr lang="en-US" sz="1400" baseline="0" dirty="0" err="1" smtClean="0">
                <a:solidFill>
                  <a:srgbClr val="005C87"/>
                </a:solidFill>
                <a:latin typeface="Arial"/>
              </a:rPr>
              <a:t>YoY</a:t>
            </a:r>
            <a:r>
              <a:rPr lang="en-US" sz="1400" baseline="0" dirty="0" smtClean="0">
                <a:solidFill>
                  <a:srgbClr val="005C87"/>
                </a:solidFill>
                <a:latin typeface="Arial"/>
              </a:rPr>
              <a:t>.</a:t>
            </a:r>
          </a:p>
          <a:p>
            <a:pPr marL="304639" lvl="1" indent="-303052" defTabSz="1042436">
              <a:spcBef>
                <a:spcPct val="30000"/>
              </a:spcBef>
              <a:spcAft>
                <a:spcPct val="20000"/>
              </a:spcAft>
              <a:buClr>
                <a:srgbClr val="22AA47"/>
              </a:buClr>
              <a:buSzPct val="110000"/>
              <a:buFont typeface="Wingdings" pitchFamily="2" charset="2"/>
              <a:buChar char="§"/>
            </a:pPr>
            <a:r>
              <a:rPr lang="en-US" sz="1400" baseline="0" dirty="0" smtClean="0">
                <a:solidFill>
                  <a:srgbClr val="FF0000"/>
                </a:solidFill>
                <a:latin typeface="Arial"/>
              </a:rPr>
              <a:t>Q1’12 was the weakest first quarter since 2003 and the third successive quarter of decline, decreasing -8% </a:t>
            </a:r>
            <a:r>
              <a:rPr lang="en-US" sz="1400" baseline="0" dirty="0" err="1" smtClean="0">
                <a:solidFill>
                  <a:srgbClr val="FF0000"/>
                </a:solidFill>
                <a:latin typeface="Arial"/>
              </a:rPr>
              <a:t>QoQ</a:t>
            </a:r>
            <a:r>
              <a:rPr lang="en-US" sz="1400" baseline="0" dirty="0" smtClean="0">
                <a:solidFill>
                  <a:srgbClr val="FF0000"/>
                </a:solidFill>
                <a:latin typeface="Arial"/>
              </a:rPr>
              <a:t>.</a:t>
            </a:r>
          </a:p>
          <a:p>
            <a:pPr marL="304639" lvl="1" indent="-303052" defTabSz="1042436">
              <a:spcBef>
                <a:spcPct val="30000"/>
              </a:spcBef>
              <a:spcAft>
                <a:spcPct val="20000"/>
              </a:spcAft>
              <a:buClr>
                <a:srgbClr val="22AA47"/>
              </a:buClr>
              <a:buSzPct val="110000"/>
              <a:buFont typeface="Wingdings" pitchFamily="2" charset="2"/>
              <a:buChar char="§"/>
            </a:pPr>
            <a:r>
              <a:rPr lang="en-US" sz="1400" baseline="0" dirty="0" smtClean="0">
                <a:solidFill>
                  <a:srgbClr val="005C87"/>
                </a:solidFill>
                <a:latin typeface="Arial"/>
              </a:rPr>
              <a:t>The Americas was the only region to see a </a:t>
            </a:r>
            <a:r>
              <a:rPr lang="en-US" sz="1400" baseline="0" dirty="0" err="1" smtClean="0">
                <a:solidFill>
                  <a:srgbClr val="005C87"/>
                </a:solidFill>
                <a:latin typeface="Arial"/>
              </a:rPr>
              <a:t>YoY</a:t>
            </a:r>
            <a:r>
              <a:rPr lang="en-US" sz="1400" baseline="0" dirty="0" smtClean="0">
                <a:solidFill>
                  <a:srgbClr val="005C87"/>
                </a:solidFill>
                <a:latin typeface="Arial"/>
              </a:rPr>
              <a:t> increase (+58%)  to $391.1bn in Q1’13. </a:t>
            </a:r>
          </a:p>
          <a:p>
            <a:pPr marL="304639" lvl="1" indent="-303052" defTabSz="1042436">
              <a:spcBef>
                <a:spcPct val="30000"/>
              </a:spcBef>
              <a:spcAft>
                <a:spcPct val="20000"/>
              </a:spcAft>
              <a:buClr>
                <a:srgbClr val="22AA47"/>
              </a:buClr>
              <a:buSzPct val="110000"/>
              <a:buFont typeface="Wingdings" pitchFamily="2" charset="2"/>
              <a:buChar char="§"/>
            </a:pPr>
            <a:r>
              <a:rPr lang="en-US" sz="1400" baseline="0" dirty="0" smtClean="0">
                <a:solidFill>
                  <a:srgbClr val="FF0000"/>
                </a:solidFill>
                <a:latin typeface="Arial"/>
              </a:rPr>
              <a:t>North America region had the highest volume of M&amp;A activity in Q1’12 accounting for 39% of  total volume followed by Western Europe and APAC with 30% and 23% respectively.</a:t>
            </a:r>
          </a:p>
          <a:p>
            <a:pPr marL="304639" lvl="1" indent="-303052" defTabSz="1042436">
              <a:spcBef>
                <a:spcPct val="30000"/>
              </a:spcBef>
              <a:spcAft>
                <a:spcPct val="20000"/>
              </a:spcAft>
              <a:buClr>
                <a:srgbClr val="22AA47"/>
              </a:buClr>
              <a:buSzPct val="110000"/>
              <a:buFont typeface="Wingdings" pitchFamily="2" charset="2"/>
              <a:buChar char="§"/>
            </a:pPr>
            <a:r>
              <a:rPr lang="en-US" sz="1400" baseline="0" dirty="0" smtClean="0">
                <a:solidFill>
                  <a:srgbClr val="FF0000"/>
                </a:solidFill>
                <a:latin typeface="Arial"/>
              </a:rPr>
              <a:t>Basic Materials was the most active sector in Q1’12 primarily driven by </a:t>
            </a:r>
            <a:r>
              <a:rPr lang="en-US" sz="1400" baseline="0" dirty="0" err="1" smtClean="0">
                <a:solidFill>
                  <a:srgbClr val="FF0000"/>
                </a:solidFill>
                <a:latin typeface="Arial"/>
              </a:rPr>
              <a:t>Glencore</a:t>
            </a:r>
            <a:r>
              <a:rPr lang="en-US" sz="1400" baseline="0" dirty="0" smtClean="0">
                <a:solidFill>
                  <a:srgbClr val="FF0000"/>
                </a:solidFill>
                <a:latin typeface="Arial"/>
              </a:rPr>
              <a:t>.</a:t>
            </a:r>
          </a:p>
        </p:txBody>
      </p:sp>
      <p:sp>
        <p:nvSpPr>
          <p:cNvPr id="44039" name="Rectangle 39"/>
          <p:cNvSpPr>
            <a:spLocks noChangeArrowheads="1"/>
          </p:cNvSpPr>
          <p:nvPr/>
        </p:nvSpPr>
        <p:spPr bwMode="auto">
          <a:xfrm>
            <a:off x="7536145" y="1395413"/>
            <a:ext cx="2707995" cy="468312"/>
          </a:xfrm>
          <a:prstGeom prst="rect">
            <a:avLst/>
          </a:prstGeom>
          <a:noFill/>
          <a:ln w="9525">
            <a:noFill/>
            <a:miter lim="800000"/>
            <a:headEnd/>
            <a:tailEnd/>
          </a:ln>
        </p:spPr>
        <p:txBody>
          <a:bodyPr lIns="0" tIns="0" rIns="0" bIns="0"/>
          <a:lstStyle/>
          <a:p>
            <a:pPr defTabSz="1042436">
              <a:spcBef>
                <a:spcPct val="40000"/>
              </a:spcBef>
              <a:spcAft>
                <a:spcPct val="20000"/>
              </a:spcAft>
              <a:buClr>
                <a:srgbClr val="005C87"/>
              </a:buClr>
            </a:pPr>
            <a:r>
              <a:rPr lang="en-AU" sz="1300" b="1" baseline="0" dirty="0" smtClean="0">
                <a:solidFill>
                  <a:srgbClr val="005C87"/>
                </a:solidFill>
                <a:latin typeface="Arial"/>
              </a:rPr>
              <a:t>Highlights</a:t>
            </a:r>
            <a:endParaRPr lang="en-AU" sz="1300" baseline="0" dirty="0">
              <a:solidFill>
                <a:srgbClr val="005C87"/>
              </a:solidFill>
              <a:latin typeface="Arial"/>
            </a:endParaRPr>
          </a:p>
        </p:txBody>
      </p:sp>
      <p:sp>
        <p:nvSpPr>
          <p:cNvPr id="44047" name="Line 30"/>
          <p:cNvSpPr>
            <a:spLocks noChangeShapeType="1"/>
          </p:cNvSpPr>
          <p:nvPr/>
        </p:nvSpPr>
        <p:spPr bwMode="auto">
          <a:xfrm>
            <a:off x="7540886" y="1974850"/>
            <a:ext cx="2739763" cy="1588"/>
          </a:xfrm>
          <a:prstGeom prst="line">
            <a:avLst/>
          </a:prstGeom>
          <a:noFill/>
          <a:ln w="9525">
            <a:solidFill>
              <a:schemeClr val="accent1"/>
            </a:solidFill>
            <a:round/>
            <a:headEnd/>
            <a:tailEnd/>
          </a:ln>
        </p:spPr>
        <p:txBody>
          <a:bodyPr lIns="91392" tIns="45696" rIns="91392" bIns="45696"/>
          <a:lstStyle/>
          <a:p>
            <a:pPr defTabSz="1042872"/>
            <a:endParaRPr lang="en-US" dirty="0">
              <a:latin typeface="Arial"/>
            </a:endParaRPr>
          </a:p>
        </p:txBody>
      </p:sp>
      <p:sp>
        <p:nvSpPr>
          <p:cNvPr id="44036" name="Rectangle 39"/>
          <p:cNvSpPr>
            <a:spLocks noChangeArrowheads="1"/>
          </p:cNvSpPr>
          <p:nvPr/>
        </p:nvSpPr>
        <p:spPr bwMode="auto">
          <a:xfrm>
            <a:off x="374493" y="1395413"/>
            <a:ext cx="3305396" cy="468312"/>
          </a:xfrm>
          <a:prstGeom prst="rect">
            <a:avLst/>
          </a:prstGeom>
          <a:noFill/>
          <a:ln w="9525">
            <a:noFill/>
            <a:miter lim="800000"/>
            <a:headEnd/>
            <a:tailEnd/>
          </a:ln>
        </p:spPr>
        <p:txBody>
          <a:bodyPr lIns="0" tIns="0" rIns="0" bIns="0"/>
          <a:lstStyle/>
          <a:p>
            <a:pPr defTabSz="1042436">
              <a:spcBef>
                <a:spcPct val="40000"/>
              </a:spcBef>
              <a:spcAft>
                <a:spcPct val="20000"/>
              </a:spcAft>
              <a:buClr>
                <a:srgbClr val="005C87"/>
              </a:buClr>
            </a:pPr>
            <a:r>
              <a:rPr lang="en-AU" sz="1300" b="1" baseline="0" dirty="0" smtClean="0">
                <a:solidFill>
                  <a:srgbClr val="005C87"/>
                </a:solidFill>
                <a:latin typeface="Arial"/>
              </a:rPr>
              <a:t>Global M&amp;A</a:t>
            </a:r>
            <a:endParaRPr lang="en-AU" sz="1300" b="1" baseline="0" dirty="0">
              <a:solidFill>
                <a:srgbClr val="005C87"/>
              </a:solidFill>
              <a:latin typeface="Arial"/>
            </a:endParaRPr>
          </a:p>
          <a:p>
            <a:pPr defTabSz="1042436">
              <a:spcBef>
                <a:spcPct val="40000"/>
              </a:spcBef>
              <a:spcAft>
                <a:spcPct val="20000"/>
              </a:spcAft>
              <a:buClr>
                <a:srgbClr val="005C87"/>
              </a:buClr>
            </a:pPr>
            <a:r>
              <a:rPr lang="en-AU" baseline="0" dirty="0" smtClean="0">
                <a:solidFill>
                  <a:srgbClr val="005C87"/>
                </a:solidFill>
                <a:latin typeface="Arial"/>
              </a:rPr>
              <a:t>Quarterly Deal Values (</a:t>
            </a:r>
            <a:r>
              <a:rPr lang="en-AU" baseline="0" dirty="0" err="1" smtClean="0">
                <a:solidFill>
                  <a:srgbClr val="005C87"/>
                </a:solidFill>
                <a:latin typeface="Arial"/>
              </a:rPr>
              <a:t>US$bn</a:t>
            </a:r>
            <a:r>
              <a:rPr lang="en-AU" baseline="0" dirty="0" smtClean="0">
                <a:solidFill>
                  <a:srgbClr val="005C87"/>
                </a:solidFill>
                <a:latin typeface="Arial"/>
              </a:rPr>
              <a:t>) (Q1’10-Q1’13), No. Of Deals (#)</a:t>
            </a:r>
            <a:endParaRPr lang="en-AU" baseline="0" dirty="0">
              <a:solidFill>
                <a:srgbClr val="005C87"/>
              </a:solidFill>
              <a:latin typeface="Arial"/>
            </a:endParaRPr>
          </a:p>
        </p:txBody>
      </p:sp>
      <p:sp>
        <p:nvSpPr>
          <p:cNvPr id="44037" name="Line 31"/>
          <p:cNvSpPr>
            <a:spLocks noChangeShapeType="1"/>
          </p:cNvSpPr>
          <p:nvPr/>
        </p:nvSpPr>
        <p:spPr bwMode="auto">
          <a:xfrm>
            <a:off x="374652" y="1969659"/>
            <a:ext cx="3314915" cy="0"/>
          </a:xfrm>
          <a:prstGeom prst="line">
            <a:avLst/>
          </a:prstGeom>
          <a:noFill/>
          <a:ln w="9525">
            <a:solidFill>
              <a:schemeClr val="accent1"/>
            </a:solidFill>
            <a:round/>
            <a:headEnd/>
            <a:tailEnd/>
          </a:ln>
        </p:spPr>
        <p:txBody>
          <a:bodyPr lIns="91392" tIns="45696" rIns="91392" bIns="45696"/>
          <a:lstStyle/>
          <a:p>
            <a:pPr defTabSz="1042872"/>
            <a:endParaRPr lang="en-US" dirty="0">
              <a:latin typeface="Arial"/>
            </a:endParaRPr>
          </a:p>
        </p:txBody>
      </p:sp>
      <p:sp>
        <p:nvSpPr>
          <p:cNvPr id="17" name="Line 31"/>
          <p:cNvSpPr>
            <a:spLocks noChangeShapeType="1"/>
          </p:cNvSpPr>
          <p:nvPr/>
        </p:nvSpPr>
        <p:spPr bwMode="auto">
          <a:xfrm>
            <a:off x="3941644" y="1969659"/>
            <a:ext cx="3314915" cy="0"/>
          </a:xfrm>
          <a:prstGeom prst="line">
            <a:avLst/>
          </a:prstGeom>
          <a:noFill/>
          <a:ln w="9525">
            <a:solidFill>
              <a:srgbClr val="22AA47"/>
            </a:solidFill>
            <a:round/>
            <a:headEnd/>
            <a:tailEnd/>
          </a:ln>
        </p:spPr>
        <p:txBody>
          <a:bodyPr lIns="91392" tIns="45696" rIns="91392" bIns="45696"/>
          <a:lstStyle/>
          <a:p>
            <a:pPr defTabSz="1042872"/>
            <a:endParaRPr lang="en-US" dirty="0">
              <a:latin typeface="Arial"/>
            </a:endParaRPr>
          </a:p>
        </p:txBody>
      </p:sp>
      <p:sp>
        <p:nvSpPr>
          <p:cNvPr id="19" name="Rectangle 39"/>
          <p:cNvSpPr>
            <a:spLocks noChangeArrowheads="1"/>
          </p:cNvSpPr>
          <p:nvPr/>
        </p:nvSpPr>
        <p:spPr bwMode="auto">
          <a:xfrm>
            <a:off x="3922426" y="1398867"/>
            <a:ext cx="3305396" cy="468312"/>
          </a:xfrm>
          <a:prstGeom prst="rect">
            <a:avLst/>
          </a:prstGeom>
          <a:noFill/>
          <a:ln w="9525">
            <a:noFill/>
            <a:miter lim="800000"/>
            <a:headEnd/>
            <a:tailEnd/>
          </a:ln>
        </p:spPr>
        <p:txBody>
          <a:bodyPr lIns="0" tIns="0" rIns="0" bIns="0"/>
          <a:lstStyle/>
          <a:p>
            <a:pPr defTabSz="1042436">
              <a:spcBef>
                <a:spcPct val="40000"/>
              </a:spcBef>
              <a:spcAft>
                <a:spcPct val="20000"/>
              </a:spcAft>
              <a:buClr>
                <a:srgbClr val="005C87"/>
              </a:buClr>
            </a:pPr>
            <a:r>
              <a:rPr lang="en-AU" sz="1300" b="1" baseline="0" dirty="0" smtClean="0">
                <a:solidFill>
                  <a:srgbClr val="005C87"/>
                </a:solidFill>
                <a:latin typeface="Arial"/>
              </a:rPr>
              <a:t>Emerging Markets M&amp;A</a:t>
            </a:r>
            <a:endParaRPr lang="en-AU" sz="1300" b="1" baseline="0" dirty="0">
              <a:solidFill>
                <a:srgbClr val="005C87"/>
              </a:solidFill>
              <a:latin typeface="Arial"/>
            </a:endParaRPr>
          </a:p>
          <a:p>
            <a:pPr defTabSz="1042436">
              <a:spcBef>
                <a:spcPct val="40000"/>
              </a:spcBef>
              <a:spcAft>
                <a:spcPct val="20000"/>
              </a:spcAft>
              <a:buClr>
                <a:srgbClr val="005C87"/>
              </a:buClr>
            </a:pPr>
            <a:r>
              <a:rPr lang="en-AU" baseline="0" dirty="0" smtClean="0">
                <a:solidFill>
                  <a:srgbClr val="005C87"/>
                </a:solidFill>
                <a:latin typeface="Arial"/>
              </a:rPr>
              <a:t>Quarterly Deal Values (</a:t>
            </a:r>
            <a:r>
              <a:rPr lang="en-AU" baseline="0" dirty="0" err="1" smtClean="0">
                <a:solidFill>
                  <a:srgbClr val="005C87"/>
                </a:solidFill>
                <a:latin typeface="Arial"/>
              </a:rPr>
              <a:t>US$bn</a:t>
            </a:r>
            <a:r>
              <a:rPr lang="en-AU" baseline="0" dirty="0" smtClean="0">
                <a:solidFill>
                  <a:srgbClr val="005C87"/>
                </a:solidFill>
                <a:latin typeface="Arial"/>
              </a:rPr>
              <a:t>) (Q1’10-Q1’13), No. Of Deals (#)</a:t>
            </a:r>
            <a:endParaRPr lang="en-AU" baseline="0" dirty="0">
              <a:solidFill>
                <a:srgbClr val="005C87"/>
              </a:solidFill>
              <a:latin typeface="Arial"/>
            </a:endParaRPr>
          </a:p>
        </p:txBody>
      </p:sp>
      <p:grpSp>
        <p:nvGrpSpPr>
          <p:cNvPr id="2" name="Group 20"/>
          <p:cNvGrpSpPr/>
          <p:nvPr/>
        </p:nvGrpSpPr>
        <p:grpSpPr>
          <a:xfrm>
            <a:off x="361189" y="4191772"/>
            <a:ext cx="6853328" cy="574247"/>
            <a:chOff x="320231" y="1265627"/>
            <a:chExt cx="5860328" cy="520837"/>
          </a:xfrm>
        </p:grpSpPr>
        <p:sp>
          <p:nvSpPr>
            <p:cNvPr id="22" name="Rectangle 39"/>
            <p:cNvSpPr>
              <a:spLocks noChangeArrowheads="1"/>
            </p:cNvSpPr>
            <p:nvPr/>
          </p:nvSpPr>
          <p:spPr bwMode="auto">
            <a:xfrm>
              <a:off x="320231" y="1265627"/>
              <a:ext cx="2826467" cy="424755"/>
            </a:xfrm>
            <a:prstGeom prst="rect">
              <a:avLst/>
            </a:prstGeom>
            <a:noFill/>
            <a:ln w="9525">
              <a:noFill/>
              <a:miter lim="800000"/>
              <a:headEnd/>
              <a:tailEnd/>
            </a:ln>
          </p:spPr>
          <p:txBody>
            <a:bodyPr lIns="0" tIns="0" rIns="0" bIns="0"/>
            <a:lstStyle/>
            <a:p>
              <a:pPr defTabSz="1042436">
                <a:spcBef>
                  <a:spcPct val="40000"/>
                </a:spcBef>
                <a:spcAft>
                  <a:spcPct val="20000"/>
                </a:spcAft>
                <a:buClr>
                  <a:srgbClr val="005C87"/>
                </a:buClr>
              </a:pPr>
              <a:r>
                <a:rPr lang="en-AU" sz="1300" b="1" baseline="0" dirty="0" smtClean="0">
                  <a:solidFill>
                    <a:srgbClr val="005C87"/>
                  </a:solidFill>
                  <a:latin typeface="Arial"/>
                </a:rPr>
                <a:t>Asia (ex- Japan, Australia, China) M&amp;A</a:t>
              </a:r>
              <a:endParaRPr lang="en-AU" sz="1300" b="1" baseline="0" dirty="0">
                <a:solidFill>
                  <a:srgbClr val="005C87"/>
                </a:solidFill>
                <a:latin typeface="Arial"/>
              </a:endParaRPr>
            </a:p>
            <a:p>
              <a:pPr defTabSz="1042436">
                <a:spcBef>
                  <a:spcPct val="40000"/>
                </a:spcBef>
                <a:spcAft>
                  <a:spcPct val="20000"/>
                </a:spcAft>
                <a:buClr>
                  <a:srgbClr val="005C87"/>
                </a:buClr>
              </a:pPr>
              <a:r>
                <a:rPr lang="en-AU" baseline="0" dirty="0" smtClean="0">
                  <a:solidFill>
                    <a:srgbClr val="005C87"/>
                  </a:solidFill>
                  <a:latin typeface="Arial"/>
                </a:rPr>
                <a:t>Quarterly Deal Values (</a:t>
              </a:r>
              <a:r>
                <a:rPr lang="en-AU" baseline="0" dirty="0" err="1" smtClean="0">
                  <a:solidFill>
                    <a:srgbClr val="005C87"/>
                  </a:solidFill>
                  <a:latin typeface="Arial"/>
                </a:rPr>
                <a:t>US$bn</a:t>
              </a:r>
              <a:r>
                <a:rPr lang="en-AU" baseline="0" dirty="0" smtClean="0">
                  <a:solidFill>
                    <a:srgbClr val="005C87"/>
                  </a:solidFill>
                  <a:latin typeface="Arial"/>
                </a:rPr>
                <a:t>) (Q1’10-Q1’13), No. Of Deals (#)</a:t>
              </a:r>
              <a:endParaRPr lang="en-AU" baseline="0" dirty="0">
                <a:solidFill>
                  <a:srgbClr val="005C87"/>
                </a:solidFill>
                <a:latin typeface="Arial"/>
              </a:endParaRPr>
            </a:p>
          </p:txBody>
        </p:sp>
        <p:sp>
          <p:nvSpPr>
            <p:cNvPr id="23" name="Line 31"/>
            <p:cNvSpPr>
              <a:spLocks noChangeShapeType="1"/>
            </p:cNvSpPr>
            <p:nvPr/>
          </p:nvSpPr>
          <p:spPr bwMode="auto">
            <a:xfrm>
              <a:off x="320366" y="1786464"/>
              <a:ext cx="2834607" cy="0"/>
            </a:xfrm>
            <a:prstGeom prst="line">
              <a:avLst/>
            </a:prstGeom>
            <a:noFill/>
            <a:ln w="9525">
              <a:solidFill>
                <a:schemeClr val="accent1"/>
              </a:solidFill>
              <a:round/>
              <a:headEnd/>
              <a:tailEnd/>
            </a:ln>
          </p:spPr>
          <p:txBody>
            <a:bodyPr lIns="80133" tIns="40067" rIns="80133" bIns="40067"/>
            <a:lstStyle/>
            <a:p>
              <a:pPr defTabSz="1042872"/>
              <a:endParaRPr lang="en-US" dirty="0">
                <a:latin typeface="Arial"/>
              </a:endParaRPr>
            </a:p>
          </p:txBody>
        </p:sp>
        <p:sp>
          <p:nvSpPr>
            <p:cNvPr id="24" name="Line 31"/>
            <p:cNvSpPr>
              <a:spLocks noChangeShapeType="1"/>
            </p:cNvSpPr>
            <p:nvPr/>
          </p:nvSpPr>
          <p:spPr bwMode="auto">
            <a:xfrm>
              <a:off x="3337592" y="1786464"/>
              <a:ext cx="2834607" cy="0"/>
            </a:xfrm>
            <a:prstGeom prst="line">
              <a:avLst/>
            </a:prstGeom>
            <a:noFill/>
            <a:ln w="9525">
              <a:solidFill>
                <a:schemeClr val="accent1"/>
              </a:solidFill>
              <a:round/>
              <a:headEnd/>
              <a:tailEnd/>
            </a:ln>
          </p:spPr>
          <p:txBody>
            <a:bodyPr lIns="80133" tIns="40067" rIns="80133" bIns="40067"/>
            <a:lstStyle/>
            <a:p>
              <a:pPr defTabSz="1042872"/>
              <a:endParaRPr lang="en-US" dirty="0">
                <a:latin typeface="Arial"/>
              </a:endParaRPr>
            </a:p>
          </p:txBody>
        </p:sp>
        <p:sp>
          <p:nvSpPr>
            <p:cNvPr id="25" name="Rectangle 39"/>
            <p:cNvSpPr>
              <a:spLocks noChangeArrowheads="1"/>
            </p:cNvSpPr>
            <p:nvPr/>
          </p:nvSpPr>
          <p:spPr bwMode="auto">
            <a:xfrm>
              <a:off x="3354092" y="1268760"/>
              <a:ext cx="2826467" cy="424755"/>
            </a:xfrm>
            <a:prstGeom prst="rect">
              <a:avLst/>
            </a:prstGeom>
            <a:noFill/>
            <a:ln w="9525">
              <a:noFill/>
              <a:miter lim="800000"/>
              <a:headEnd/>
              <a:tailEnd/>
            </a:ln>
          </p:spPr>
          <p:txBody>
            <a:bodyPr lIns="0" tIns="0" rIns="0" bIns="0"/>
            <a:lstStyle/>
            <a:p>
              <a:pPr defTabSz="1042436">
                <a:spcBef>
                  <a:spcPct val="40000"/>
                </a:spcBef>
                <a:spcAft>
                  <a:spcPct val="20000"/>
                </a:spcAft>
                <a:buClr>
                  <a:srgbClr val="005C87"/>
                </a:buClr>
              </a:pPr>
              <a:r>
                <a:rPr lang="en-AU" sz="1300" b="1" baseline="0" dirty="0" smtClean="0">
                  <a:solidFill>
                    <a:srgbClr val="005C87"/>
                  </a:solidFill>
                  <a:latin typeface="Arial"/>
                </a:rPr>
                <a:t>Middle East M&amp;A</a:t>
              </a:r>
              <a:endParaRPr lang="en-AU" sz="1300" b="1" baseline="0" dirty="0">
                <a:solidFill>
                  <a:srgbClr val="005C87"/>
                </a:solidFill>
                <a:latin typeface="Arial"/>
              </a:endParaRPr>
            </a:p>
            <a:p>
              <a:pPr defTabSz="1042436">
                <a:spcBef>
                  <a:spcPct val="40000"/>
                </a:spcBef>
                <a:spcAft>
                  <a:spcPct val="20000"/>
                </a:spcAft>
                <a:buClr>
                  <a:srgbClr val="005C87"/>
                </a:buClr>
              </a:pPr>
              <a:r>
                <a:rPr lang="en-AU" baseline="0" dirty="0" smtClean="0">
                  <a:solidFill>
                    <a:srgbClr val="005C87"/>
                  </a:solidFill>
                  <a:latin typeface="Arial"/>
                </a:rPr>
                <a:t>Quarterly Deal Values (</a:t>
              </a:r>
              <a:r>
                <a:rPr lang="en-AU" baseline="0" dirty="0" err="1" smtClean="0">
                  <a:solidFill>
                    <a:srgbClr val="005C87"/>
                  </a:solidFill>
                  <a:latin typeface="Arial"/>
                </a:rPr>
                <a:t>US$bn</a:t>
              </a:r>
              <a:r>
                <a:rPr lang="en-AU" baseline="0" dirty="0" smtClean="0">
                  <a:solidFill>
                    <a:srgbClr val="005C87"/>
                  </a:solidFill>
                  <a:latin typeface="Arial"/>
                </a:rPr>
                <a:t>) (Q1’10-Q1’13), No. Of Deals (#)</a:t>
              </a:r>
              <a:endParaRPr lang="en-AU" baseline="0" dirty="0">
                <a:solidFill>
                  <a:srgbClr val="005C87"/>
                </a:solidFill>
                <a:latin typeface="Arial"/>
              </a:endParaRPr>
            </a:p>
          </p:txBody>
        </p:sp>
      </p:grpSp>
      <p:sp>
        <p:nvSpPr>
          <p:cNvPr id="30" name="Text Box 144"/>
          <p:cNvSpPr txBox="1">
            <a:spLocks noChangeArrowheads="1"/>
          </p:cNvSpPr>
          <p:nvPr/>
        </p:nvSpPr>
        <p:spPr bwMode="auto">
          <a:xfrm>
            <a:off x="1452566" y="7143317"/>
            <a:ext cx="5468937" cy="184585"/>
          </a:xfrm>
          <a:prstGeom prst="rect">
            <a:avLst/>
          </a:prstGeom>
          <a:noFill/>
          <a:ln w="9525">
            <a:noFill/>
            <a:miter lim="800000"/>
            <a:headEnd/>
            <a:tailEnd/>
          </a:ln>
        </p:spPr>
        <p:txBody>
          <a:bodyPr lIns="91360" tIns="45680" rIns="91360" bIns="45680" anchor="b">
            <a:spAutoFit/>
          </a:bodyPr>
          <a:lstStyle/>
          <a:p>
            <a:pPr defTabSz="1042872">
              <a:spcBef>
                <a:spcPct val="50000"/>
              </a:spcBef>
            </a:pPr>
            <a:r>
              <a:rPr lang="en-GB" sz="600" baseline="0" dirty="0" smtClean="0">
                <a:latin typeface="Arial"/>
              </a:rPr>
              <a:t>Source: </a:t>
            </a:r>
            <a:r>
              <a:rPr lang="en-GB" sz="600" baseline="0" dirty="0" err="1" smtClean="0">
                <a:latin typeface="Arial"/>
              </a:rPr>
              <a:t>Dealogic</a:t>
            </a:r>
            <a:endParaRPr lang="en-GB" sz="600" baseline="0" dirty="0">
              <a:latin typeface="Arial"/>
            </a:endParaRPr>
          </a:p>
        </p:txBody>
      </p:sp>
      <p:pic>
        <p:nvPicPr>
          <p:cNvPr id="1030" name="Picture 6"/>
          <p:cNvPicPr>
            <a:picLocks noChangeAspect="1" noChangeArrowheads="1"/>
          </p:cNvPicPr>
          <p:nvPr/>
        </p:nvPicPr>
        <p:blipFill>
          <a:blip r:embed="rId3" cstate="print"/>
          <a:srcRect/>
          <a:stretch>
            <a:fillRect/>
          </a:stretch>
        </p:blipFill>
        <p:spPr bwMode="auto">
          <a:xfrm>
            <a:off x="317500" y="2113396"/>
            <a:ext cx="3381375" cy="1943100"/>
          </a:xfrm>
          <a:prstGeom prst="rect">
            <a:avLst/>
          </a:prstGeom>
          <a:noFill/>
          <a:ln w="9525">
            <a:noFill/>
            <a:miter lim="800000"/>
            <a:headEnd/>
            <a:tailEnd/>
          </a:ln>
          <a:effectLst/>
        </p:spPr>
      </p:pic>
      <p:pic>
        <p:nvPicPr>
          <p:cNvPr id="1031" name="Picture 7"/>
          <p:cNvPicPr>
            <a:picLocks noChangeAspect="1" noChangeArrowheads="1"/>
          </p:cNvPicPr>
          <p:nvPr/>
        </p:nvPicPr>
        <p:blipFill>
          <a:blip r:embed="rId4" cstate="print"/>
          <a:srcRect/>
          <a:stretch>
            <a:fillRect/>
          </a:stretch>
        </p:blipFill>
        <p:spPr bwMode="auto">
          <a:xfrm>
            <a:off x="3908872" y="2113396"/>
            <a:ext cx="3381375" cy="1905000"/>
          </a:xfrm>
          <a:prstGeom prst="rect">
            <a:avLst/>
          </a:prstGeom>
          <a:noFill/>
          <a:ln w="9525">
            <a:noFill/>
            <a:miter lim="800000"/>
            <a:headEnd/>
            <a:tailEnd/>
          </a:ln>
          <a:effectLst/>
        </p:spPr>
      </p:pic>
      <p:pic>
        <p:nvPicPr>
          <p:cNvPr id="1032" name="Picture 8"/>
          <p:cNvPicPr>
            <a:picLocks noChangeAspect="1" noChangeArrowheads="1"/>
          </p:cNvPicPr>
          <p:nvPr/>
        </p:nvPicPr>
        <p:blipFill>
          <a:blip r:embed="rId5" cstate="print"/>
          <a:srcRect/>
          <a:stretch>
            <a:fillRect/>
          </a:stretch>
        </p:blipFill>
        <p:spPr bwMode="auto">
          <a:xfrm>
            <a:off x="317500" y="4924801"/>
            <a:ext cx="3390900" cy="1905000"/>
          </a:xfrm>
          <a:prstGeom prst="rect">
            <a:avLst/>
          </a:prstGeom>
          <a:noFill/>
          <a:ln w="9525">
            <a:noFill/>
            <a:miter lim="800000"/>
            <a:headEnd/>
            <a:tailEnd/>
          </a:ln>
          <a:effectLst/>
        </p:spPr>
      </p:pic>
      <p:pic>
        <p:nvPicPr>
          <p:cNvPr id="1033" name="Picture 9"/>
          <p:cNvPicPr>
            <a:picLocks noChangeAspect="1" noChangeArrowheads="1"/>
          </p:cNvPicPr>
          <p:nvPr/>
        </p:nvPicPr>
        <p:blipFill>
          <a:blip r:embed="rId6" cstate="print"/>
          <a:srcRect/>
          <a:stretch>
            <a:fillRect/>
          </a:stretch>
        </p:blipFill>
        <p:spPr bwMode="auto">
          <a:xfrm>
            <a:off x="3908872" y="4924801"/>
            <a:ext cx="3390900" cy="1857375"/>
          </a:xfrm>
          <a:prstGeom prst="rect">
            <a:avLst/>
          </a:prstGeom>
          <a:noFill/>
          <a:ln w="9525">
            <a:noFill/>
            <a:miter lim="800000"/>
            <a:headEnd/>
            <a:tailEnd/>
          </a:ln>
          <a:effectLst/>
        </p:spPr>
      </p:pic>
      <p:sp>
        <p:nvSpPr>
          <p:cNvPr id="21" name="TextBox 20"/>
          <p:cNvSpPr txBox="1"/>
          <p:nvPr/>
        </p:nvSpPr>
        <p:spPr>
          <a:xfrm>
            <a:off x="8353428" y="199023"/>
            <a:ext cx="1549397" cy="584775"/>
          </a:xfrm>
          <a:prstGeom prst="rect">
            <a:avLst/>
          </a:prstGeom>
          <a:solidFill>
            <a:srgbClr val="E6E7E8"/>
          </a:solidFill>
        </p:spPr>
        <p:txBody>
          <a:bodyPr wrap="square" rtlCol="0">
            <a:spAutoFit/>
          </a:bodyPr>
          <a:lstStyle/>
          <a:p>
            <a:pPr algn="ctr"/>
            <a:r>
              <a:rPr lang="en-US" sz="1600" baseline="0" dirty="0" smtClean="0">
                <a:solidFill>
                  <a:srgbClr val="FF0000"/>
                </a:solidFill>
              </a:rPr>
              <a:t>TO </a:t>
            </a:r>
            <a:r>
              <a:rPr lang="en-US" sz="1600" baseline="0" dirty="0" smtClean="0">
                <a:solidFill>
                  <a:srgbClr val="FF0000"/>
                </a:solidFill>
              </a:rPr>
              <a:t>UPDATE TEXT</a:t>
            </a:r>
            <a:endParaRPr lang="en-GB" sz="1600" dirty="0">
              <a:solidFill>
                <a:srgbClr val="FF0000"/>
              </a:solidFill>
            </a:endParaRPr>
          </a:p>
        </p:txBody>
      </p:sp>
    </p:spTree>
  </p:cSld>
  <p:clrMapOvr>
    <a:masterClrMapping/>
  </p:clrMapOvr>
  <p:transition spd="med"/>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39"/>
          <p:cNvSpPr>
            <a:spLocks noChangeArrowheads="1"/>
          </p:cNvSpPr>
          <p:nvPr/>
        </p:nvSpPr>
        <p:spPr bwMode="auto">
          <a:xfrm>
            <a:off x="380184" y="1235918"/>
            <a:ext cx="4719507" cy="468312"/>
          </a:xfrm>
          <a:prstGeom prst="rect">
            <a:avLst/>
          </a:prstGeom>
          <a:noFill/>
          <a:ln w="9525">
            <a:noFill/>
            <a:miter lim="800000"/>
            <a:headEnd/>
            <a:tailEnd/>
          </a:ln>
        </p:spPr>
        <p:txBody>
          <a:bodyPr lIns="0" tIns="0" rIns="0" bIns="0"/>
          <a:lstStyle/>
          <a:p>
            <a:pPr defTabSz="1042436">
              <a:spcBef>
                <a:spcPct val="40000"/>
              </a:spcBef>
              <a:spcAft>
                <a:spcPct val="20000"/>
              </a:spcAft>
              <a:buClr>
                <a:srgbClr val="005C87"/>
              </a:buClr>
            </a:pPr>
            <a:r>
              <a:rPr lang="en-AU" sz="1300" b="1" baseline="0" dirty="0" smtClean="0">
                <a:solidFill>
                  <a:srgbClr val="005C87"/>
                </a:solidFill>
                <a:latin typeface="Arial"/>
              </a:rPr>
              <a:t>Global M&amp;A</a:t>
            </a:r>
            <a:r>
              <a:rPr lang="en-AU" sz="1300" b="1" baseline="30000" dirty="0" smtClean="0">
                <a:solidFill>
                  <a:srgbClr val="005C87"/>
                </a:solidFill>
                <a:latin typeface="Arial"/>
              </a:rPr>
              <a:t>1</a:t>
            </a:r>
            <a:endParaRPr lang="en-AU" sz="1300" b="1" baseline="30000" dirty="0">
              <a:solidFill>
                <a:srgbClr val="005C87"/>
              </a:solidFill>
              <a:latin typeface="Arial"/>
            </a:endParaRPr>
          </a:p>
          <a:p>
            <a:pPr defTabSz="1042436">
              <a:spcBef>
                <a:spcPct val="40000"/>
              </a:spcBef>
              <a:spcAft>
                <a:spcPct val="20000"/>
              </a:spcAft>
              <a:buClr>
                <a:srgbClr val="005C87"/>
              </a:buClr>
            </a:pPr>
            <a:r>
              <a:rPr lang="en-US" baseline="0" dirty="0" smtClean="0"/>
              <a:t>Top 6 banks, Q1’13 with market share and ranking for Q1’12, Q1’11 and Q1’10</a:t>
            </a:r>
            <a:endParaRPr lang="en-AU" baseline="0" dirty="0" smtClean="0">
              <a:solidFill>
                <a:srgbClr val="005C87"/>
              </a:solidFill>
              <a:latin typeface="Arial"/>
            </a:endParaRPr>
          </a:p>
        </p:txBody>
      </p:sp>
      <p:sp>
        <p:nvSpPr>
          <p:cNvPr id="44037" name="Line 31"/>
          <p:cNvSpPr>
            <a:spLocks noChangeShapeType="1"/>
          </p:cNvSpPr>
          <p:nvPr/>
        </p:nvSpPr>
        <p:spPr bwMode="auto">
          <a:xfrm>
            <a:off x="380410" y="1746367"/>
            <a:ext cx="4733099" cy="0"/>
          </a:xfrm>
          <a:prstGeom prst="line">
            <a:avLst/>
          </a:prstGeom>
          <a:noFill/>
          <a:ln w="9525">
            <a:solidFill>
              <a:schemeClr val="accent1"/>
            </a:solidFill>
            <a:round/>
            <a:headEnd/>
            <a:tailEnd/>
          </a:ln>
        </p:spPr>
        <p:txBody>
          <a:bodyPr lIns="80133" tIns="40067" rIns="80133" bIns="40067"/>
          <a:lstStyle/>
          <a:p>
            <a:pPr defTabSz="1042872"/>
            <a:endParaRPr lang="en-US" dirty="0">
              <a:latin typeface="Arial"/>
            </a:endParaRPr>
          </a:p>
        </p:txBody>
      </p:sp>
      <p:sp>
        <p:nvSpPr>
          <p:cNvPr id="22" name="Rectangle 39"/>
          <p:cNvSpPr>
            <a:spLocks noChangeArrowheads="1"/>
          </p:cNvSpPr>
          <p:nvPr/>
        </p:nvSpPr>
        <p:spPr bwMode="auto">
          <a:xfrm>
            <a:off x="361189" y="4053541"/>
            <a:ext cx="4719507" cy="468312"/>
          </a:xfrm>
          <a:prstGeom prst="rect">
            <a:avLst/>
          </a:prstGeom>
          <a:noFill/>
          <a:ln w="9525">
            <a:noFill/>
            <a:miter lim="800000"/>
            <a:headEnd/>
            <a:tailEnd/>
          </a:ln>
        </p:spPr>
        <p:txBody>
          <a:bodyPr lIns="0" tIns="0" rIns="0" bIns="0"/>
          <a:lstStyle/>
          <a:p>
            <a:pPr defTabSz="1042436">
              <a:spcBef>
                <a:spcPct val="40000"/>
              </a:spcBef>
              <a:spcAft>
                <a:spcPct val="20000"/>
              </a:spcAft>
              <a:buClr>
                <a:srgbClr val="005C87"/>
              </a:buClr>
            </a:pPr>
            <a:r>
              <a:rPr lang="en-AU" sz="1300" b="1" baseline="0" dirty="0" smtClean="0">
                <a:solidFill>
                  <a:srgbClr val="005C87"/>
                </a:solidFill>
                <a:latin typeface="Arial"/>
              </a:rPr>
              <a:t>Asia (ex- Japan, Australia and China) M&amp;A</a:t>
            </a:r>
            <a:r>
              <a:rPr lang="en-AU" sz="1300" b="1" baseline="30000" dirty="0" smtClean="0">
                <a:solidFill>
                  <a:srgbClr val="005C87"/>
                </a:solidFill>
                <a:latin typeface="Arial"/>
              </a:rPr>
              <a:t>1</a:t>
            </a:r>
            <a:endParaRPr lang="en-AU" sz="1300" b="1" baseline="0" dirty="0" smtClean="0">
              <a:solidFill>
                <a:srgbClr val="005C87"/>
              </a:solidFill>
              <a:latin typeface="Arial"/>
            </a:endParaRPr>
          </a:p>
          <a:p>
            <a:pPr defTabSz="1042436">
              <a:spcBef>
                <a:spcPct val="40000"/>
              </a:spcBef>
              <a:spcAft>
                <a:spcPct val="20000"/>
              </a:spcAft>
              <a:buClr>
                <a:srgbClr val="005C87"/>
              </a:buClr>
            </a:pPr>
            <a:r>
              <a:rPr lang="en-US" baseline="0" dirty="0" smtClean="0"/>
              <a:t>Top 6 banks, Q1’13 with market share and ranking for Q1’12, Q1’11 and Q1’10</a:t>
            </a:r>
            <a:endParaRPr lang="en-AU" baseline="0" dirty="0" smtClean="0">
              <a:solidFill>
                <a:srgbClr val="005C87"/>
              </a:solidFill>
              <a:latin typeface="Arial"/>
            </a:endParaRPr>
          </a:p>
        </p:txBody>
      </p:sp>
      <p:sp>
        <p:nvSpPr>
          <p:cNvPr id="23" name="Line 31"/>
          <p:cNvSpPr>
            <a:spLocks noChangeShapeType="1"/>
          </p:cNvSpPr>
          <p:nvPr/>
        </p:nvSpPr>
        <p:spPr bwMode="auto">
          <a:xfrm>
            <a:off x="361414" y="4563990"/>
            <a:ext cx="4733099" cy="0"/>
          </a:xfrm>
          <a:prstGeom prst="line">
            <a:avLst/>
          </a:prstGeom>
          <a:noFill/>
          <a:ln w="9525">
            <a:solidFill>
              <a:schemeClr val="accent1"/>
            </a:solidFill>
            <a:round/>
            <a:headEnd/>
            <a:tailEnd/>
          </a:ln>
        </p:spPr>
        <p:txBody>
          <a:bodyPr lIns="80133" tIns="40067" rIns="80133" bIns="40067"/>
          <a:lstStyle/>
          <a:p>
            <a:pPr defTabSz="1042872"/>
            <a:endParaRPr lang="en-US" dirty="0">
              <a:latin typeface="Arial"/>
            </a:endParaRPr>
          </a:p>
        </p:txBody>
      </p:sp>
      <p:sp>
        <p:nvSpPr>
          <p:cNvPr id="44035" name="Rectangle 14"/>
          <p:cNvSpPr>
            <a:spLocks noGrp="1" noChangeArrowheads="1"/>
          </p:cNvSpPr>
          <p:nvPr>
            <p:ph type="title" idx="4294967295"/>
          </p:nvPr>
        </p:nvSpPr>
        <p:spPr/>
        <p:txBody>
          <a:bodyPr/>
          <a:lstStyle/>
          <a:p>
            <a:pPr eaLnBrk="1" hangingPunct="1"/>
            <a:r>
              <a:rPr lang="en-GB" sz="2200" dirty="0" smtClean="0"/>
              <a:t>M&amp;A – Q1’13 top banks by region</a:t>
            </a:r>
          </a:p>
        </p:txBody>
      </p:sp>
      <p:sp>
        <p:nvSpPr>
          <p:cNvPr id="17" name="Line 31"/>
          <p:cNvSpPr>
            <a:spLocks noChangeShapeType="1"/>
          </p:cNvSpPr>
          <p:nvPr/>
        </p:nvSpPr>
        <p:spPr bwMode="auto">
          <a:xfrm>
            <a:off x="5522018" y="1746367"/>
            <a:ext cx="4733099" cy="0"/>
          </a:xfrm>
          <a:prstGeom prst="line">
            <a:avLst/>
          </a:prstGeom>
          <a:noFill/>
          <a:ln w="9525">
            <a:solidFill>
              <a:schemeClr val="accent1"/>
            </a:solidFill>
            <a:round/>
            <a:headEnd/>
            <a:tailEnd/>
          </a:ln>
        </p:spPr>
        <p:txBody>
          <a:bodyPr lIns="80133" tIns="40067" rIns="80133" bIns="40067"/>
          <a:lstStyle/>
          <a:p>
            <a:pPr defTabSz="1042872"/>
            <a:endParaRPr lang="en-US" dirty="0">
              <a:latin typeface="Arial"/>
            </a:endParaRPr>
          </a:p>
        </p:txBody>
      </p:sp>
      <p:sp>
        <p:nvSpPr>
          <p:cNvPr id="19" name="Rectangle 39"/>
          <p:cNvSpPr>
            <a:spLocks noChangeArrowheads="1"/>
          </p:cNvSpPr>
          <p:nvPr/>
        </p:nvSpPr>
        <p:spPr bwMode="auto">
          <a:xfrm>
            <a:off x="5494579" y="1239372"/>
            <a:ext cx="4719508" cy="468312"/>
          </a:xfrm>
          <a:prstGeom prst="rect">
            <a:avLst/>
          </a:prstGeom>
          <a:noFill/>
          <a:ln w="9525">
            <a:noFill/>
            <a:miter lim="800000"/>
            <a:headEnd/>
            <a:tailEnd/>
          </a:ln>
        </p:spPr>
        <p:txBody>
          <a:bodyPr lIns="0" tIns="0" rIns="0" bIns="0"/>
          <a:lstStyle/>
          <a:p>
            <a:pPr defTabSz="1042436">
              <a:spcBef>
                <a:spcPct val="40000"/>
              </a:spcBef>
              <a:spcAft>
                <a:spcPct val="20000"/>
              </a:spcAft>
              <a:buClr>
                <a:srgbClr val="005C87"/>
              </a:buClr>
            </a:pPr>
            <a:r>
              <a:rPr lang="en-AU" sz="1300" b="1" baseline="0" dirty="0" smtClean="0">
                <a:solidFill>
                  <a:srgbClr val="005C87"/>
                </a:solidFill>
                <a:latin typeface="Arial"/>
              </a:rPr>
              <a:t>Emerging Markets M&amp;A</a:t>
            </a:r>
            <a:r>
              <a:rPr lang="en-AU" sz="1300" b="1" baseline="30000" dirty="0" smtClean="0">
                <a:solidFill>
                  <a:srgbClr val="005C87"/>
                </a:solidFill>
                <a:latin typeface="Arial"/>
              </a:rPr>
              <a:t>1</a:t>
            </a:r>
            <a:endParaRPr lang="en-AU" sz="1300" b="1" baseline="0" dirty="0">
              <a:solidFill>
                <a:srgbClr val="005C87"/>
              </a:solidFill>
              <a:latin typeface="Arial"/>
            </a:endParaRPr>
          </a:p>
          <a:p>
            <a:pPr defTabSz="1042436">
              <a:spcBef>
                <a:spcPct val="40000"/>
              </a:spcBef>
              <a:spcAft>
                <a:spcPct val="20000"/>
              </a:spcAft>
              <a:buClr>
                <a:srgbClr val="005C87"/>
              </a:buClr>
            </a:pPr>
            <a:r>
              <a:rPr lang="en-AU" baseline="0" dirty="0" smtClean="0">
                <a:solidFill>
                  <a:srgbClr val="005C87"/>
                </a:solidFill>
                <a:latin typeface="Arial"/>
              </a:rPr>
              <a:t>Top 6 banks, Q1’13</a:t>
            </a:r>
            <a:r>
              <a:rPr lang="en-US" baseline="0" dirty="0" smtClean="0"/>
              <a:t> with market share and ranking for Q1’12, Q1’11 and Q1’10</a:t>
            </a:r>
            <a:endParaRPr lang="en-AU" baseline="0" dirty="0" smtClean="0">
              <a:solidFill>
                <a:srgbClr val="005C87"/>
              </a:solidFill>
              <a:latin typeface="Arial"/>
            </a:endParaRPr>
          </a:p>
        </p:txBody>
      </p:sp>
      <p:sp>
        <p:nvSpPr>
          <p:cNvPr id="24" name="Line 31"/>
          <p:cNvSpPr>
            <a:spLocks noChangeShapeType="1"/>
          </p:cNvSpPr>
          <p:nvPr/>
        </p:nvSpPr>
        <p:spPr bwMode="auto">
          <a:xfrm>
            <a:off x="5448033" y="4563990"/>
            <a:ext cx="4733099" cy="0"/>
          </a:xfrm>
          <a:prstGeom prst="line">
            <a:avLst/>
          </a:prstGeom>
          <a:noFill/>
          <a:ln w="9525">
            <a:solidFill>
              <a:schemeClr val="accent1"/>
            </a:solidFill>
            <a:round/>
            <a:headEnd/>
            <a:tailEnd/>
          </a:ln>
        </p:spPr>
        <p:txBody>
          <a:bodyPr lIns="80133" tIns="40067" rIns="80133" bIns="40067"/>
          <a:lstStyle/>
          <a:p>
            <a:pPr defTabSz="1042872"/>
            <a:endParaRPr lang="en-US" dirty="0">
              <a:latin typeface="Arial"/>
            </a:endParaRPr>
          </a:p>
        </p:txBody>
      </p:sp>
      <p:sp>
        <p:nvSpPr>
          <p:cNvPr id="25" name="Rectangle 39"/>
          <p:cNvSpPr>
            <a:spLocks noChangeArrowheads="1"/>
          </p:cNvSpPr>
          <p:nvPr/>
        </p:nvSpPr>
        <p:spPr bwMode="auto">
          <a:xfrm>
            <a:off x="5475584" y="4056996"/>
            <a:ext cx="4719508" cy="468312"/>
          </a:xfrm>
          <a:prstGeom prst="rect">
            <a:avLst/>
          </a:prstGeom>
          <a:noFill/>
          <a:ln w="9525">
            <a:noFill/>
            <a:miter lim="800000"/>
            <a:headEnd/>
            <a:tailEnd/>
          </a:ln>
        </p:spPr>
        <p:txBody>
          <a:bodyPr lIns="0" tIns="0" rIns="0" bIns="0"/>
          <a:lstStyle/>
          <a:p>
            <a:pPr defTabSz="1042436">
              <a:spcBef>
                <a:spcPct val="40000"/>
              </a:spcBef>
              <a:spcAft>
                <a:spcPct val="20000"/>
              </a:spcAft>
              <a:buClr>
                <a:srgbClr val="005C87"/>
              </a:buClr>
            </a:pPr>
            <a:r>
              <a:rPr lang="en-AU" sz="1300" b="1" baseline="0" dirty="0" smtClean="0">
                <a:solidFill>
                  <a:srgbClr val="005C87"/>
                </a:solidFill>
                <a:latin typeface="Arial"/>
              </a:rPr>
              <a:t>Middle East M&amp;A</a:t>
            </a:r>
            <a:r>
              <a:rPr lang="en-AU" sz="1300" b="1" baseline="30000" dirty="0" smtClean="0">
                <a:solidFill>
                  <a:srgbClr val="005C87"/>
                </a:solidFill>
                <a:latin typeface="Arial"/>
              </a:rPr>
              <a:t>1</a:t>
            </a:r>
            <a:endParaRPr lang="en-AU" sz="1300" b="1" baseline="0" dirty="0" smtClean="0">
              <a:solidFill>
                <a:srgbClr val="005C87"/>
              </a:solidFill>
              <a:latin typeface="Arial"/>
            </a:endParaRPr>
          </a:p>
          <a:p>
            <a:pPr defTabSz="1042436">
              <a:spcBef>
                <a:spcPct val="40000"/>
              </a:spcBef>
              <a:spcAft>
                <a:spcPct val="20000"/>
              </a:spcAft>
              <a:buClr>
                <a:srgbClr val="005C87"/>
              </a:buClr>
            </a:pPr>
            <a:r>
              <a:rPr lang="en-AU" baseline="0" dirty="0" smtClean="0">
                <a:solidFill>
                  <a:srgbClr val="005C87"/>
                </a:solidFill>
                <a:latin typeface="Arial"/>
              </a:rPr>
              <a:t>Top 6 banks, Q1’13, with market share and ranking for Q1’12, Q1’11 and Q1’10</a:t>
            </a:r>
          </a:p>
        </p:txBody>
      </p:sp>
      <p:sp>
        <p:nvSpPr>
          <p:cNvPr id="30" name="Text Box 144"/>
          <p:cNvSpPr txBox="1">
            <a:spLocks noChangeArrowheads="1"/>
          </p:cNvSpPr>
          <p:nvPr/>
        </p:nvSpPr>
        <p:spPr bwMode="auto">
          <a:xfrm>
            <a:off x="1452566" y="6866317"/>
            <a:ext cx="5468937" cy="461584"/>
          </a:xfrm>
          <a:prstGeom prst="rect">
            <a:avLst/>
          </a:prstGeom>
          <a:noFill/>
          <a:ln w="9525">
            <a:noFill/>
            <a:miter lim="800000"/>
            <a:headEnd/>
            <a:tailEnd/>
          </a:ln>
        </p:spPr>
        <p:txBody>
          <a:bodyPr lIns="91360" tIns="45680" rIns="91360" bIns="45680" anchor="b">
            <a:spAutoFit/>
          </a:bodyPr>
          <a:lstStyle/>
          <a:p>
            <a:pPr defTabSz="1042872">
              <a:spcBef>
                <a:spcPct val="50000"/>
              </a:spcBef>
            </a:pPr>
            <a:r>
              <a:rPr lang="en-GB" sz="600" baseline="0" dirty="0" smtClean="0">
                <a:latin typeface="Arial"/>
              </a:rPr>
              <a:t>Source: </a:t>
            </a:r>
            <a:r>
              <a:rPr lang="en-GB" sz="600" baseline="0" dirty="0" err="1" smtClean="0">
                <a:latin typeface="Arial"/>
              </a:rPr>
              <a:t>Dealogic</a:t>
            </a:r>
            <a:endParaRPr lang="en-GB" sz="600" baseline="0" dirty="0" smtClean="0">
              <a:latin typeface="Arial"/>
            </a:endParaRPr>
          </a:p>
          <a:p>
            <a:pPr defTabSz="1042872">
              <a:spcBef>
                <a:spcPct val="50000"/>
              </a:spcBef>
            </a:pPr>
            <a:r>
              <a:rPr lang="en-AU" baseline="30000" dirty="0" smtClean="0">
                <a:solidFill>
                  <a:srgbClr val="005C87"/>
                </a:solidFill>
                <a:latin typeface="Arial"/>
              </a:rPr>
              <a:t>1 </a:t>
            </a:r>
            <a:r>
              <a:rPr lang="en-US" sz="600" baseline="0" dirty="0" smtClean="0">
                <a:latin typeface="Arial"/>
              </a:rPr>
              <a:t>Sum of market share of the Top 6 banks is greater than 100% as a deal includes more than one financial advisor</a:t>
            </a:r>
          </a:p>
          <a:p>
            <a:pPr defTabSz="1042872">
              <a:spcBef>
                <a:spcPct val="50000"/>
              </a:spcBef>
            </a:pPr>
            <a:r>
              <a:rPr lang="en-US" baseline="30000" dirty="0" smtClean="0">
                <a:latin typeface="Arial"/>
              </a:rPr>
              <a:t>2</a:t>
            </a:r>
            <a:r>
              <a:rPr lang="en-US" sz="600" baseline="0" dirty="0" smtClean="0">
                <a:latin typeface="Arial"/>
              </a:rPr>
              <a:t> National Bank of Abu Dhabi</a:t>
            </a:r>
            <a:endParaRPr lang="en-AU" b="1" baseline="30000" dirty="0" smtClean="0">
              <a:solidFill>
                <a:srgbClr val="005C87"/>
              </a:solidFill>
              <a:latin typeface="Arial"/>
            </a:endParaRPr>
          </a:p>
        </p:txBody>
      </p:sp>
      <p:pic>
        <p:nvPicPr>
          <p:cNvPr id="2057" name="Picture 9"/>
          <p:cNvPicPr>
            <a:picLocks noChangeAspect="1" noChangeArrowheads="1"/>
          </p:cNvPicPr>
          <p:nvPr/>
        </p:nvPicPr>
        <p:blipFill>
          <a:blip r:embed="rId3" cstate="print"/>
          <a:srcRect/>
          <a:stretch>
            <a:fillRect/>
          </a:stretch>
        </p:blipFill>
        <p:spPr bwMode="auto">
          <a:xfrm>
            <a:off x="462557" y="1805039"/>
            <a:ext cx="4543425" cy="2000250"/>
          </a:xfrm>
          <a:prstGeom prst="rect">
            <a:avLst/>
          </a:prstGeom>
          <a:noFill/>
          <a:ln w="9525">
            <a:noFill/>
            <a:miter lim="800000"/>
            <a:headEnd/>
            <a:tailEnd/>
          </a:ln>
          <a:effectLst/>
        </p:spPr>
      </p:pic>
      <p:pic>
        <p:nvPicPr>
          <p:cNvPr id="2059" name="Picture 11"/>
          <p:cNvPicPr>
            <a:picLocks noChangeAspect="1" noChangeArrowheads="1"/>
          </p:cNvPicPr>
          <p:nvPr/>
        </p:nvPicPr>
        <p:blipFill>
          <a:blip r:embed="rId4" cstate="print"/>
          <a:srcRect/>
          <a:stretch>
            <a:fillRect/>
          </a:stretch>
        </p:blipFill>
        <p:spPr bwMode="auto">
          <a:xfrm>
            <a:off x="5605463" y="1805039"/>
            <a:ext cx="4543425" cy="2000250"/>
          </a:xfrm>
          <a:prstGeom prst="rect">
            <a:avLst/>
          </a:prstGeom>
          <a:noFill/>
          <a:ln w="9525">
            <a:noFill/>
            <a:miter lim="800000"/>
            <a:headEnd/>
            <a:tailEnd/>
          </a:ln>
          <a:effectLst/>
        </p:spPr>
      </p:pic>
      <p:pic>
        <p:nvPicPr>
          <p:cNvPr id="2060" name="Picture 12"/>
          <p:cNvPicPr>
            <a:picLocks noChangeAspect="1" noChangeArrowheads="1"/>
          </p:cNvPicPr>
          <p:nvPr/>
        </p:nvPicPr>
        <p:blipFill>
          <a:blip r:embed="rId5" cstate="print"/>
          <a:srcRect/>
          <a:stretch>
            <a:fillRect/>
          </a:stretch>
        </p:blipFill>
        <p:spPr bwMode="auto">
          <a:xfrm>
            <a:off x="462557" y="4626417"/>
            <a:ext cx="4543425" cy="2000250"/>
          </a:xfrm>
          <a:prstGeom prst="rect">
            <a:avLst/>
          </a:prstGeom>
          <a:noFill/>
          <a:ln w="9525">
            <a:noFill/>
            <a:miter lim="800000"/>
            <a:headEnd/>
            <a:tailEnd/>
          </a:ln>
          <a:effectLst/>
        </p:spPr>
      </p:pic>
      <p:pic>
        <p:nvPicPr>
          <p:cNvPr id="2062" name="Picture 14"/>
          <p:cNvPicPr>
            <a:picLocks noChangeAspect="1" noChangeArrowheads="1"/>
          </p:cNvPicPr>
          <p:nvPr/>
        </p:nvPicPr>
        <p:blipFill>
          <a:blip r:embed="rId6" cstate="print"/>
          <a:srcRect/>
          <a:stretch>
            <a:fillRect/>
          </a:stretch>
        </p:blipFill>
        <p:spPr bwMode="auto">
          <a:xfrm>
            <a:off x="5605463" y="4626417"/>
            <a:ext cx="4543425" cy="2000250"/>
          </a:xfrm>
          <a:prstGeom prst="rect">
            <a:avLst/>
          </a:prstGeom>
          <a:noFill/>
          <a:ln w="9525">
            <a:noFill/>
            <a:miter lim="800000"/>
            <a:headEnd/>
            <a:tailEnd/>
          </a:ln>
          <a:effectLst/>
        </p:spPr>
      </p:pic>
      <p:sp>
        <p:nvSpPr>
          <p:cNvPr id="36" name="TextBox 35"/>
          <p:cNvSpPr txBox="1"/>
          <p:nvPr/>
        </p:nvSpPr>
        <p:spPr>
          <a:xfrm>
            <a:off x="361189" y="3826555"/>
            <a:ext cx="4644793" cy="184666"/>
          </a:xfrm>
          <a:prstGeom prst="rect">
            <a:avLst/>
          </a:prstGeom>
          <a:noFill/>
        </p:spPr>
        <p:txBody>
          <a:bodyPr wrap="square" rtlCol="0">
            <a:spAutoFit/>
          </a:bodyPr>
          <a:lstStyle/>
          <a:p>
            <a:r>
              <a:rPr lang="en-US" b="1" dirty="0" smtClean="0"/>
              <a:t>Q1’13 SCB ranked #153 with 0.03% market share</a:t>
            </a:r>
            <a:endParaRPr lang="en-GB" b="1" dirty="0"/>
          </a:p>
        </p:txBody>
      </p:sp>
      <p:sp>
        <p:nvSpPr>
          <p:cNvPr id="37" name="TextBox 36"/>
          <p:cNvSpPr txBox="1"/>
          <p:nvPr/>
        </p:nvSpPr>
        <p:spPr>
          <a:xfrm>
            <a:off x="5605463" y="3826555"/>
            <a:ext cx="4644793" cy="184666"/>
          </a:xfrm>
          <a:prstGeom prst="rect">
            <a:avLst/>
          </a:prstGeom>
          <a:noFill/>
        </p:spPr>
        <p:txBody>
          <a:bodyPr wrap="square" rtlCol="0">
            <a:spAutoFit/>
          </a:bodyPr>
          <a:lstStyle/>
          <a:p>
            <a:r>
              <a:rPr lang="en-US" b="1" dirty="0" smtClean="0"/>
              <a:t>SCB ranking not available</a:t>
            </a:r>
            <a:endParaRPr lang="en-GB" b="1" dirty="0"/>
          </a:p>
        </p:txBody>
      </p:sp>
      <p:sp>
        <p:nvSpPr>
          <p:cNvPr id="38" name="TextBox 37"/>
          <p:cNvSpPr txBox="1"/>
          <p:nvPr/>
        </p:nvSpPr>
        <p:spPr>
          <a:xfrm>
            <a:off x="361189" y="6658566"/>
            <a:ext cx="4644793" cy="184666"/>
          </a:xfrm>
          <a:prstGeom prst="rect">
            <a:avLst/>
          </a:prstGeom>
          <a:noFill/>
        </p:spPr>
        <p:txBody>
          <a:bodyPr wrap="square" rtlCol="0">
            <a:spAutoFit/>
          </a:bodyPr>
          <a:lstStyle/>
          <a:p>
            <a:r>
              <a:rPr lang="en-US" b="1" dirty="0" smtClean="0"/>
              <a:t>SCB ranking not available</a:t>
            </a:r>
            <a:endParaRPr lang="en-GB" b="1" dirty="0"/>
          </a:p>
        </p:txBody>
      </p:sp>
      <p:sp>
        <p:nvSpPr>
          <p:cNvPr id="39" name="TextBox 38"/>
          <p:cNvSpPr txBox="1"/>
          <p:nvPr/>
        </p:nvSpPr>
        <p:spPr>
          <a:xfrm>
            <a:off x="5605463" y="6658566"/>
            <a:ext cx="4644793" cy="184666"/>
          </a:xfrm>
          <a:prstGeom prst="rect">
            <a:avLst/>
          </a:prstGeom>
          <a:noFill/>
        </p:spPr>
        <p:txBody>
          <a:bodyPr wrap="square" rtlCol="0">
            <a:spAutoFit/>
          </a:bodyPr>
          <a:lstStyle/>
          <a:p>
            <a:r>
              <a:rPr lang="en-US" b="1" dirty="0" smtClean="0"/>
              <a:t>SCB ranking not available</a:t>
            </a:r>
            <a:endParaRPr lang="en-GB" b="1" dirty="0"/>
          </a:p>
        </p:txBody>
      </p:sp>
    </p:spTree>
  </p:cSld>
  <p:clrMapOvr>
    <a:masterClrMapping/>
  </p:clrMapOvr>
  <p:transition spd="med"/>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p:cNvSpPr/>
          <p:nvPr/>
        </p:nvSpPr>
        <p:spPr bwMode="auto">
          <a:xfrm>
            <a:off x="3932596" y="4924801"/>
            <a:ext cx="3340401" cy="1919277"/>
          </a:xfrm>
          <a:prstGeom prst="rect">
            <a:avLst/>
          </a:prstGeom>
          <a:solidFill>
            <a:srgbClr val="E6E7E8"/>
          </a:solidFill>
          <a:ln w="9525" cap="flat" cmpd="sng" algn="ctr">
            <a:noFill/>
            <a:prstDash val="solid"/>
            <a:round/>
            <a:headEnd type="none" w="med" len="med"/>
            <a:tailEnd type="none" w="med" len="med"/>
          </a:ln>
          <a:effectLst/>
        </p:spPr>
        <p:txBody>
          <a:bodyPr vert="horz" wrap="square" lIns="101051" tIns="50530" rIns="101051" bIns="50530" numCol="1" rtlCol="0" anchor="t" anchorCtr="0" compatLnSpc="1">
            <a:prstTxWarp prst="textNoShape">
              <a:avLst/>
            </a:prstTxWarp>
          </a:bodyPr>
          <a:lstStyle/>
          <a:p>
            <a:pPr defTabSz="1152542">
              <a:spcBef>
                <a:spcPct val="40000"/>
              </a:spcBef>
              <a:spcAft>
                <a:spcPct val="40000"/>
              </a:spcAft>
            </a:pPr>
            <a:endParaRPr lang="en-GB" baseline="0" dirty="0">
              <a:latin typeface="Arial"/>
            </a:endParaRPr>
          </a:p>
        </p:txBody>
      </p:sp>
      <p:sp>
        <p:nvSpPr>
          <p:cNvPr id="28" name="Rectangle 27"/>
          <p:cNvSpPr/>
          <p:nvPr/>
        </p:nvSpPr>
        <p:spPr bwMode="auto">
          <a:xfrm>
            <a:off x="378348" y="4924801"/>
            <a:ext cx="3340401" cy="1919277"/>
          </a:xfrm>
          <a:prstGeom prst="rect">
            <a:avLst/>
          </a:prstGeom>
          <a:solidFill>
            <a:srgbClr val="E6E7E8"/>
          </a:solidFill>
          <a:ln w="9525" cap="flat" cmpd="sng" algn="ctr">
            <a:noFill/>
            <a:prstDash val="solid"/>
            <a:round/>
            <a:headEnd type="none" w="med" len="med"/>
            <a:tailEnd type="none" w="med" len="med"/>
          </a:ln>
          <a:effectLst/>
        </p:spPr>
        <p:txBody>
          <a:bodyPr vert="horz" wrap="square" lIns="101051" tIns="50530" rIns="101051" bIns="50530" numCol="1" rtlCol="0" anchor="t" anchorCtr="0" compatLnSpc="1">
            <a:prstTxWarp prst="textNoShape">
              <a:avLst/>
            </a:prstTxWarp>
          </a:bodyPr>
          <a:lstStyle/>
          <a:p>
            <a:pPr defTabSz="1152542">
              <a:spcBef>
                <a:spcPct val="40000"/>
              </a:spcBef>
              <a:spcAft>
                <a:spcPct val="40000"/>
              </a:spcAft>
            </a:pPr>
            <a:endParaRPr lang="en-GB" baseline="0" dirty="0">
              <a:latin typeface="Arial"/>
            </a:endParaRPr>
          </a:p>
        </p:txBody>
      </p:sp>
      <p:sp>
        <p:nvSpPr>
          <p:cNvPr id="27" name="Rectangle 26"/>
          <p:cNvSpPr/>
          <p:nvPr/>
        </p:nvSpPr>
        <p:spPr bwMode="auto">
          <a:xfrm>
            <a:off x="3928898" y="2113396"/>
            <a:ext cx="3340401" cy="1919277"/>
          </a:xfrm>
          <a:prstGeom prst="rect">
            <a:avLst/>
          </a:prstGeom>
          <a:solidFill>
            <a:srgbClr val="E6E7E8"/>
          </a:solidFill>
          <a:ln w="9525" cap="flat" cmpd="sng" algn="ctr">
            <a:noFill/>
            <a:prstDash val="solid"/>
            <a:round/>
            <a:headEnd type="none" w="med" len="med"/>
            <a:tailEnd type="none" w="med" len="med"/>
          </a:ln>
          <a:effectLst/>
        </p:spPr>
        <p:txBody>
          <a:bodyPr vert="horz" wrap="square" lIns="101051" tIns="50530" rIns="101051" bIns="50530" numCol="1" rtlCol="0" anchor="t" anchorCtr="0" compatLnSpc="1">
            <a:prstTxWarp prst="textNoShape">
              <a:avLst/>
            </a:prstTxWarp>
          </a:bodyPr>
          <a:lstStyle/>
          <a:p>
            <a:pPr defTabSz="1152542">
              <a:spcBef>
                <a:spcPct val="40000"/>
              </a:spcBef>
              <a:spcAft>
                <a:spcPct val="40000"/>
              </a:spcAft>
            </a:pPr>
            <a:endParaRPr lang="en-GB" baseline="0" dirty="0">
              <a:latin typeface="Arial"/>
            </a:endParaRPr>
          </a:p>
        </p:txBody>
      </p:sp>
      <p:sp>
        <p:nvSpPr>
          <p:cNvPr id="26" name="Rectangle 25"/>
          <p:cNvSpPr/>
          <p:nvPr/>
        </p:nvSpPr>
        <p:spPr bwMode="auto">
          <a:xfrm>
            <a:off x="374650" y="2113396"/>
            <a:ext cx="3340401" cy="1919277"/>
          </a:xfrm>
          <a:prstGeom prst="rect">
            <a:avLst/>
          </a:prstGeom>
          <a:solidFill>
            <a:srgbClr val="E6E7E8"/>
          </a:solidFill>
          <a:ln w="9525" cap="flat" cmpd="sng" algn="ctr">
            <a:noFill/>
            <a:prstDash val="solid"/>
            <a:round/>
            <a:headEnd type="none" w="med" len="med"/>
            <a:tailEnd type="none" w="med" len="med"/>
          </a:ln>
          <a:effectLst/>
        </p:spPr>
        <p:txBody>
          <a:bodyPr vert="horz" wrap="square" lIns="101051" tIns="50530" rIns="101051" bIns="50530" numCol="1" rtlCol="0" anchor="t" anchorCtr="0" compatLnSpc="1">
            <a:prstTxWarp prst="textNoShape">
              <a:avLst/>
            </a:prstTxWarp>
          </a:bodyPr>
          <a:lstStyle/>
          <a:p>
            <a:pPr defTabSz="1152542">
              <a:spcBef>
                <a:spcPct val="40000"/>
              </a:spcBef>
              <a:spcAft>
                <a:spcPct val="40000"/>
              </a:spcAft>
            </a:pPr>
            <a:endParaRPr lang="en-GB" baseline="0" dirty="0">
              <a:latin typeface="Arial"/>
            </a:endParaRPr>
          </a:p>
        </p:txBody>
      </p:sp>
      <p:sp>
        <p:nvSpPr>
          <p:cNvPr id="19" name="Rectangle 39"/>
          <p:cNvSpPr>
            <a:spLocks noChangeArrowheads="1"/>
          </p:cNvSpPr>
          <p:nvPr/>
        </p:nvSpPr>
        <p:spPr bwMode="auto">
          <a:xfrm>
            <a:off x="3948418" y="1398867"/>
            <a:ext cx="3305396" cy="468312"/>
          </a:xfrm>
          <a:prstGeom prst="rect">
            <a:avLst/>
          </a:prstGeom>
          <a:noFill/>
          <a:ln w="9525">
            <a:noFill/>
            <a:miter lim="800000"/>
            <a:headEnd/>
            <a:tailEnd/>
          </a:ln>
        </p:spPr>
        <p:txBody>
          <a:bodyPr lIns="0" tIns="0" rIns="0" bIns="0"/>
          <a:lstStyle/>
          <a:p>
            <a:pPr defTabSz="1010036">
              <a:spcBef>
                <a:spcPct val="40000"/>
              </a:spcBef>
              <a:spcAft>
                <a:spcPct val="20000"/>
              </a:spcAft>
              <a:buClr>
                <a:srgbClr val="005C87"/>
              </a:buClr>
            </a:pPr>
            <a:r>
              <a:rPr lang="en-AU" sz="2100" b="1" dirty="0">
                <a:solidFill>
                  <a:srgbClr val="005C87"/>
                </a:solidFill>
                <a:latin typeface="Arial"/>
              </a:rPr>
              <a:t>Emerging Markets ECM</a:t>
            </a:r>
          </a:p>
          <a:p>
            <a:pPr defTabSz="1010036">
              <a:spcBef>
                <a:spcPct val="40000"/>
              </a:spcBef>
              <a:spcAft>
                <a:spcPct val="20000"/>
              </a:spcAft>
              <a:buClr>
                <a:srgbClr val="005C87"/>
              </a:buClr>
            </a:pPr>
            <a:r>
              <a:rPr lang="en-AU" sz="1300" dirty="0">
                <a:solidFill>
                  <a:srgbClr val="005C87"/>
                </a:solidFill>
                <a:latin typeface="Arial"/>
              </a:rPr>
              <a:t>Quarterly Deal Values (US$bn) (</a:t>
            </a:r>
            <a:r>
              <a:rPr lang="en-AU" sz="1300" dirty="0" smtClean="0">
                <a:solidFill>
                  <a:srgbClr val="005C87"/>
                </a:solidFill>
                <a:latin typeface="Arial"/>
              </a:rPr>
              <a:t>Q1’09-Q4’12</a:t>
            </a:r>
            <a:r>
              <a:rPr lang="en-AU" sz="1300" dirty="0">
                <a:solidFill>
                  <a:srgbClr val="005C87"/>
                </a:solidFill>
                <a:latin typeface="Arial"/>
              </a:rPr>
              <a:t>) No. Of Deal #</a:t>
            </a:r>
          </a:p>
        </p:txBody>
      </p:sp>
      <p:sp>
        <p:nvSpPr>
          <p:cNvPr id="44035" name="Rectangle 14"/>
          <p:cNvSpPr>
            <a:spLocks noGrp="1" noChangeArrowheads="1"/>
          </p:cNvSpPr>
          <p:nvPr>
            <p:ph type="title" idx="4294967295"/>
          </p:nvPr>
        </p:nvSpPr>
        <p:spPr/>
        <p:txBody>
          <a:bodyPr/>
          <a:lstStyle/>
          <a:p>
            <a:pPr eaLnBrk="1" hangingPunct="1"/>
            <a:r>
              <a:rPr lang="en-GB" sz="2200" dirty="0" smtClean="0"/>
              <a:t>ECM– Bookrunner Parent FY’12 Market Overview</a:t>
            </a:r>
          </a:p>
        </p:txBody>
      </p:sp>
      <p:sp>
        <p:nvSpPr>
          <p:cNvPr id="44039" name="Rectangle 39"/>
          <p:cNvSpPr>
            <a:spLocks noChangeArrowheads="1"/>
          </p:cNvSpPr>
          <p:nvPr/>
        </p:nvSpPr>
        <p:spPr bwMode="auto">
          <a:xfrm>
            <a:off x="7536354" y="1395413"/>
            <a:ext cx="2707995" cy="468312"/>
          </a:xfrm>
          <a:prstGeom prst="rect">
            <a:avLst/>
          </a:prstGeom>
          <a:noFill/>
          <a:ln w="9525">
            <a:noFill/>
            <a:miter lim="800000"/>
            <a:headEnd/>
            <a:tailEnd/>
          </a:ln>
        </p:spPr>
        <p:txBody>
          <a:bodyPr lIns="0" tIns="0" rIns="0" bIns="0"/>
          <a:lstStyle/>
          <a:p>
            <a:pPr defTabSz="1010036">
              <a:spcBef>
                <a:spcPct val="40000"/>
              </a:spcBef>
              <a:spcAft>
                <a:spcPct val="20000"/>
              </a:spcAft>
              <a:buClr>
                <a:srgbClr val="005C87"/>
              </a:buClr>
            </a:pPr>
            <a:r>
              <a:rPr lang="en-AU" sz="1300" b="1" baseline="0" dirty="0">
                <a:solidFill>
                  <a:srgbClr val="005C87"/>
                </a:solidFill>
                <a:latin typeface="Arial"/>
              </a:rPr>
              <a:t>Highlights</a:t>
            </a:r>
            <a:endParaRPr lang="en-AU" sz="1300" baseline="0" dirty="0">
              <a:solidFill>
                <a:srgbClr val="005C87"/>
              </a:solidFill>
              <a:latin typeface="Arial"/>
            </a:endParaRPr>
          </a:p>
        </p:txBody>
      </p:sp>
      <p:sp>
        <p:nvSpPr>
          <p:cNvPr id="44047" name="Line 30"/>
          <p:cNvSpPr>
            <a:spLocks noChangeShapeType="1"/>
          </p:cNvSpPr>
          <p:nvPr/>
        </p:nvSpPr>
        <p:spPr bwMode="auto">
          <a:xfrm>
            <a:off x="7540886" y="1974850"/>
            <a:ext cx="2739763" cy="1588"/>
          </a:xfrm>
          <a:prstGeom prst="line">
            <a:avLst/>
          </a:prstGeom>
          <a:noFill/>
          <a:ln w="9525">
            <a:solidFill>
              <a:schemeClr val="accent1"/>
            </a:solidFill>
            <a:round/>
            <a:headEnd/>
            <a:tailEnd/>
          </a:ln>
        </p:spPr>
        <p:txBody>
          <a:bodyPr lIns="88539" tIns="44268" rIns="88539" bIns="44268"/>
          <a:lstStyle/>
          <a:p>
            <a:pPr defTabSz="1011696"/>
            <a:endParaRPr lang="en-US" dirty="0">
              <a:latin typeface="Arial"/>
            </a:endParaRPr>
          </a:p>
        </p:txBody>
      </p:sp>
      <p:sp>
        <p:nvSpPr>
          <p:cNvPr id="44036" name="Rectangle 39"/>
          <p:cNvSpPr>
            <a:spLocks noChangeArrowheads="1"/>
          </p:cNvSpPr>
          <p:nvPr/>
        </p:nvSpPr>
        <p:spPr bwMode="auto">
          <a:xfrm>
            <a:off x="374493" y="1395413"/>
            <a:ext cx="3305396" cy="468312"/>
          </a:xfrm>
          <a:prstGeom prst="rect">
            <a:avLst/>
          </a:prstGeom>
          <a:noFill/>
          <a:ln w="9525">
            <a:noFill/>
            <a:miter lim="800000"/>
            <a:headEnd/>
            <a:tailEnd/>
          </a:ln>
        </p:spPr>
        <p:txBody>
          <a:bodyPr lIns="0" tIns="0" rIns="0" bIns="0"/>
          <a:lstStyle/>
          <a:p>
            <a:pPr defTabSz="1010036">
              <a:spcBef>
                <a:spcPct val="40000"/>
              </a:spcBef>
              <a:spcAft>
                <a:spcPct val="20000"/>
              </a:spcAft>
              <a:buClr>
                <a:srgbClr val="005C87"/>
              </a:buClr>
            </a:pPr>
            <a:r>
              <a:rPr lang="en-AU" sz="2100" b="1" dirty="0">
                <a:solidFill>
                  <a:srgbClr val="005C87"/>
                </a:solidFill>
                <a:latin typeface="Arial"/>
              </a:rPr>
              <a:t>Global Markets ECM</a:t>
            </a:r>
          </a:p>
          <a:p>
            <a:pPr defTabSz="1010036">
              <a:spcBef>
                <a:spcPct val="40000"/>
              </a:spcBef>
              <a:spcAft>
                <a:spcPct val="20000"/>
              </a:spcAft>
              <a:buClr>
                <a:srgbClr val="005C87"/>
              </a:buClr>
            </a:pPr>
            <a:r>
              <a:rPr lang="en-AU" sz="1300" dirty="0">
                <a:solidFill>
                  <a:srgbClr val="005C87"/>
                </a:solidFill>
                <a:latin typeface="Arial"/>
              </a:rPr>
              <a:t>Quarterly Deal Values (US$bn) (</a:t>
            </a:r>
            <a:r>
              <a:rPr lang="en-AU" sz="1300" dirty="0" smtClean="0">
                <a:solidFill>
                  <a:srgbClr val="005C87"/>
                </a:solidFill>
                <a:latin typeface="Arial"/>
              </a:rPr>
              <a:t>Q1’09-Q4’12</a:t>
            </a:r>
            <a:r>
              <a:rPr lang="en-AU" sz="1300" dirty="0">
                <a:solidFill>
                  <a:srgbClr val="005C87"/>
                </a:solidFill>
                <a:latin typeface="Arial"/>
              </a:rPr>
              <a:t>) No. Of Deal #</a:t>
            </a:r>
          </a:p>
        </p:txBody>
      </p:sp>
      <p:sp>
        <p:nvSpPr>
          <p:cNvPr id="44037" name="Line 31"/>
          <p:cNvSpPr>
            <a:spLocks noChangeShapeType="1"/>
          </p:cNvSpPr>
          <p:nvPr/>
        </p:nvSpPr>
        <p:spPr bwMode="auto">
          <a:xfrm>
            <a:off x="374862" y="1969659"/>
            <a:ext cx="3314915" cy="0"/>
          </a:xfrm>
          <a:prstGeom prst="line">
            <a:avLst/>
          </a:prstGeom>
          <a:noFill/>
          <a:ln w="9525">
            <a:solidFill>
              <a:schemeClr val="accent1"/>
            </a:solidFill>
            <a:round/>
            <a:headEnd/>
            <a:tailEnd/>
          </a:ln>
        </p:spPr>
        <p:txBody>
          <a:bodyPr lIns="88539" tIns="44268" rIns="88539" bIns="44268"/>
          <a:lstStyle/>
          <a:p>
            <a:pPr defTabSz="1011696"/>
            <a:endParaRPr lang="en-US" dirty="0">
              <a:latin typeface="Arial"/>
            </a:endParaRPr>
          </a:p>
        </p:txBody>
      </p:sp>
      <p:sp>
        <p:nvSpPr>
          <p:cNvPr id="17" name="Line 31"/>
          <p:cNvSpPr>
            <a:spLocks noChangeShapeType="1"/>
          </p:cNvSpPr>
          <p:nvPr/>
        </p:nvSpPr>
        <p:spPr bwMode="auto">
          <a:xfrm>
            <a:off x="3941853" y="1969659"/>
            <a:ext cx="3314915" cy="0"/>
          </a:xfrm>
          <a:prstGeom prst="line">
            <a:avLst/>
          </a:prstGeom>
          <a:noFill/>
          <a:ln w="9525">
            <a:solidFill>
              <a:srgbClr val="22AA47"/>
            </a:solidFill>
            <a:round/>
            <a:headEnd/>
            <a:tailEnd/>
          </a:ln>
        </p:spPr>
        <p:txBody>
          <a:bodyPr lIns="88539" tIns="44268" rIns="88539" bIns="44268"/>
          <a:lstStyle/>
          <a:p>
            <a:pPr defTabSz="1011696"/>
            <a:endParaRPr lang="en-US" dirty="0">
              <a:latin typeface="Arial"/>
            </a:endParaRPr>
          </a:p>
        </p:txBody>
      </p:sp>
      <p:grpSp>
        <p:nvGrpSpPr>
          <p:cNvPr id="2" name="Group 20"/>
          <p:cNvGrpSpPr/>
          <p:nvPr/>
        </p:nvGrpSpPr>
        <p:grpSpPr>
          <a:xfrm>
            <a:off x="361347" y="4812730"/>
            <a:ext cx="6843394" cy="0"/>
            <a:chOff x="320366" y="1786464"/>
            <a:chExt cx="5851833" cy="0"/>
          </a:xfrm>
        </p:grpSpPr>
        <p:sp>
          <p:nvSpPr>
            <p:cNvPr id="23" name="Line 31"/>
            <p:cNvSpPr>
              <a:spLocks noChangeShapeType="1"/>
            </p:cNvSpPr>
            <p:nvPr/>
          </p:nvSpPr>
          <p:spPr bwMode="auto">
            <a:xfrm>
              <a:off x="320366" y="1786464"/>
              <a:ext cx="2834607" cy="0"/>
            </a:xfrm>
            <a:prstGeom prst="line">
              <a:avLst/>
            </a:prstGeom>
            <a:noFill/>
            <a:ln w="9525">
              <a:solidFill>
                <a:schemeClr val="accent1"/>
              </a:solidFill>
              <a:round/>
              <a:headEnd/>
              <a:tailEnd/>
            </a:ln>
          </p:spPr>
          <p:txBody>
            <a:bodyPr lIns="80133" tIns="40067" rIns="80133" bIns="40067"/>
            <a:lstStyle/>
            <a:p>
              <a:pPr defTabSz="1011696"/>
              <a:endParaRPr lang="en-US" dirty="0">
                <a:latin typeface="Arial"/>
              </a:endParaRPr>
            </a:p>
          </p:txBody>
        </p:sp>
        <p:sp>
          <p:nvSpPr>
            <p:cNvPr id="24" name="Line 31"/>
            <p:cNvSpPr>
              <a:spLocks noChangeShapeType="1"/>
            </p:cNvSpPr>
            <p:nvPr/>
          </p:nvSpPr>
          <p:spPr bwMode="auto">
            <a:xfrm>
              <a:off x="3337592" y="1786464"/>
              <a:ext cx="2834607" cy="0"/>
            </a:xfrm>
            <a:prstGeom prst="line">
              <a:avLst/>
            </a:prstGeom>
            <a:noFill/>
            <a:ln w="9525">
              <a:solidFill>
                <a:schemeClr val="accent1"/>
              </a:solidFill>
              <a:round/>
              <a:headEnd/>
              <a:tailEnd/>
            </a:ln>
          </p:spPr>
          <p:txBody>
            <a:bodyPr lIns="80133" tIns="40067" rIns="80133" bIns="40067"/>
            <a:lstStyle/>
            <a:p>
              <a:pPr defTabSz="1011696"/>
              <a:endParaRPr lang="en-US" dirty="0">
                <a:latin typeface="Arial"/>
              </a:endParaRPr>
            </a:p>
          </p:txBody>
        </p:sp>
      </p:grpSp>
      <p:sp>
        <p:nvSpPr>
          <p:cNvPr id="30" name="Rectangle 39"/>
          <p:cNvSpPr>
            <a:spLocks noChangeArrowheads="1"/>
          </p:cNvSpPr>
          <p:nvPr/>
        </p:nvSpPr>
        <p:spPr bwMode="auto">
          <a:xfrm>
            <a:off x="3957176" y="4251029"/>
            <a:ext cx="3305396" cy="468312"/>
          </a:xfrm>
          <a:prstGeom prst="rect">
            <a:avLst/>
          </a:prstGeom>
          <a:noFill/>
          <a:ln w="9525">
            <a:noFill/>
            <a:miter lim="800000"/>
            <a:headEnd/>
            <a:tailEnd/>
          </a:ln>
        </p:spPr>
        <p:txBody>
          <a:bodyPr lIns="0" tIns="0" rIns="0" bIns="0"/>
          <a:lstStyle/>
          <a:p>
            <a:pPr defTabSz="1010036">
              <a:spcBef>
                <a:spcPct val="40000"/>
              </a:spcBef>
              <a:spcAft>
                <a:spcPct val="20000"/>
              </a:spcAft>
              <a:buClr>
                <a:srgbClr val="005C87"/>
              </a:buClr>
            </a:pPr>
            <a:r>
              <a:rPr lang="en-AU" sz="2100" b="1" dirty="0">
                <a:solidFill>
                  <a:srgbClr val="005C87"/>
                </a:solidFill>
                <a:latin typeface="Arial"/>
              </a:rPr>
              <a:t>Middle East ECM</a:t>
            </a:r>
          </a:p>
          <a:p>
            <a:pPr defTabSz="1010036">
              <a:spcBef>
                <a:spcPct val="40000"/>
              </a:spcBef>
              <a:spcAft>
                <a:spcPct val="20000"/>
              </a:spcAft>
              <a:buClr>
                <a:srgbClr val="005C87"/>
              </a:buClr>
            </a:pPr>
            <a:r>
              <a:rPr lang="en-AU" sz="1300" dirty="0">
                <a:solidFill>
                  <a:srgbClr val="005C87"/>
                </a:solidFill>
                <a:latin typeface="Arial"/>
              </a:rPr>
              <a:t>Quarterly Deal Values (US$bn) (</a:t>
            </a:r>
            <a:r>
              <a:rPr lang="en-AU" sz="1300" dirty="0" smtClean="0">
                <a:solidFill>
                  <a:srgbClr val="005C87"/>
                </a:solidFill>
                <a:latin typeface="Arial"/>
              </a:rPr>
              <a:t>Q1’09-Q4’12</a:t>
            </a:r>
            <a:r>
              <a:rPr lang="en-AU" sz="1300" dirty="0">
                <a:solidFill>
                  <a:srgbClr val="005C87"/>
                </a:solidFill>
                <a:latin typeface="Arial"/>
              </a:rPr>
              <a:t>) No. Of Deal #</a:t>
            </a:r>
          </a:p>
        </p:txBody>
      </p:sp>
      <p:sp>
        <p:nvSpPr>
          <p:cNvPr id="31" name="Rectangle 39"/>
          <p:cNvSpPr>
            <a:spLocks noChangeArrowheads="1"/>
          </p:cNvSpPr>
          <p:nvPr/>
        </p:nvSpPr>
        <p:spPr bwMode="auto">
          <a:xfrm>
            <a:off x="378351" y="4256985"/>
            <a:ext cx="3305396" cy="468312"/>
          </a:xfrm>
          <a:prstGeom prst="rect">
            <a:avLst/>
          </a:prstGeom>
          <a:noFill/>
          <a:ln w="9525">
            <a:noFill/>
            <a:miter lim="800000"/>
            <a:headEnd/>
            <a:tailEnd/>
          </a:ln>
        </p:spPr>
        <p:txBody>
          <a:bodyPr lIns="0" tIns="0" rIns="0" bIns="0"/>
          <a:lstStyle/>
          <a:p>
            <a:pPr defTabSz="1010036">
              <a:spcBef>
                <a:spcPct val="40000"/>
              </a:spcBef>
              <a:spcAft>
                <a:spcPct val="20000"/>
              </a:spcAft>
              <a:buClr>
                <a:srgbClr val="005C87"/>
              </a:buClr>
            </a:pPr>
            <a:r>
              <a:rPr lang="en-AU" sz="2100" b="1" dirty="0">
                <a:solidFill>
                  <a:srgbClr val="005C87"/>
                </a:solidFill>
                <a:latin typeface="Arial"/>
              </a:rPr>
              <a:t>Asia (ex-</a:t>
            </a:r>
            <a:r>
              <a:rPr lang="en-AU" sz="2100" b="1" dirty="0" err="1">
                <a:solidFill>
                  <a:srgbClr val="005C87"/>
                </a:solidFill>
                <a:latin typeface="Arial"/>
              </a:rPr>
              <a:t>Jpn,Australia,China</a:t>
            </a:r>
            <a:r>
              <a:rPr lang="en-AU" sz="2100" b="1" dirty="0">
                <a:solidFill>
                  <a:srgbClr val="005C87"/>
                </a:solidFill>
                <a:latin typeface="Arial"/>
              </a:rPr>
              <a:t>) ECM</a:t>
            </a:r>
          </a:p>
          <a:p>
            <a:pPr defTabSz="1010036">
              <a:spcBef>
                <a:spcPct val="40000"/>
              </a:spcBef>
              <a:spcAft>
                <a:spcPct val="20000"/>
              </a:spcAft>
              <a:buClr>
                <a:srgbClr val="005C87"/>
              </a:buClr>
            </a:pPr>
            <a:r>
              <a:rPr lang="en-AU" sz="1300" dirty="0">
                <a:solidFill>
                  <a:srgbClr val="005C87"/>
                </a:solidFill>
                <a:latin typeface="Arial"/>
              </a:rPr>
              <a:t>Quarterly Deal Values (US$bn) (</a:t>
            </a:r>
            <a:r>
              <a:rPr lang="en-AU" sz="1300" dirty="0" smtClean="0">
                <a:solidFill>
                  <a:srgbClr val="005C87"/>
                </a:solidFill>
                <a:latin typeface="Arial"/>
              </a:rPr>
              <a:t>Q1’09-Q4’12</a:t>
            </a:r>
            <a:r>
              <a:rPr lang="en-AU" sz="1300" dirty="0">
                <a:solidFill>
                  <a:srgbClr val="005C87"/>
                </a:solidFill>
                <a:latin typeface="Arial"/>
              </a:rPr>
              <a:t>) No. Of Deal #</a:t>
            </a:r>
          </a:p>
        </p:txBody>
      </p:sp>
      <p:sp>
        <p:nvSpPr>
          <p:cNvPr id="40" name="TextBox 39"/>
          <p:cNvSpPr txBox="1"/>
          <p:nvPr/>
        </p:nvSpPr>
        <p:spPr>
          <a:xfrm>
            <a:off x="7536143" y="2192795"/>
            <a:ext cx="2273653" cy="195371"/>
          </a:xfrm>
          <a:prstGeom prst="rect">
            <a:avLst/>
          </a:prstGeom>
          <a:noFill/>
        </p:spPr>
        <p:txBody>
          <a:bodyPr wrap="square" lIns="101051" tIns="50530" rIns="101051" bIns="50530" rtlCol="0">
            <a:spAutoFit/>
          </a:bodyPr>
          <a:lstStyle/>
          <a:p>
            <a:pPr defTabSz="1011696"/>
            <a:endParaRPr lang="en-GB" dirty="0">
              <a:latin typeface="Arial"/>
            </a:endParaRPr>
          </a:p>
        </p:txBody>
      </p:sp>
      <p:sp>
        <p:nvSpPr>
          <p:cNvPr id="25" name="Rectangle 3"/>
          <p:cNvSpPr>
            <a:spLocks noChangeArrowheads="1"/>
          </p:cNvSpPr>
          <p:nvPr/>
        </p:nvSpPr>
        <p:spPr bwMode="auto">
          <a:xfrm>
            <a:off x="7457357" y="2113396"/>
            <a:ext cx="2918544" cy="5214506"/>
          </a:xfrm>
          <a:prstGeom prst="rect">
            <a:avLst/>
          </a:prstGeom>
          <a:noFill/>
          <a:ln w="9525">
            <a:noFill/>
            <a:miter lim="800000"/>
            <a:headEnd/>
            <a:tailEnd/>
          </a:ln>
        </p:spPr>
        <p:txBody>
          <a:bodyPr lIns="0" tIns="0" rIns="0" bIns="0"/>
          <a:lstStyle/>
          <a:p>
            <a:pPr marL="294072" lvl="1" indent="-292540" defTabSz="1006298">
              <a:spcBef>
                <a:spcPct val="30000"/>
              </a:spcBef>
              <a:spcAft>
                <a:spcPct val="20000"/>
              </a:spcAft>
              <a:buClr>
                <a:srgbClr val="22AA47"/>
              </a:buClr>
              <a:buSzPct val="110000"/>
              <a:buFont typeface="Wingdings" pitchFamily="2" charset="2"/>
              <a:buChar char="§"/>
            </a:pPr>
            <a:r>
              <a:rPr lang="en-GB" sz="1300" b="1" baseline="0" dirty="0" smtClean="0">
                <a:solidFill>
                  <a:srgbClr val="005C87"/>
                </a:solidFill>
                <a:latin typeface="Arial"/>
                <a:cs typeface="+mn-cs"/>
              </a:rPr>
              <a:t>Global ECM volume </a:t>
            </a:r>
            <a:r>
              <a:rPr lang="en-GB" sz="1300" baseline="0" dirty="0" err="1" smtClean="0">
                <a:solidFill>
                  <a:srgbClr val="005C87"/>
                </a:solidFill>
                <a:latin typeface="Arial"/>
                <a:cs typeface="+mn-cs"/>
              </a:rPr>
              <a:t>totaled</a:t>
            </a:r>
            <a:r>
              <a:rPr lang="en-GB" sz="1300" baseline="0" dirty="0" smtClean="0">
                <a:solidFill>
                  <a:srgbClr val="005C87"/>
                </a:solidFill>
                <a:latin typeface="Arial"/>
                <a:cs typeface="+mn-cs"/>
              </a:rPr>
              <a:t> $661bn via 4,251 deals in 2012, up 5% from 2011 ($630bn)</a:t>
            </a:r>
            <a:r>
              <a:rPr lang="en-US" sz="1300" baseline="0" dirty="0" smtClean="0">
                <a:solidFill>
                  <a:srgbClr val="0072AA"/>
                </a:solidFill>
                <a:latin typeface="Arial"/>
              </a:rPr>
              <a:t>.</a:t>
            </a:r>
            <a:endParaRPr lang="en-US" sz="1300" baseline="0" dirty="0">
              <a:solidFill>
                <a:srgbClr val="0072AA"/>
              </a:solidFill>
              <a:latin typeface="Arial"/>
            </a:endParaRPr>
          </a:p>
          <a:p>
            <a:pPr marL="294072" lvl="1" indent="-292540" defTabSz="1006298">
              <a:spcBef>
                <a:spcPct val="30000"/>
              </a:spcBef>
              <a:spcAft>
                <a:spcPct val="20000"/>
              </a:spcAft>
              <a:buClr>
                <a:srgbClr val="22AA47"/>
              </a:buClr>
              <a:buSzPct val="110000"/>
              <a:buFont typeface="Wingdings" pitchFamily="2" charset="2"/>
              <a:buChar char="§"/>
            </a:pPr>
            <a:r>
              <a:rPr lang="en-GB" sz="1300" b="1" baseline="0" dirty="0" smtClean="0">
                <a:solidFill>
                  <a:srgbClr val="005C87"/>
                </a:solidFill>
                <a:latin typeface="Arial"/>
                <a:cs typeface="+mn-cs"/>
              </a:rPr>
              <a:t>Global ECM revenue </a:t>
            </a:r>
            <a:r>
              <a:rPr lang="en-GB" sz="1300" baseline="0" dirty="0" smtClean="0">
                <a:solidFill>
                  <a:srgbClr val="005C87"/>
                </a:solidFill>
                <a:latin typeface="Arial"/>
                <a:cs typeface="+mn-cs"/>
              </a:rPr>
              <a:t>reached $13.6bn in 2012, the lowest total since 2003 ($11.4bn). Despite the overall drop, revenue of $7bn in H2’12 was up 38% on H2’11 ($5.1bn) and up slightly on the first half of the year ($6.5bn).</a:t>
            </a:r>
          </a:p>
          <a:p>
            <a:pPr marL="294072" lvl="1" indent="-292540" defTabSz="1006298">
              <a:spcBef>
                <a:spcPct val="30000"/>
              </a:spcBef>
              <a:spcAft>
                <a:spcPct val="20000"/>
              </a:spcAft>
              <a:buClr>
                <a:srgbClr val="22AA47"/>
              </a:buClr>
              <a:buSzPct val="110000"/>
              <a:buFont typeface="Wingdings" pitchFamily="2" charset="2"/>
              <a:buChar char="§"/>
            </a:pPr>
            <a:r>
              <a:rPr lang="en-GB" sz="1300" b="1" baseline="0" dirty="0" smtClean="0">
                <a:solidFill>
                  <a:srgbClr val="005C87"/>
                </a:solidFill>
                <a:latin typeface="Arial"/>
                <a:cs typeface="+mn-cs"/>
              </a:rPr>
              <a:t>Global IPO </a:t>
            </a:r>
            <a:r>
              <a:rPr lang="en-GB" sz="1300" baseline="0" dirty="0" smtClean="0">
                <a:solidFill>
                  <a:srgbClr val="005C87"/>
                </a:solidFill>
                <a:latin typeface="Arial"/>
                <a:cs typeface="+mn-cs"/>
              </a:rPr>
              <a:t>volume of $124bn (795 deals) was down 27% on 2011 and the lowest annual volume since 2009 while activity fell 40% year-on-year. </a:t>
            </a:r>
            <a:r>
              <a:rPr lang="en-GB" sz="1300" b="1" baseline="0" dirty="0" err="1" smtClean="0">
                <a:solidFill>
                  <a:srgbClr val="005C87"/>
                </a:solidFill>
                <a:latin typeface="Arial"/>
                <a:cs typeface="+mn-cs"/>
              </a:rPr>
              <a:t>Facebook</a:t>
            </a:r>
            <a:r>
              <a:rPr lang="en-GB" sz="1300" baseline="0" dirty="0" err="1" smtClean="0">
                <a:solidFill>
                  <a:srgbClr val="005C87"/>
                </a:solidFill>
                <a:latin typeface="Arial"/>
                <a:cs typeface="+mn-cs"/>
              </a:rPr>
              <a:t>’s</a:t>
            </a:r>
            <a:r>
              <a:rPr lang="en-GB" sz="1300" baseline="0" dirty="0" smtClean="0">
                <a:solidFill>
                  <a:srgbClr val="005C87"/>
                </a:solidFill>
                <a:latin typeface="Arial"/>
                <a:cs typeface="+mn-cs"/>
              </a:rPr>
              <a:t> $16bn deal was the year’s largest IPO and accounted for 13% of volume.</a:t>
            </a:r>
          </a:p>
          <a:p>
            <a:pPr marL="294072" lvl="1" indent="-292540" defTabSz="1006298">
              <a:spcBef>
                <a:spcPct val="30000"/>
              </a:spcBef>
              <a:spcAft>
                <a:spcPct val="20000"/>
              </a:spcAft>
              <a:buClr>
                <a:srgbClr val="22AA47"/>
              </a:buClr>
              <a:buSzPct val="110000"/>
              <a:buFont typeface="Wingdings" pitchFamily="2" charset="2"/>
              <a:buChar char="§"/>
            </a:pPr>
            <a:r>
              <a:rPr lang="en-GB" sz="1300" b="1" baseline="0" dirty="0" smtClean="0">
                <a:solidFill>
                  <a:srgbClr val="005C87"/>
                </a:solidFill>
                <a:latin typeface="Arial"/>
                <a:cs typeface="+mn-cs"/>
              </a:rPr>
              <a:t>Goldman Sachs </a:t>
            </a:r>
            <a:r>
              <a:rPr lang="en-GB" sz="1300" baseline="0" dirty="0" smtClean="0">
                <a:solidFill>
                  <a:srgbClr val="005C87"/>
                </a:solidFill>
                <a:latin typeface="Arial"/>
                <a:cs typeface="+mn-cs"/>
              </a:rPr>
              <a:t>led the global ECM </a:t>
            </a:r>
            <a:r>
              <a:rPr lang="en-GB" sz="1300" baseline="0" dirty="0" err="1" smtClean="0">
                <a:solidFill>
                  <a:srgbClr val="005C87"/>
                </a:solidFill>
                <a:latin typeface="Arial"/>
                <a:cs typeface="+mn-cs"/>
              </a:rPr>
              <a:t>bookrunner</a:t>
            </a:r>
            <a:r>
              <a:rPr lang="en-GB" sz="1300" baseline="0" dirty="0" smtClean="0">
                <a:solidFill>
                  <a:srgbClr val="005C87"/>
                </a:solidFill>
                <a:latin typeface="Arial"/>
                <a:cs typeface="+mn-cs"/>
              </a:rPr>
              <a:t> volume ranking with $59bn and an 8.9% share, followed by </a:t>
            </a:r>
            <a:r>
              <a:rPr lang="en-GB" sz="1300" baseline="0" dirty="0" err="1" smtClean="0">
                <a:solidFill>
                  <a:srgbClr val="005C87"/>
                </a:solidFill>
                <a:latin typeface="Arial"/>
                <a:cs typeface="+mn-cs"/>
              </a:rPr>
              <a:t>Citi</a:t>
            </a:r>
            <a:r>
              <a:rPr lang="en-GB" sz="1300" baseline="0" dirty="0" smtClean="0">
                <a:solidFill>
                  <a:srgbClr val="005C87"/>
                </a:solidFill>
                <a:latin typeface="Arial"/>
                <a:cs typeface="+mn-cs"/>
              </a:rPr>
              <a:t>.</a:t>
            </a:r>
          </a:p>
        </p:txBody>
      </p:sp>
      <p:pic>
        <p:nvPicPr>
          <p:cNvPr id="3074" name="Picture 2"/>
          <p:cNvPicPr>
            <a:picLocks noChangeAspect="1" noChangeArrowheads="1"/>
          </p:cNvPicPr>
          <p:nvPr/>
        </p:nvPicPr>
        <p:blipFill>
          <a:blip r:embed="rId3" cstate="print"/>
          <a:srcRect/>
          <a:stretch>
            <a:fillRect/>
          </a:stretch>
        </p:blipFill>
        <p:spPr bwMode="auto">
          <a:xfrm>
            <a:off x="339743" y="2126606"/>
            <a:ext cx="3375104" cy="1900818"/>
          </a:xfrm>
          <a:prstGeom prst="rect">
            <a:avLst/>
          </a:prstGeom>
          <a:noFill/>
          <a:ln w="9525">
            <a:noFill/>
            <a:miter lim="800000"/>
            <a:headEnd/>
            <a:tailEnd/>
          </a:ln>
          <a:effectLst/>
        </p:spPr>
      </p:pic>
      <p:pic>
        <p:nvPicPr>
          <p:cNvPr id="3075" name="Picture 3"/>
          <p:cNvPicPr>
            <a:picLocks noChangeAspect="1" noChangeArrowheads="1"/>
          </p:cNvPicPr>
          <p:nvPr/>
        </p:nvPicPr>
        <p:blipFill>
          <a:blip r:embed="rId4" cstate="print"/>
          <a:srcRect/>
          <a:stretch>
            <a:fillRect/>
          </a:stretch>
        </p:blipFill>
        <p:spPr bwMode="auto">
          <a:xfrm>
            <a:off x="3881928" y="2095292"/>
            <a:ext cx="3375104" cy="1942825"/>
          </a:xfrm>
          <a:prstGeom prst="rect">
            <a:avLst/>
          </a:prstGeom>
          <a:noFill/>
          <a:ln w="9525">
            <a:noFill/>
            <a:miter lim="800000"/>
            <a:headEnd/>
            <a:tailEnd/>
          </a:ln>
          <a:effectLst/>
        </p:spPr>
      </p:pic>
      <p:pic>
        <p:nvPicPr>
          <p:cNvPr id="3076" name="Picture 4"/>
          <p:cNvPicPr>
            <a:picLocks noChangeAspect="1" noChangeArrowheads="1"/>
          </p:cNvPicPr>
          <p:nvPr/>
        </p:nvPicPr>
        <p:blipFill>
          <a:blip r:embed="rId5" cstate="print"/>
          <a:srcRect/>
          <a:stretch>
            <a:fillRect/>
          </a:stretch>
        </p:blipFill>
        <p:spPr bwMode="auto">
          <a:xfrm>
            <a:off x="367587" y="4972581"/>
            <a:ext cx="3363965" cy="1900818"/>
          </a:xfrm>
          <a:prstGeom prst="rect">
            <a:avLst/>
          </a:prstGeom>
          <a:noFill/>
          <a:ln w="9525">
            <a:noFill/>
            <a:miter lim="800000"/>
            <a:headEnd/>
            <a:tailEnd/>
          </a:ln>
          <a:effectLst/>
        </p:spPr>
      </p:pic>
      <p:pic>
        <p:nvPicPr>
          <p:cNvPr id="3077" name="Picture 5"/>
          <p:cNvPicPr>
            <a:picLocks noChangeAspect="1" noChangeArrowheads="1"/>
          </p:cNvPicPr>
          <p:nvPr/>
        </p:nvPicPr>
        <p:blipFill>
          <a:blip r:embed="rId6" cstate="print"/>
          <a:srcRect/>
          <a:stretch>
            <a:fillRect/>
          </a:stretch>
        </p:blipFill>
        <p:spPr bwMode="auto">
          <a:xfrm>
            <a:off x="3898638" y="4920263"/>
            <a:ext cx="3363965" cy="1942825"/>
          </a:xfrm>
          <a:prstGeom prst="rect">
            <a:avLst/>
          </a:prstGeom>
          <a:noFill/>
          <a:ln w="9525">
            <a:noFill/>
            <a:miter lim="800000"/>
            <a:headEnd/>
            <a:tailEnd/>
          </a:ln>
          <a:effectLst/>
        </p:spPr>
      </p:pic>
      <p:sp>
        <p:nvSpPr>
          <p:cNvPr id="32" name="Text Box 144"/>
          <p:cNvSpPr txBox="1">
            <a:spLocks noChangeArrowheads="1"/>
          </p:cNvSpPr>
          <p:nvPr/>
        </p:nvSpPr>
        <p:spPr bwMode="auto">
          <a:xfrm>
            <a:off x="1452566" y="7115153"/>
            <a:ext cx="5468937" cy="182396"/>
          </a:xfrm>
          <a:prstGeom prst="rect">
            <a:avLst/>
          </a:prstGeom>
          <a:noFill/>
          <a:ln w="9525">
            <a:noFill/>
            <a:miter lim="800000"/>
            <a:headEnd/>
            <a:tailEnd/>
          </a:ln>
        </p:spPr>
        <p:txBody>
          <a:bodyPr wrap="square" lIns="89189" tIns="44596" rIns="89189" bIns="44596" anchor="b">
            <a:spAutoFit/>
          </a:bodyPr>
          <a:lstStyle/>
          <a:p>
            <a:pPr marL="223674" indent="-223674" defTabSz="1032979">
              <a:spcBef>
                <a:spcPct val="50000"/>
              </a:spcBef>
            </a:pPr>
            <a:r>
              <a:rPr lang="en-GB" sz="600" baseline="0" dirty="0" smtClean="0">
                <a:latin typeface="Arial"/>
              </a:rPr>
              <a:t>Source: </a:t>
            </a:r>
            <a:r>
              <a:rPr lang="en-GB" sz="600" baseline="0" dirty="0" err="1" smtClean="0">
                <a:latin typeface="Arial"/>
              </a:rPr>
              <a:t>Dealogic</a:t>
            </a:r>
            <a:endParaRPr lang="en-GB" sz="600" baseline="0" dirty="0">
              <a:latin typeface="Arial"/>
            </a:endParaRPr>
          </a:p>
        </p:txBody>
      </p:sp>
      <p:sp>
        <p:nvSpPr>
          <p:cNvPr id="33" name="TextBox 32"/>
          <p:cNvSpPr txBox="1"/>
          <p:nvPr/>
        </p:nvSpPr>
        <p:spPr>
          <a:xfrm>
            <a:off x="8353428" y="199023"/>
            <a:ext cx="1549397" cy="338554"/>
          </a:xfrm>
          <a:prstGeom prst="rect">
            <a:avLst/>
          </a:prstGeom>
          <a:solidFill>
            <a:srgbClr val="E6E7E8"/>
          </a:solidFill>
        </p:spPr>
        <p:txBody>
          <a:bodyPr wrap="square" rtlCol="0">
            <a:spAutoFit/>
          </a:bodyPr>
          <a:lstStyle/>
          <a:p>
            <a:pPr algn="ctr"/>
            <a:r>
              <a:rPr lang="en-US" sz="1600" baseline="0" dirty="0" smtClean="0">
                <a:solidFill>
                  <a:srgbClr val="FF0000"/>
                </a:solidFill>
              </a:rPr>
              <a:t>TO </a:t>
            </a:r>
            <a:r>
              <a:rPr lang="en-US" sz="1600" baseline="0" dirty="0" smtClean="0">
                <a:solidFill>
                  <a:srgbClr val="FF0000"/>
                </a:solidFill>
              </a:rPr>
              <a:t>UPDATE</a:t>
            </a:r>
            <a:endParaRPr lang="en-GB" sz="1600" dirty="0">
              <a:solidFill>
                <a:srgbClr val="FF0000"/>
              </a:solidFill>
            </a:endParaRPr>
          </a:p>
        </p:txBody>
      </p:sp>
    </p:spTree>
  </p:cSld>
  <p:clrMapOvr>
    <a:masterClrMapping/>
  </p:clrMapOvr>
  <p:transition spd="med"/>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9"/>
          <p:cNvGrpSpPr/>
          <p:nvPr/>
        </p:nvGrpSpPr>
        <p:grpSpPr>
          <a:xfrm>
            <a:off x="5448035" y="1398867"/>
            <a:ext cx="4830558" cy="5445212"/>
            <a:chOff x="3326216" y="1268760"/>
            <a:chExt cx="2892974" cy="4938760"/>
          </a:xfrm>
        </p:grpSpPr>
        <p:sp>
          <p:nvSpPr>
            <p:cNvPr id="27" name="Rectangle 26"/>
            <p:cNvSpPr/>
            <p:nvPr/>
          </p:nvSpPr>
          <p:spPr bwMode="auto">
            <a:xfrm>
              <a:off x="3359628" y="1916832"/>
              <a:ext cx="2856400" cy="1740768"/>
            </a:xfrm>
            <a:prstGeom prst="rect">
              <a:avLst/>
            </a:prstGeom>
            <a:solidFill>
              <a:srgbClr val="E6E7E8"/>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1152542">
                <a:spcBef>
                  <a:spcPct val="40000"/>
                </a:spcBef>
                <a:spcAft>
                  <a:spcPct val="40000"/>
                </a:spcAft>
              </a:pPr>
              <a:endParaRPr lang="en-GB" sz="1300" baseline="0" dirty="0">
                <a:latin typeface="Arial"/>
              </a:endParaRPr>
            </a:p>
          </p:txBody>
        </p:sp>
        <p:sp>
          <p:nvSpPr>
            <p:cNvPr id="17" name="Line 31"/>
            <p:cNvSpPr>
              <a:spLocks noChangeShapeType="1"/>
            </p:cNvSpPr>
            <p:nvPr/>
          </p:nvSpPr>
          <p:spPr bwMode="auto">
            <a:xfrm>
              <a:off x="3370525" y="1786464"/>
              <a:ext cx="2834607" cy="0"/>
            </a:xfrm>
            <a:prstGeom prst="line">
              <a:avLst/>
            </a:prstGeom>
            <a:noFill/>
            <a:ln w="9525">
              <a:solidFill>
                <a:schemeClr val="accent1"/>
              </a:solidFill>
              <a:round/>
              <a:headEnd/>
              <a:tailEnd/>
            </a:ln>
          </p:spPr>
          <p:txBody>
            <a:bodyPr lIns="80133" tIns="40067" rIns="80133" bIns="40067"/>
            <a:lstStyle/>
            <a:p>
              <a:pPr defTabSz="1011696"/>
              <a:endParaRPr lang="en-US" sz="1100" dirty="0">
                <a:latin typeface="Arial"/>
              </a:endParaRPr>
            </a:p>
          </p:txBody>
        </p:sp>
        <p:sp>
          <p:nvSpPr>
            <p:cNvPr id="19" name="Rectangle 39"/>
            <p:cNvSpPr>
              <a:spLocks noChangeArrowheads="1"/>
            </p:cNvSpPr>
            <p:nvPr/>
          </p:nvSpPr>
          <p:spPr bwMode="auto">
            <a:xfrm>
              <a:off x="3354092" y="1268760"/>
              <a:ext cx="2826467" cy="424755"/>
            </a:xfrm>
            <a:prstGeom prst="rect">
              <a:avLst/>
            </a:prstGeom>
            <a:noFill/>
            <a:ln w="9525">
              <a:noFill/>
              <a:miter lim="800000"/>
              <a:headEnd/>
              <a:tailEnd/>
            </a:ln>
          </p:spPr>
          <p:txBody>
            <a:bodyPr lIns="0" tIns="0" rIns="0" bIns="0"/>
            <a:lstStyle/>
            <a:p>
              <a:pPr defTabSz="1010036">
                <a:spcBef>
                  <a:spcPct val="40000"/>
                </a:spcBef>
                <a:spcAft>
                  <a:spcPct val="20000"/>
                </a:spcAft>
                <a:buClr>
                  <a:srgbClr val="005C87"/>
                </a:buClr>
              </a:pPr>
              <a:r>
                <a:rPr lang="en-AU" sz="2100" b="1" dirty="0">
                  <a:solidFill>
                    <a:srgbClr val="005C87"/>
                  </a:solidFill>
                  <a:latin typeface="Arial"/>
                </a:rPr>
                <a:t>Emerging Markets ECM</a:t>
              </a:r>
            </a:p>
            <a:p>
              <a:pPr defTabSz="1010036">
                <a:spcBef>
                  <a:spcPct val="40000"/>
                </a:spcBef>
                <a:spcAft>
                  <a:spcPct val="20000"/>
                </a:spcAft>
                <a:buClr>
                  <a:srgbClr val="005C87"/>
                </a:buClr>
              </a:pPr>
              <a:r>
                <a:rPr lang="en-AU" sz="1300" dirty="0">
                  <a:solidFill>
                    <a:srgbClr val="005C87"/>
                  </a:solidFill>
                  <a:latin typeface="Arial"/>
                </a:rPr>
                <a:t>Top 6 banks </a:t>
              </a:r>
              <a:r>
                <a:rPr lang="en-AU" sz="1300" dirty="0" smtClean="0">
                  <a:solidFill>
                    <a:srgbClr val="005C87"/>
                  </a:solidFill>
                  <a:latin typeface="Arial"/>
                </a:rPr>
                <a:t>FY’12</a:t>
              </a:r>
              <a:r>
                <a:rPr lang="en-AU" sz="1300" dirty="0">
                  <a:solidFill>
                    <a:srgbClr val="005C87"/>
                  </a:solidFill>
                  <a:latin typeface="Arial"/>
                </a:rPr>
                <a:t>, with market share and ranking for </a:t>
              </a:r>
              <a:r>
                <a:rPr lang="en-AU" sz="1300" dirty="0" smtClean="0">
                  <a:solidFill>
                    <a:srgbClr val="005C87"/>
                  </a:solidFill>
                  <a:latin typeface="Arial"/>
                </a:rPr>
                <a:t>FY’11 </a:t>
              </a:r>
              <a:r>
                <a:rPr lang="en-AU" sz="1300" dirty="0">
                  <a:solidFill>
                    <a:srgbClr val="005C87"/>
                  </a:solidFill>
                  <a:latin typeface="Arial"/>
                </a:rPr>
                <a:t>and </a:t>
              </a:r>
              <a:r>
                <a:rPr lang="en-AU" sz="1300" dirty="0" smtClean="0">
                  <a:solidFill>
                    <a:srgbClr val="005C87"/>
                  </a:solidFill>
                  <a:latin typeface="Arial"/>
                </a:rPr>
                <a:t>FY’10</a:t>
              </a:r>
              <a:endParaRPr lang="en-AU" sz="1300" dirty="0">
                <a:solidFill>
                  <a:srgbClr val="005C87"/>
                </a:solidFill>
                <a:latin typeface="Arial"/>
              </a:endParaRPr>
            </a:p>
          </p:txBody>
        </p:sp>
        <p:sp>
          <p:nvSpPr>
            <p:cNvPr id="24" name="Line 31"/>
            <p:cNvSpPr>
              <a:spLocks noChangeShapeType="1"/>
            </p:cNvSpPr>
            <p:nvPr/>
          </p:nvSpPr>
          <p:spPr bwMode="auto">
            <a:xfrm>
              <a:off x="3326216" y="4322736"/>
              <a:ext cx="2834607" cy="0"/>
            </a:xfrm>
            <a:prstGeom prst="line">
              <a:avLst/>
            </a:prstGeom>
            <a:noFill/>
            <a:ln w="9525">
              <a:solidFill>
                <a:schemeClr val="accent1"/>
              </a:solidFill>
              <a:round/>
              <a:headEnd/>
              <a:tailEnd/>
            </a:ln>
          </p:spPr>
          <p:txBody>
            <a:bodyPr lIns="80133" tIns="40067" rIns="80133" bIns="40067"/>
            <a:lstStyle/>
            <a:p>
              <a:pPr defTabSz="1011696"/>
              <a:endParaRPr lang="en-US" sz="1100" dirty="0">
                <a:latin typeface="Arial"/>
              </a:endParaRPr>
            </a:p>
          </p:txBody>
        </p:sp>
        <p:sp>
          <p:nvSpPr>
            <p:cNvPr id="29" name="Rectangle 28"/>
            <p:cNvSpPr/>
            <p:nvPr/>
          </p:nvSpPr>
          <p:spPr bwMode="auto">
            <a:xfrm>
              <a:off x="3362790" y="4466752"/>
              <a:ext cx="2856400" cy="1740768"/>
            </a:xfrm>
            <a:prstGeom prst="rect">
              <a:avLst/>
            </a:prstGeom>
            <a:solidFill>
              <a:srgbClr val="E6E7E8"/>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1152542">
                <a:spcBef>
                  <a:spcPct val="40000"/>
                </a:spcBef>
                <a:spcAft>
                  <a:spcPct val="40000"/>
                </a:spcAft>
              </a:pPr>
              <a:endParaRPr lang="en-GB" sz="1300" baseline="0" dirty="0">
                <a:latin typeface="Arial"/>
              </a:endParaRPr>
            </a:p>
          </p:txBody>
        </p:sp>
      </p:grpSp>
      <p:pic>
        <p:nvPicPr>
          <p:cNvPr id="2053" name="Picture 5"/>
          <p:cNvPicPr>
            <a:picLocks noChangeAspect="1" noChangeArrowheads="1"/>
          </p:cNvPicPr>
          <p:nvPr/>
        </p:nvPicPr>
        <p:blipFill>
          <a:blip r:embed="rId3" cstate="print"/>
          <a:srcRect/>
          <a:stretch>
            <a:fillRect/>
          </a:stretch>
        </p:blipFill>
        <p:spPr bwMode="auto">
          <a:xfrm>
            <a:off x="5552162" y="4856460"/>
            <a:ext cx="4566973" cy="2058344"/>
          </a:xfrm>
          <a:prstGeom prst="rect">
            <a:avLst/>
          </a:prstGeom>
          <a:noFill/>
          <a:ln w="9525">
            <a:noFill/>
            <a:miter lim="800000"/>
            <a:headEnd/>
            <a:tailEnd/>
          </a:ln>
          <a:effectLst/>
        </p:spPr>
      </p:pic>
      <p:grpSp>
        <p:nvGrpSpPr>
          <p:cNvPr id="3" name="Group 20"/>
          <p:cNvGrpSpPr/>
          <p:nvPr/>
        </p:nvGrpSpPr>
        <p:grpSpPr>
          <a:xfrm>
            <a:off x="361415" y="1395413"/>
            <a:ext cx="4793762" cy="5448666"/>
            <a:chOff x="308990" y="1265627"/>
            <a:chExt cx="2870938" cy="4941893"/>
          </a:xfrm>
        </p:grpSpPr>
        <p:sp>
          <p:nvSpPr>
            <p:cNvPr id="44036" name="Rectangle 39"/>
            <p:cNvSpPr>
              <a:spLocks noChangeArrowheads="1"/>
            </p:cNvSpPr>
            <p:nvPr/>
          </p:nvSpPr>
          <p:spPr bwMode="auto">
            <a:xfrm>
              <a:off x="320231" y="1265627"/>
              <a:ext cx="2826467" cy="424755"/>
            </a:xfrm>
            <a:prstGeom prst="rect">
              <a:avLst/>
            </a:prstGeom>
            <a:noFill/>
            <a:ln w="9525">
              <a:noFill/>
              <a:miter lim="800000"/>
              <a:headEnd/>
              <a:tailEnd/>
            </a:ln>
          </p:spPr>
          <p:txBody>
            <a:bodyPr lIns="0" tIns="0" rIns="0" bIns="0"/>
            <a:lstStyle/>
            <a:p>
              <a:pPr defTabSz="1010036">
                <a:spcBef>
                  <a:spcPct val="40000"/>
                </a:spcBef>
                <a:spcAft>
                  <a:spcPct val="20000"/>
                </a:spcAft>
                <a:buClr>
                  <a:srgbClr val="005C87"/>
                </a:buClr>
              </a:pPr>
              <a:r>
                <a:rPr lang="en-AU" sz="2100" b="1" dirty="0">
                  <a:solidFill>
                    <a:srgbClr val="005C87"/>
                  </a:solidFill>
                  <a:latin typeface="Arial"/>
                </a:rPr>
                <a:t>Global Markets ECM</a:t>
              </a:r>
            </a:p>
            <a:p>
              <a:pPr defTabSz="1010036">
                <a:spcBef>
                  <a:spcPct val="40000"/>
                </a:spcBef>
                <a:spcAft>
                  <a:spcPct val="20000"/>
                </a:spcAft>
                <a:buClr>
                  <a:srgbClr val="005C87"/>
                </a:buClr>
              </a:pPr>
              <a:r>
                <a:rPr lang="en-AU" sz="1300" dirty="0">
                  <a:solidFill>
                    <a:srgbClr val="005C87"/>
                  </a:solidFill>
                  <a:latin typeface="Arial"/>
                </a:rPr>
                <a:t>Top 6 banks </a:t>
              </a:r>
              <a:r>
                <a:rPr lang="en-AU" sz="1300" dirty="0" smtClean="0">
                  <a:solidFill>
                    <a:srgbClr val="005C87"/>
                  </a:solidFill>
                  <a:latin typeface="Arial"/>
                </a:rPr>
                <a:t>FY’12</a:t>
              </a:r>
              <a:r>
                <a:rPr lang="en-AU" sz="1300" dirty="0">
                  <a:solidFill>
                    <a:srgbClr val="005C87"/>
                  </a:solidFill>
                  <a:latin typeface="Arial"/>
                </a:rPr>
                <a:t>, with market share and ranking for </a:t>
              </a:r>
              <a:r>
                <a:rPr lang="en-AU" sz="1300" dirty="0" smtClean="0">
                  <a:solidFill>
                    <a:srgbClr val="005C87"/>
                  </a:solidFill>
                  <a:latin typeface="Arial"/>
                </a:rPr>
                <a:t>FY’11 </a:t>
              </a:r>
              <a:r>
                <a:rPr lang="en-AU" sz="1300" dirty="0">
                  <a:solidFill>
                    <a:srgbClr val="005C87"/>
                  </a:solidFill>
                  <a:latin typeface="Arial"/>
                </a:rPr>
                <a:t>and </a:t>
              </a:r>
              <a:r>
                <a:rPr lang="en-AU" sz="1300" dirty="0" smtClean="0">
                  <a:solidFill>
                    <a:srgbClr val="005C87"/>
                  </a:solidFill>
                  <a:latin typeface="Arial"/>
                </a:rPr>
                <a:t>FY’10</a:t>
              </a:r>
              <a:endParaRPr lang="en-AU" sz="1300" dirty="0">
                <a:solidFill>
                  <a:srgbClr val="005C87"/>
                </a:solidFill>
                <a:latin typeface="Arial"/>
              </a:endParaRPr>
            </a:p>
          </p:txBody>
        </p:sp>
        <p:sp>
          <p:nvSpPr>
            <p:cNvPr id="44037" name="Line 31"/>
            <p:cNvSpPr>
              <a:spLocks noChangeShapeType="1"/>
            </p:cNvSpPr>
            <p:nvPr/>
          </p:nvSpPr>
          <p:spPr bwMode="auto">
            <a:xfrm>
              <a:off x="320366" y="1786464"/>
              <a:ext cx="2834607" cy="0"/>
            </a:xfrm>
            <a:prstGeom prst="line">
              <a:avLst/>
            </a:prstGeom>
            <a:noFill/>
            <a:ln w="9525">
              <a:solidFill>
                <a:schemeClr val="accent1"/>
              </a:solidFill>
              <a:round/>
              <a:headEnd/>
              <a:tailEnd/>
            </a:ln>
          </p:spPr>
          <p:txBody>
            <a:bodyPr lIns="80133" tIns="40067" rIns="80133" bIns="40067"/>
            <a:lstStyle/>
            <a:p>
              <a:pPr defTabSz="1011696"/>
              <a:endParaRPr lang="en-US" sz="1100" dirty="0">
                <a:latin typeface="Arial"/>
              </a:endParaRPr>
            </a:p>
          </p:txBody>
        </p:sp>
        <p:sp>
          <p:nvSpPr>
            <p:cNvPr id="23" name="Line 31"/>
            <p:cNvSpPr>
              <a:spLocks noChangeShapeType="1"/>
            </p:cNvSpPr>
            <p:nvPr/>
          </p:nvSpPr>
          <p:spPr bwMode="auto">
            <a:xfrm>
              <a:off x="308990" y="4322736"/>
              <a:ext cx="2834607" cy="0"/>
            </a:xfrm>
            <a:prstGeom prst="line">
              <a:avLst/>
            </a:prstGeom>
            <a:noFill/>
            <a:ln w="9525">
              <a:solidFill>
                <a:schemeClr val="accent1"/>
              </a:solidFill>
              <a:round/>
              <a:headEnd/>
              <a:tailEnd/>
            </a:ln>
          </p:spPr>
          <p:txBody>
            <a:bodyPr lIns="80133" tIns="40067" rIns="80133" bIns="40067"/>
            <a:lstStyle/>
            <a:p>
              <a:pPr defTabSz="1011696"/>
              <a:endParaRPr lang="en-US" sz="1100" dirty="0">
                <a:latin typeface="Arial"/>
              </a:endParaRPr>
            </a:p>
          </p:txBody>
        </p:sp>
        <p:sp>
          <p:nvSpPr>
            <p:cNvPr id="26" name="Rectangle 25"/>
            <p:cNvSpPr/>
            <p:nvPr/>
          </p:nvSpPr>
          <p:spPr bwMode="auto">
            <a:xfrm>
              <a:off x="320366" y="1916832"/>
              <a:ext cx="2856400" cy="1740768"/>
            </a:xfrm>
            <a:prstGeom prst="rect">
              <a:avLst/>
            </a:prstGeom>
            <a:solidFill>
              <a:srgbClr val="E6E7E8"/>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1152542">
                <a:spcBef>
                  <a:spcPct val="40000"/>
                </a:spcBef>
                <a:spcAft>
                  <a:spcPct val="40000"/>
                </a:spcAft>
              </a:pPr>
              <a:endParaRPr lang="en-GB" sz="1300" baseline="0" dirty="0">
                <a:latin typeface="Arial"/>
              </a:endParaRPr>
            </a:p>
          </p:txBody>
        </p:sp>
        <p:sp>
          <p:nvSpPr>
            <p:cNvPr id="28" name="Rectangle 27"/>
            <p:cNvSpPr/>
            <p:nvPr/>
          </p:nvSpPr>
          <p:spPr bwMode="auto">
            <a:xfrm>
              <a:off x="323528" y="4466752"/>
              <a:ext cx="2856400" cy="1740768"/>
            </a:xfrm>
            <a:prstGeom prst="rect">
              <a:avLst/>
            </a:prstGeom>
            <a:solidFill>
              <a:srgbClr val="E6E7E8"/>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1152542">
                <a:spcBef>
                  <a:spcPct val="40000"/>
                </a:spcBef>
                <a:spcAft>
                  <a:spcPct val="40000"/>
                </a:spcAft>
              </a:pPr>
              <a:endParaRPr lang="en-GB" sz="1300" baseline="0" dirty="0">
                <a:latin typeface="Arial"/>
              </a:endParaRPr>
            </a:p>
          </p:txBody>
        </p:sp>
      </p:grpSp>
      <p:sp>
        <p:nvSpPr>
          <p:cNvPr id="32" name="Rectangle 39"/>
          <p:cNvSpPr>
            <a:spLocks noChangeArrowheads="1"/>
          </p:cNvSpPr>
          <p:nvPr/>
        </p:nvSpPr>
        <p:spPr bwMode="auto">
          <a:xfrm>
            <a:off x="374776" y="4197756"/>
            <a:ext cx="4719507" cy="468312"/>
          </a:xfrm>
          <a:prstGeom prst="rect">
            <a:avLst/>
          </a:prstGeom>
          <a:noFill/>
          <a:ln w="9525">
            <a:noFill/>
            <a:miter lim="800000"/>
            <a:headEnd/>
            <a:tailEnd/>
          </a:ln>
        </p:spPr>
        <p:txBody>
          <a:bodyPr lIns="0" tIns="0" rIns="0" bIns="0"/>
          <a:lstStyle/>
          <a:p>
            <a:pPr defTabSz="1010036">
              <a:spcBef>
                <a:spcPct val="40000"/>
              </a:spcBef>
              <a:spcAft>
                <a:spcPct val="20000"/>
              </a:spcAft>
              <a:buClr>
                <a:srgbClr val="005C87"/>
              </a:buClr>
            </a:pPr>
            <a:r>
              <a:rPr lang="en-AU" sz="2100" b="1" dirty="0">
                <a:solidFill>
                  <a:srgbClr val="005C87"/>
                </a:solidFill>
                <a:latin typeface="Arial"/>
              </a:rPr>
              <a:t>Asia (ex-</a:t>
            </a:r>
            <a:r>
              <a:rPr lang="en-AU" sz="2100" b="1" dirty="0" err="1">
                <a:solidFill>
                  <a:srgbClr val="005C87"/>
                </a:solidFill>
                <a:latin typeface="Arial"/>
              </a:rPr>
              <a:t>Jpn,Australia,China</a:t>
            </a:r>
            <a:r>
              <a:rPr lang="en-AU" sz="2100" b="1" dirty="0">
                <a:solidFill>
                  <a:srgbClr val="005C87"/>
                </a:solidFill>
                <a:latin typeface="Arial"/>
              </a:rPr>
              <a:t>) ECM</a:t>
            </a:r>
          </a:p>
          <a:p>
            <a:pPr defTabSz="1010036">
              <a:spcBef>
                <a:spcPct val="40000"/>
              </a:spcBef>
              <a:spcAft>
                <a:spcPct val="20000"/>
              </a:spcAft>
              <a:buClr>
                <a:srgbClr val="005C87"/>
              </a:buClr>
            </a:pPr>
            <a:r>
              <a:rPr lang="en-AU" sz="1300" dirty="0">
                <a:solidFill>
                  <a:srgbClr val="005C87"/>
                </a:solidFill>
                <a:latin typeface="Arial"/>
              </a:rPr>
              <a:t>Top 6 banks YTD Q3’12, with market share and ranking for </a:t>
            </a:r>
            <a:r>
              <a:rPr lang="en-AU" sz="1300" dirty="0" smtClean="0">
                <a:solidFill>
                  <a:srgbClr val="005C87"/>
                </a:solidFill>
                <a:latin typeface="Arial"/>
              </a:rPr>
              <a:t>FY’11 </a:t>
            </a:r>
            <a:r>
              <a:rPr lang="en-AU" sz="1300" dirty="0">
                <a:solidFill>
                  <a:srgbClr val="005C87"/>
                </a:solidFill>
                <a:latin typeface="Arial"/>
              </a:rPr>
              <a:t>and </a:t>
            </a:r>
            <a:r>
              <a:rPr lang="en-AU" sz="1300" dirty="0" smtClean="0">
                <a:solidFill>
                  <a:srgbClr val="005C87"/>
                </a:solidFill>
                <a:latin typeface="Arial"/>
              </a:rPr>
              <a:t>FY’10</a:t>
            </a:r>
            <a:endParaRPr lang="en-AU" sz="1300" dirty="0">
              <a:solidFill>
                <a:srgbClr val="005C87"/>
              </a:solidFill>
              <a:latin typeface="Arial"/>
            </a:endParaRPr>
          </a:p>
        </p:txBody>
      </p:sp>
      <p:sp>
        <p:nvSpPr>
          <p:cNvPr id="30" name="Rectangle 14"/>
          <p:cNvSpPr txBox="1">
            <a:spLocks noChangeArrowheads="1"/>
          </p:cNvSpPr>
          <p:nvPr/>
        </p:nvSpPr>
        <p:spPr bwMode="auto">
          <a:xfrm>
            <a:off x="412751" y="368300"/>
            <a:ext cx="9867900" cy="587375"/>
          </a:xfrm>
          <a:prstGeom prst="rect">
            <a:avLst/>
          </a:prstGeom>
          <a:noFill/>
          <a:ln w="9525">
            <a:noFill/>
            <a:miter lim="800000"/>
            <a:headEnd/>
            <a:tailEnd/>
          </a:ln>
        </p:spPr>
        <p:txBody>
          <a:bodyPr vert="horz" wrap="square" lIns="0" tIns="50506" rIns="100998" bIns="50506" numCol="1" anchor="ctr" anchorCtr="0" compatLnSpc="1">
            <a:prstTxWarp prst="textNoShape">
              <a:avLst/>
            </a:prstTxWarp>
          </a:bodyPr>
          <a:lstStyle/>
          <a:p>
            <a:pPr defTabSz="1010214">
              <a:defRPr/>
            </a:pPr>
            <a:r>
              <a:rPr lang="en-GB" sz="2200" baseline="0" dirty="0">
                <a:solidFill>
                  <a:srgbClr val="6D6E71"/>
                </a:solidFill>
                <a:latin typeface="Arial"/>
              </a:rPr>
              <a:t>ECM</a:t>
            </a:r>
            <a:r>
              <a:rPr lang="en-GB" sz="2200" kern="0" baseline="0" dirty="0">
                <a:solidFill>
                  <a:srgbClr val="6D6E71"/>
                </a:solidFill>
                <a:latin typeface="Arial"/>
              </a:rPr>
              <a:t>– Top Banks By Region</a:t>
            </a:r>
          </a:p>
        </p:txBody>
      </p:sp>
      <p:sp>
        <p:nvSpPr>
          <p:cNvPr id="31" name="Rectangle 39"/>
          <p:cNvSpPr>
            <a:spLocks noChangeArrowheads="1"/>
          </p:cNvSpPr>
          <p:nvPr/>
        </p:nvSpPr>
        <p:spPr bwMode="auto">
          <a:xfrm>
            <a:off x="5505974" y="4177595"/>
            <a:ext cx="4719507" cy="468312"/>
          </a:xfrm>
          <a:prstGeom prst="rect">
            <a:avLst/>
          </a:prstGeom>
          <a:noFill/>
          <a:ln w="9525">
            <a:noFill/>
            <a:miter lim="800000"/>
            <a:headEnd/>
            <a:tailEnd/>
          </a:ln>
        </p:spPr>
        <p:txBody>
          <a:bodyPr lIns="0" tIns="0" rIns="0" bIns="0"/>
          <a:lstStyle/>
          <a:p>
            <a:pPr defTabSz="1010036">
              <a:spcBef>
                <a:spcPct val="40000"/>
              </a:spcBef>
              <a:spcAft>
                <a:spcPct val="20000"/>
              </a:spcAft>
              <a:buClr>
                <a:srgbClr val="005C87"/>
              </a:buClr>
            </a:pPr>
            <a:r>
              <a:rPr lang="en-AU" sz="2100" b="1" dirty="0">
                <a:solidFill>
                  <a:srgbClr val="005C87"/>
                </a:solidFill>
                <a:latin typeface="Arial"/>
              </a:rPr>
              <a:t>Middle East ECM</a:t>
            </a:r>
          </a:p>
          <a:p>
            <a:pPr defTabSz="1010036">
              <a:spcBef>
                <a:spcPct val="40000"/>
              </a:spcBef>
              <a:spcAft>
                <a:spcPct val="20000"/>
              </a:spcAft>
              <a:buClr>
                <a:srgbClr val="005C87"/>
              </a:buClr>
            </a:pPr>
            <a:r>
              <a:rPr lang="en-AU" sz="1300" dirty="0">
                <a:solidFill>
                  <a:srgbClr val="005C87"/>
                </a:solidFill>
                <a:latin typeface="Arial"/>
              </a:rPr>
              <a:t>Top 6 banks </a:t>
            </a:r>
            <a:r>
              <a:rPr lang="en-AU" sz="1300" dirty="0" smtClean="0">
                <a:solidFill>
                  <a:srgbClr val="005C87"/>
                </a:solidFill>
                <a:latin typeface="Arial"/>
              </a:rPr>
              <a:t>FY’12</a:t>
            </a:r>
            <a:r>
              <a:rPr lang="en-AU" sz="1300" dirty="0">
                <a:solidFill>
                  <a:srgbClr val="005C87"/>
                </a:solidFill>
                <a:latin typeface="Arial"/>
              </a:rPr>
              <a:t>, with market share and ranking for </a:t>
            </a:r>
            <a:r>
              <a:rPr lang="en-AU" sz="1300" dirty="0" smtClean="0">
                <a:solidFill>
                  <a:srgbClr val="005C87"/>
                </a:solidFill>
                <a:latin typeface="Arial"/>
              </a:rPr>
              <a:t>FY’11 </a:t>
            </a:r>
            <a:r>
              <a:rPr lang="en-AU" sz="1300" dirty="0">
                <a:solidFill>
                  <a:srgbClr val="005C87"/>
                </a:solidFill>
                <a:latin typeface="Arial"/>
              </a:rPr>
              <a:t>and </a:t>
            </a:r>
            <a:r>
              <a:rPr lang="en-AU" sz="1300" dirty="0" smtClean="0">
                <a:solidFill>
                  <a:srgbClr val="005C87"/>
                </a:solidFill>
                <a:latin typeface="Arial"/>
              </a:rPr>
              <a:t>FY’10</a:t>
            </a:r>
            <a:endParaRPr lang="en-AU" sz="1300" dirty="0">
              <a:solidFill>
                <a:srgbClr val="005C87"/>
              </a:solidFill>
              <a:latin typeface="Arial"/>
            </a:endParaRPr>
          </a:p>
        </p:txBody>
      </p:sp>
      <p:sp>
        <p:nvSpPr>
          <p:cNvPr id="51" name="Left Brace 50"/>
          <p:cNvSpPr/>
          <p:nvPr/>
        </p:nvSpPr>
        <p:spPr bwMode="auto">
          <a:xfrm rot="5400000">
            <a:off x="8067512" y="5953914"/>
            <a:ext cx="188302" cy="199683"/>
          </a:xfrm>
          <a:prstGeom prst="leftBrace">
            <a:avLst/>
          </a:prstGeom>
          <a:noFill/>
          <a:ln w="9525" cap="flat" cmpd="sng" algn="ctr">
            <a:solidFill>
              <a:srgbClr val="005C87"/>
            </a:solidFill>
            <a:prstDash val="solid"/>
            <a:round/>
            <a:headEnd type="none" w="med" len="med"/>
            <a:tailEnd type="none" w="med" len="med"/>
          </a:ln>
          <a:effectLst/>
        </p:spPr>
        <p:txBody>
          <a:bodyPr vert="horz" wrap="square" lIns="101051" tIns="50530" rIns="101051" bIns="50530" numCol="1" rtlCol="0" anchor="t" anchorCtr="0" compatLnSpc="1">
            <a:prstTxWarp prst="textNoShape">
              <a:avLst/>
            </a:prstTxWarp>
          </a:bodyPr>
          <a:lstStyle/>
          <a:p>
            <a:pPr defTabSz="1152542">
              <a:spcBef>
                <a:spcPct val="40000"/>
              </a:spcBef>
              <a:spcAft>
                <a:spcPct val="40000"/>
              </a:spcAft>
            </a:pPr>
            <a:endParaRPr lang="en-GB" baseline="0" dirty="0">
              <a:latin typeface="Arial"/>
            </a:endParaRPr>
          </a:p>
        </p:txBody>
      </p:sp>
      <p:pic>
        <p:nvPicPr>
          <p:cNvPr id="52" name="Picture 6"/>
          <p:cNvPicPr>
            <a:picLocks noChangeAspect="1" noChangeArrowheads="1"/>
          </p:cNvPicPr>
          <p:nvPr/>
        </p:nvPicPr>
        <p:blipFill>
          <a:blip r:embed="rId4" cstate="print"/>
          <a:srcRect l="90892" t="49845" r="3643" b="41847"/>
          <a:stretch>
            <a:fillRect/>
          </a:stretch>
        </p:blipFill>
        <p:spPr bwMode="auto">
          <a:xfrm>
            <a:off x="7460290" y="5808694"/>
            <a:ext cx="252628" cy="158784"/>
          </a:xfrm>
          <a:prstGeom prst="rect">
            <a:avLst/>
          </a:prstGeom>
          <a:noFill/>
          <a:ln w="9525">
            <a:noFill/>
            <a:miter lim="800000"/>
            <a:headEnd/>
            <a:tailEnd/>
          </a:ln>
          <a:effectLst/>
        </p:spPr>
      </p:pic>
      <p:sp>
        <p:nvSpPr>
          <p:cNvPr id="53" name="Left Brace 52"/>
          <p:cNvSpPr/>
          <p:nvPr/>
        </p:nvSpPr>
        <p:spPr bwMode="auto">
          <a:xfrm rot="5400000">
            <a:off x="8908610" y="5999886"/>
            <a:ext cx="188302" cy="149773"/>
          </a:xfrm>
          <a:prstGeom prst="leftBrace">
            <a:avLst/>
          </a:prstGeom>
          <a:noFill/>
          <a:ln w="9525" cap="flat" cmpd="sng" algn="ctr">
            <a:solidFill>
              <a:srgbClr val="005C87"/>
            </a:solidFill>
            <a:prstDash val="solid"/>
            <a:round/>
            <a:headEnd type="none" w="med" len="med"/>
            <a:tailEnd type="none" w="med" len="med"/>
          </a:ln>
          <a:effectLst/>
        </p:spPr>
        <p:txBody>
          <a:bodyPr vert="horz" wrap="square" lIns="101051" tIns="50530" rIns="101051" bIns="50530" numCol="1" rtlCol="0" anchor="t" anchorCtr="0" compatLnSpc="1">
            <a:prstTxWarp prst="textNoShape">
              <a:avLst/>
            </a:prstTxWarp>
          </a:bodyPr>
          <a:lstStyle/>
          <a:p>
            <a:pPr defTabSz="1152542">
              <a:spcBef>
                <a:spcPct val="40000"/>
              </a:spcBef>
              <a:spcAft>
                <a:spcPct val="40000"/>
              </a:spcAft>
            </a:pPr>
            <a:endParaRPr lang="en-GB" baseline="0" dirty="0">
              <a:latin typeface="Arial"/>
            </a:endParaRPr>
          </a:p>
        </p:txBody>
      </p:sp>
      <p:pic>
        <p:nvPicPr>
          <p:cNvPr id="54" name="Picture 6"/>
          <p:cNvPicPr>
            <a:picLocks noChangeAspect="1" noChangeArrowheads="1"/>
          </p:cNvPicPr>
          <p:nvPr/>
        </p:nvPicPr>
        <p:blipFill>
          <a:blip r:embed="rId4" cstate="print"/>
          <a:srcRect l="90892" t="49845" r="3643" b="41847"/>
          <a:stretch>
            <a:fillRect/>
          </a:stretch>
        </p:blipFill>
        <p:spPr bwMode="auto">
          <a:xfrm>
            <a:off x="8879119" y="5863482"/>
            <a:ext cx="221161" cy="139006"/>
          </a:xfrm>
          <a:prstGeom prst="rect">
            <a:avLst/>
          </a:prstGeom>
          <a:noFill/>
          <a:ln w="9525">
            <a:noFill/>
            <a:miter lim="800000"/>
            <a:headEnd/>
            <a:tailEnd/>
          </a:ln>
          <a:effectLst/>
        </p:spPr>
      </p:pic>
      <p:sp>
        <p:nvSpPr>
          <p:cNvPr id="55" name="Left Brace 54"/>
          <p:cNvSpPr/>
          <p:nvPr/>
        </p:nvSpPr>
        <p:spPr bwMode="auto">
          <a:xfrm rot="5400000">
            <a:off x="7500818" y="5877338"/>
            <a:ext cx="188302" cy="352844"/>
          </a:xfrm>
          <a:prstGeom prst="leftBrace">
            <a:avLst/>
          </a:prstGeom>
          <a:noFill/>
          <a:ln w="9525" cap="flat" cmpd="sng" algn="ctr">
            <a:solidFill>
              <a:srgbClr val="005C87"/>
            </a:solidFill>
            <a:prstDash val="solid"/>
            <a:round/>
            <a:headEnd type="none" w="med" len="med"/>
            <a:tailEnd type="none" w="med" len="med"/>
          </a:ln>
          <a:effectLst/>
        </p:spPr>
        <p:txBody>
          <a:bodyPr vert="horz" wrap="square" lIns="101051" tIns="50530" rIns="101051" bIns="50530" numCol="1" rtlCol="0" anchor="t" anchorCtr="0" compatLnSpc="1">
            <a:prstTxWarp prst="textNoShape">
              <a:avLst/>
            </a:prstTxWarp>
          </a:bodyPr>
          <a:lstStyle/>
          <a:p>
            <a:pPr defTabSz="1152542">
              <a:spcBef>
                <a:spcPct val="40000"/>
              </a:spcBef>
              <a:spcAft>
                <a:spcPct val="40000"/>
              </a:spcAft>
            </a:pPr>
            <a:endParaRPr lang="en-GB" baseline="0" dirty="0">
              <a:latin typeface="Arial"/>
            </a:endParaRPr>
          </a:p>
        </p:txBody>
      </p:sp>
      <p:pic>
        <p:nvPicPr>
          <p:cNvPr id="56" name="Picture 6"/>
          <p:cNvPicPr>
            <a:picLocks noChangeAspect="1" noChangeArrowheads="1"/>
          </p:cNvPicPr>
          <p:nvPr/>
        </p:nvPicPr>
        <p:blipFill>
          <a:blip r:embed="rId4" cstate="print"/>
          <a:srcRect l="90892" t="49845" r="3643" b="41847"/>
          <a:stretch>
            <a:fillRect/>
          </a:stretch>
        </p:blipFill>
        <p:spPr bwMode="auto">
          <a:xfrm>
            <a:off x="8047870" y="5853327"/>
            <a:ext cx="252628" cy="158784"/>
          </a:xfrm>
          <a:prstGeom prst="rect">
            <a:avLst/>
          </a:prstGeom>
          <a:noFill/>
          <a:ln w="9525">
            <a:noFill/>
            <a:miter lim="800000"/>
            <a:headEnd/>
            <a:tailEnd/>
          </a:ln>
          <a:effectLst/>
        </p:spPr>
      </p:pic>
      <p:sp>
        <p:nvSpPr>
          <p:cNvPr id="57" name="Left Brace 56"/>
          <p:cNvSpPr/>
          <p:nvPr/>
        </p:nvSpPr>
        <p:spPr bwMode="auto">
          <a:xfrm rot="5400000">
            <a:off x="9458490" y="5858962"/>
            <a:ext cx="188302" cy="352844"/>
          </a:xfrm>
          <a:prstGeom prst="leftBrace">
            <a:avLst/>
          </a:prstGeom>
          <a:noFill/>
          <a:ln w="9525" cap="flat" cmpd="sng" algn="ctr">
            <a:solidFill>
              <a:srgbClr val="005C87"/>
            </a:solidFill>
            <a:prstDash val="solid"/>
            <a:round/>
            <a:headEnd type="none" w="med" len="med"/>
            <a:tailEnd type="none" w="med" len="med"/>
          </a:ln>
          <a:effectLst/>
        </p:spPr>
        <p:txBody>
          <a:bodyPr vert="horz" wrap="square" lIns="101051" tIns="50530" rIns="101051" bIns="50530" numCol="1" rtlCol="0" anchor="t" anchorCtr="0" compatLnSpc="1">
            <a:prstTxWarp prst="textNoShape">
              <a:avLst/>
            </a:prstTxWarp>
          </a:bodyPr>
          <a:lstStyle/>
          <a:p>
            <a:pPr defTabSz="1152542">
              <a:spcBef>
                <a:spcPct val="40000"/>
              </a:spcBef>
              <a:spcAft>
                <a:spcPct val="40000"/>
              </a:spcAft>
            </a:pPr>
            <a:endParaRPr lang="en-GB" baseline="0" dirty="0">
              <a:latin typeface="Arial"/>
            </a:endParaRPr>
          </a:p>
        </p:txBody>
      </p:sp>
      <p:pic>
        <p:nvPicPr>
          <p:cNvPr id="58" name="Picture 6"/>
          <p:cNvPicPr>
            <a:picLocks noChangeAspect="1" noChangeArrowheads="1"/>
          </p:cNvPicPr>
          <p:nvPr/>
        </p:nvPicPr>
        <p:blipFill>
          <a:blip r:embed="rId4" cstate="print"/>
          <a:srcRect l="90892" t="49845" r="3643" b="41847"/>
          <a:stretch>
            <a:fillRect/>
          </a:stretch>
        </p:blipFill>
        <p:spPr bwMode="auto">
          <a:xfrm>
            <a:off x="9437455" y="5782441"/>
            <a:ext cx="252628" cy="158784"/>
          </a:xfrm>
          <a:prstGeom prst="rect">
            <a:avLst/>
          </a:prstGeom>
          <a:noFill/>
          <a:ln w="9525">
            <a:noFill/>
            <a:miter lim="800000"/>
            <a:headEnd/>
            <a:tailEnd/>
          </a:ln>
          <a:effectLst/>
        </p:spPr>
      </p:pic>
      <p:sp>
        <p:nvSpPr>
          <p:cNvPr id="59" name="Left Brace 58"/>
          <p:cNvSpPr/>
          <p:nvPr/>
        </p:nvSpPr>
        <p:spPr bwMode="auto">
          <a:xfrm rot="5400000">
            <a:off x="6963497" y="5880349"/>
            <a:ext cx="177799" cy="147679"/>
          </a:xfrm>
          <a:prstGeom prst="leftBrace">
            <a:avLst/>
          </a:prstGeom>
          <a:noFill/>
          <a:ln w="9525" cap="flat" cmpd="sng" algn="ctr">
            <a:solidFill>
              <a:srgbClr val="005C87"/>
            </a:solidFill>
            <a:prstDash val="solid"/>
            <a:round/>
            <a:headEnd type="none" w="med" len="med"/>
            <a:tailEnd type="none" w="med" len="med"/>
          </a:ln>
          <a:effectLst/>
        </p:spPr>
        <p:txBody>
          <a:bodyPr vert="horz" wrap="square" lIns="101051" tIns="50530" rIns="101051" bIns="50530" numCol="1" rtlCol="0" anchor="t" anchorCtr="0" compatLnSpc="1">
            <a:prstTxWarp prst="textNoShape">
              <a:avLst/>
            </a:prstTxWarp>
          </a:bodyPr>
          <a:lstStyle/>
          <a:p>
            <a:pPr defTabSz="1152542">
              <a:spcBef>
                <a:spcPct val="40000"/>
              </a:spcBef>
              <a:spcAft>
                <a:spcPct val="40000"/>
              </a:spcAft>
            </a:pPr>
            <a:endParaRPr lang="en-GB" baseline="0" dirty="0">
              <a:latin typeface="Arial"/>
            </a:endParaRPr>
          </a:p>
        </p:txBody>
      </p:sp>
      <p:pic>
        <p:nvPicPr>
          <p:cNvPr id="33" name="Picture 32"/>
          <p:cNvPicPr>
            <a:picLocks noChangeAspect="1" noChangeArrowheads="1"/>
          </p:cNvPicPr>
          <p:nvPr/>
        </p:nvPicPr>
        <p:blipFill>
          <a:blip r:embed="rId4" cstate="print"/>
          <a:srcRect l="90892" t="49845" r="3643" b="41847"/>
          <a:stretch>
            <a:fillRect/>
          </a:stretch>
        </p:blipFill>
        <p:spPr bwMode="auto">
          <a:xfrm>
            <a:off x="6902359" y="5723190"/>
            <a:ext cx="252628" cy="158784"/>
          </a:xfrm>
          <a:prstGeom prst="rect">
            <a:avLst/>
          </a:prstGeom>
          <a:noFill/>
          <a:ln w="9525">
            <a:noFill/>
            <a:miter lim="800000"/>
            <a:headEnd/>
            <a:tailEnd/>
          </a:ln>
          <a:effectLst/>
        </p:spPr>
      </p:pic>
      <p:pic>
        <p:nvPicPr>
          <p:cNvPr id="2050" name="Picture 2"/>
          <p:cNvPicPr>
            <a:picLocks noChangeAspect="1" noChangeArrowheads="1"/>
          </p:cNvPicPr>
          <p:nvPr/>
        </p:nvPicPr>
        <p:blipFill>
          <a:blip r:embed="rId5" cstate="print"/>
          <a:srcRect/>
          <a:stretch>
            <a:fillRect/>
          </a:stretch>
        </p:blipFill>
        <p:spPr bwMode="auto">
          <a:xfrm>
            <a:off x="378725" y="2105602"/>
            <a:ext cx="4600390" cy="1869312"/>
          </a:xfrm>
          <a:prstGeom prst="rect">
            <a:avLst/>
          </a:prstGeom>
          <a:noFill/>
          <a:ln w="9525">
            <a:noFill/>
            <a:miter lim="800000"/>
            <a:headEnd/>
            <a:tailEnd/>
          </a:ln>
          <a:effectLst/>
        </p:spPr>
      </p:pic>
      <p:pic>
        <p:nvPicPr>
          <p:cNvPr id="2051" name="Picture 3"/>
          <p:cNvPicPr>
            <a:picLocks noChangeAspect="1" noChangeArrowheads="1"/>
          </p:cNvPicPr>
          <p:nvPr/>
        </p:nvPicPr>
        <p:blipFill>
          <a:blip r:embed="rId6" cstate="print"/>
          <a:srcRect/>
          <a:stretch>
            <a:fillRect/>
          </a:stretch>
        </p:blipFill>
        <p:spPr bwMode="auto">
          <a:xfrm>
            <a:off x="5697580" y="2105602"/>
            <a:ext cx="4589251" cy="1869312"/>
          </a:xfrm>
          <a:prstGeom prst="rect">
            <a:avLst/>
          </a:prstGeom>
          <a:noFill/>
          <a:ln w="9525">
            <a:noFill/>
            <a:miter lim="800000"/>
            <a:headEnd/>
            <a:tailEnd/>
          </a:ln>
          <a:effectLst/>
        </p:spPr>
      </p:pic>
      <p:pic>
        <p:nvPicPr>
          <p:cNvPr id="2052" name="Picture 4"/>
          <p:cNvPicPr>
            <a:picLocks noChangeAspect="1" noChangeArrowheads="1"/>
          </p:cNvPicPr>
          <p:nvPr/>
        </p:nvPicPr>
        <p:blipFill>
          <a:blip r:embed="rId7" cstate="print"/>
          <a:srcRect/>
          <a:stretch>
            <a:fillRect/>
          </a:stretch>
        </p:blipFill>
        <p:spPr bwMode="auto">
          <a:xfrm>
            <a:off x="378728" y="4856460"/>
            <a:ext cx="4589251" cy="1869312"/>
          </a:xfrm>
          <a:prstGeom prst="rect">
            <a:avLst/>
          </a:prstGeom>
          <a:noFill/>
          <a:ln w="9525">
            <a:noFill/>
            <a:miter lim="800000"/>
            <a:headEnd/>
            <a:tailEnd/>
          </a:ln>
          <a:effectLst/>
        </p:spPr>
      </p:pic>
      <p:sp>
        <p:nvSpPr>
          <p:cNvPr id="34" name="Text Box 144"/>
          <p:cNvSpPr txBox="1">
            <a:spLocks noChangeArrowheads="1"/>
          </p:cNvSpPr>
          <p:nvPr/>
        </p:nvSpPr>
        <p:spPr bwMode="auto">
          <a:xfrm>
            <a:off x="1452566" y="7040024"/>
            <a:ext cx="5468937" cy="320895"/>
          </a:xfrm>
          <a:prstGeom prst="rect">
            <a:avLst/>
          </a:prstGeom>
          <a:noFill/>
          <a:ln w="9525">
            <a:noFill/>
            <a:miter lim="800000"/>
            <a:headEnd/>
            <a:tailEnd/>
          </a:ln>
        </p:spPr>
        <p:txBody>
          <a:bodyPr wrap="square" lIns="89189" tIns="44596" rIns="89189" bIns="44596" anchor="b">
            <a:spAutoFit/>
          </a:bodyPr>
          <a:lstStyle/>
          <a:p>
            <a:pPr marL="223674" indent="-223674" defTabSz="1032979">
              <a:spcBef>
                <a:spcPct val="50000"/>
              </a:spcBef>
            </a:pPr>
            <a:r>
              <a:rPr lang="en-GB" sz="600" baseline="0" dirty="0" smtClean="0">
                <a:latin typeface="Arial"/>
              </a:rPr>
              <a:t>Source: </a:t>
            </a:r>
            <a:r>
              <a:rPr lang="en-GB" sz="600" baseline="0" dirty="0" err="1" smtClean="0">
                <a:latin typeface="Arial"/>
              </a:rPr>
              <a:t>Dealogic</a:t>
            </a:r>
            <a:endParaRPr lang="en-GB" sz="600" baseline="0" dirty="0" smtClean="0">
              <a:latin typeface="Arial"/>
            </a:endParaRPr>
          </a:p>
          <a:p>
            <a:pPr marL="223674" indent="-223674" defTabSz="1032979">
              <a:spcBef>
                <a:spcPct val="50000"/>
              </a:spcBef>
            </a:pPr>
            <a:r>
              <a:rPr lang="en-US" sz="600" baseline="0" dirty="0" smtClean="0">
                <a:latin typeface="Arial"/>
              </a:rPr>
              <a:t>N.A: Not applicable as they did not make any deals for the respective year</a:t>
            </a:r>
          </a:p>
        </p:txBody>
      </p:sp>
      <p:sp>
        <p:nvSpPr>
          <p:cNvPr id="35" name="Text Box 144"/>
          <p:cNvSpPr txBox="1">
            <a:spLocks noChangeArrowheads="1"/>
          </p:cNvSpPr>
          <p:nvPr/>
        </p:nvSpPr>
        <p:spPr bwMode="auto">
          <a:xfrm>
            <a:off x="5440365" y="4049183"/>
            <a:ext cx="4764207" cy="197785"/>
          </a:xfrm>
          <a:prstGeom prst="rect">
            <a:avLst/>
          </a:prstGeom>
          <a:noFill/>
          <a:ln w="9525">
            <a:noFill/>
            <a:miter lim="800000"/>
            <a:headEnd/>
            <a:tailEnd/>
          </a:ln>
        </p:spPr>
        <p:txBody>
          <a:bodyPr wrap="square" lIns="89189" tIns="44596" rIns="89189" bIns="44596" anchor="b">
            <a:spAutoFit/>
          </a:bodyPr>
          <a:lstStyle/>
          <a:p>
            <a:pPr marL="223674" indent="-223674" defTabSz="1032979">
              <a:spcBef>
                <a:spcPct val="50000"/>
              </a:spcBef>
            </a:pPr>
            <a:r>
              <a:rPr lang="en-US" sz="700" baseline="0" dirty="0" smtClean="0">
                <a:latin typeface="Arial"/>
              </a:rPr>
              <a:t>FY’12 SCB ranked #34 with 0.5% of market share</a:t>
            </a:r>
            <a:endParaRPr lang="en-GB" sz="700" baseline="0" dirty="0">
              <a:latin typeface="Arial"/>
            </a:endParaRPr>
          </a:p>
        </p:txBody>
      </p:sp>
      <p:sp>
        <p:nvSpPr>
          <p:cNvPr id="36" name="Text Box 144"/>
          <p:cNvSpPr txBox="1">
            <a:spLocks noChangeArrowheads="1"/>
          </p:cNvSpPr>
          <p:nvPr/>
        </p:nvSpPr>
        <p:spPr bwMode="auto">
          <a:xfrm>
            <a:off x="329188" y="6847144"/>
            <a:ext cx="4764207" cy="197785"/>
          </a:xfrm>
          <a:prstGeom prst="rect">
            <a:avLst/>
          </a:prstGeom>
          <a:noFill/>
          <a:ln w="9525">
            <a:noFill/>
            <a:miter lim="800000"/>
            <a:headEnd/>
            <a:tailEnd/>
          </a:ln>
        </p:spPr>
        <p:txBody>
          <a:bodyPr wrap="square" lIns="89189" tIns="44596" rIns="89189" bIns="44596" anchor="b">
            <a:spAutoFit/>
          </a:bodyPr>
          <a:lstStyle/>
          <a:p>
            <a:pPr marL="223674" indent="-223674" defTabSz="1032979">
              <a:spcBef>
                <a:spcPct val="50000"/>
              </a:spcBef>
            </a:pPr>
            <a:r>
              <a:rPr lang="en-US" sz="700" baseline="0" dirty="0" smtClean="0">
                <a:latin typeface="Arial"/>
              </a:rPr>
              <a:t>FY’12 SCB ranked #16 with 0.9% of market share</a:t>
            </a:r>
            <a:endParaRPr lang="en-GB" sz="700" baseline="0" dirty="0">
              <a:latin typeface="Arial"/>
            </a:endParaRPr>
          </a:p>
        </p:txBody>
      </p:sp>
      <p:sp>
        <p:nvSpPr>
          <p:cNvPr id="37" name="Text Box 144"/>
          <p:cNvSpPr txBox="1">
            <a:spLocks noChangeArrowheads="1"/>
          </p:cNvSpPr>
          <p:nvPr/>
        </p:nvSpPr>
        <p:spPr bwMode="auto">
          <a:xfrm>
            <a:off x="5440365" y="6847144"/>
            <a:ext cx="4764207" cy="197785"/>
          </a:xfrm>
          <a:prstGeom prst="rect">
            <a:avLst/>
          </a:prstGeom>
          <a:noFill/>
          <a:ln w="9525">
            <a:noFill/>
            <a:miter lim="800000"/>
            <a:headEnd/>
            <a:tailEnd/>
          </a:ln>
        </p:spPr>
        <p:txBody>
          <a:bodyPr wrap="square" lIns="89189" tIns="44596" rIns="89189" bIns="44596" anchor="b">
            <a:spAutoFit/>
          </a:bodyPr>
          <a:lstStyle/>
          <a:p>
            <a:pPr marL="223674" indent="-223674" defTabSz="1032979">
              <a:spcBef>
                <a:spcPct val="50000"/>
              </a:spcBef>
            </a:pPr>
            <a:r>
              <a:rPr lang="en-US" sz="700" baseline="0" dirty="0" smtClean="0">
                <a:latin typeface="Arial"/>
              </a:rPr>
              <a:t>SCB ranking not available</a:t>
            </a:r>
            <a:endParaRPr lang="en-GB" sz="700" baseline="0" dirty="0">
              <a:latin typeface="Arial"/>
            </a:endParaRPr>
          </a:p>
        </p:txBody>
      </p:sp>
      <p:sp>
        <p:nvSpPr>
          <p:cNvPr id="38" name="Text Box 144"/>
          <p:cNvSpPr txBox="1">
            <a:spLocks noChangeArrowheads="1"/>
          </p:cNvSpPr>
          <p:nvPr/>
        </p:nvSpPr>
        <p:spPr bwMode="auto">
          <a:xfrm>
            <a:off x="329188" y="4049183"/>
            <a:ext cx="4764207" cy="197785"/>
          </a:xfrm>
          <a:prstGeom prst="rect">
            <a:avLst/>
          </a:prstGeom>
          <a:noFill/>
          <a:ln w="9525">
            <a:noFill/>
            <a:miter lim="800000"/>
            <a:headEnd/>
            <a:tailEnd/>
          </a:ln>
        </p:spPr>
        <p:txBody>
          <a:bodyPr wrap="square" lIns="89189" tIns="44596" rIns="89189" bIns="44596" anchor="b">
            <a:spAutoFit/>
          </a:bodyPr>
          <a:lstStyle/>
          <a:p>
            <a:pPr marL="223674" indent="-223674" defTabSz="1032979">
              <a:spcBef>
                <a:spcPct val="50000"/>
              </a:spcBef>
            </a:pPr>
            <a:r>
              <a:rPr lang="en-US" sz="700" baseline="0" dirty="0" smtClean="0">
                <a:latin typeface="Arial"/>
              </a:rPr>
              <a:t>FY’12 SCB ranked #62 with 0.2% of market share</a:t>
            </a:r>
            <a:endParaRPr lang="en-GB" sz="700" baseline="0" dirty="0">
              <a:latin typeface="Arial"/>
            </a:endParaRPr>
          </a:p>
        </p:txBody>
      </p:sp>
      <p:sp>
        <p:nvSpPr>
          <p:cNvPr id="39" name="TextBox 38"/>
          <p:cNvSpPr txBox="1"/>
          <p:nvPr/>
        </p:nvSpPr>
        <p:spPr>
          <a:xfrm>
            <a:off x="8353428" y="199023"/>
            <a:ext cx="1549397" cy="338554"/>
          </a:xfrm>
          <a:prstGeom prst="rect">
            <a:avLst/>
          </a:prstGeom>
          <a:solidFill>
            <a:srgbClr val="E6E7E8"/>
          </a:solidFill>
        </p:spPr>
        <p:txBody>
          <a:bodyPr wrap="square" rtlCol="0">
            <a:spAutoFit/>
          </a:bodyPr>
          <a:lstStyle/>
          <a:p>
            <a:pPr algn="ctr"/>
            <a:r>
              <a:rPr lang="en-US" sz="1600" baseline="0" dirty="0" smtClean="0">
                <a:solidFill>
                  <a:srgbClr val="FF0000"/>
                </a:solidFill>
              </a:rPr>
              <a:t>TO </a:t>
            </a:r>
            <a:r>
              <a:rPr lang="en-US" sz="1600" baseline="0" dirty="0" smtClean="0">
                <a:solidFill>
                  <a:srgbClr val="FF0000"/>
                </a:solidFill>
              </a:rPr>
              <a:t>UPDATE</a:t>
            </a:r>
            <a:endParaRPr lang="en-GB" sz="1600" dirty="0">
              <a:solidFill>
                <a:srgbClr val="FF0000"/>
              </a:solidFill>
            </a:endParaRPr>
          </a:p>
        </p:txBody>
      </p:sp>
    </p:spTree>
  </p:cSld>
  <p:clrMapOvr>
    <a:masterClrMapping/>
  </p:clrMapOvr>
  <p:transition spd="med"/>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ctangle 3"/>
          <p:cNvSpPr>
            <a:spLocks noGrp="1" noChangeArrowheads="1"/>
          </p:cNvSpPr>
          <p:nvPr>
            <p:ph type="ctrTitle"/>
          </p:nvPr>
        </p:nvSpPr>
        <p:spPr>
          <a:xfrm>
            <a:off x="669925" y="2522543"/>
            <a:ext cx="8834438" cy="2424112"/>
          </a:xfrm>
        </p:spPr>
        <p:txBody>
          <a:bodyPr/>
          <a:lstStyle/>
          <a:p>
            <a:pPr lvl="0" eaLnBrk="1" hangingPunct="1"/>
            <a:r>
              <a:rPr lang="en-US" dirty="0" smtClean="0">
                <a:solidFill>
                  <a:srgbClr val="6C6C6C"/>
                </a:solidFill>
              </a:rPr>
              <a:t>Methodology and Key Assumptions</a:t>
            </a:r>
            <a:br>
              <a:rPr lang="en-US" dirty="0" smtClean="0">
                <a:solidFill>
                  <a:srgbClr val="6C6C6C"/>
                </a:solidFill>
              </a:rPr>
            </a:br>
            <a:r>
              <a:rPr lang="en-US" dirty="0" smtClean="0">
                <a:solidFill>
                  <a:srgbClr val="6C6C6C"/>
                </a:solidFill>
              </a:rPr>
              <a:t/>
            </a:r>
            <a:br>
              <a:rPr lang="en-US" dirty="0" smtClean="0">
                <a:solidFill>
                  <a:srgbClr val="6C6C6C"/>
                </a:solidFill>
              </a:rPr>
            </a:br>
            <a:endParaRPr lang="en-GB" dirty="0" smtClean="0">
              <a:solidFill>
                <a:srgbClr val="6C6C6C"/>
              </a:solidFill>
            </a:endParaRPr>
          </a:p>
        </p:txBody>
      </p:sp>
      <p:pic>
        <p:nvPicPr>
          <p:cNvPr id="31745" name="Picture 2" descr="Visual Identitiy Band"/>
          <p:cNvPicPr preferRelativeResize="0">
            <a:picLocks noChangeArrowheads="1"/>
          </p:cNvPicPr>
          <p:nvPr/>
        </p:nvPicPr>
        <p:blipFill>
          <a:blip r:embed="rId3" cstate="print"/>
          <a:srcRect/>
          <a:stretch>
            <a:fillRect/>
          </a:stretch>
        </p:blipFill>
        <p:spPr bwMode="auto">
          <a:xfrm>
            <a:off x="0" y="2381484"/>
            <a:ext cx="10693400" cy="61913"/>
          </a:xfrm>
          <a:prstGeom prst="rect">
            <a:avLst/>
          </a:prstGeom>
          <a:noFill/>
          <a:ln w="9525">
            <a:noFill/>
            <a:miter lim="800000"/>
            <a:headEnd/>
            <a:tailEnd/>
          </a:ln>
        </p:spPr>
      </p:pic>
      <p:sp>
        <p:nvSpPr>
          <p:cNvPr id="4" name="Rectangle 4"/>
          <p:cNvSpPr txBox="1">
            <a:spLocks noChangeArrowheads="1"/>
          </p:cNvSpPr>
          <p:nvPr/>
        </p:nvSpPr>
        <p:spPr bwMode="auto">
          <a:xfrm>
            <a:off x="801937" y="3074193"/>
            <a:ext cx="9090025" cy="1620838"/>
          </a:xfrm>
          <a:prstGeom prst="rect">
            <a:avLst/>
          </a:prstGeom>
          <a:noFill/>
          <a:ln w="9525">
            <a:noFill/>
            <a:miter lim="800000"/>
            <a:headEnd/>
            <a:tailEnd/>
          </a:ln>
        </p:spPr>
        <p:txBody>
          <a:bodyPr vert="horz" wrap="square" lIns="0" tIns="50263" rIns="100464" bIns="50263" numCol="1" anchor="t" anchorCtr="0" compatLnSpc="1">
            <a:prstTxWarp prst="textNoShape">
              <a:avLst/>
            </a:prstTxWarp>
          </a:bodyPr>
          <a:lstStyle/>
          <a:p>
            <a:pPr algn="ctr" defTabSz="1004522" eaLnBrk="0" hangingPunct="0">
              <a:defRPr/>
            </a:pPr>
            <a:endParaRPr lang="en-US" sz="2400" kern="0" baseline="0" dirty="0" smtClean="0">
              <a:solidFill>
                <a:schemeClr val="hlink"/>
              </a:solidFill>
              <a:latin typeface="+mj-lt"/>
              <a:ea typeface="+mj-ea"/>
              <a:cs typeface="+mj-cs"/>
            </a:endParaRPr>
          </a:p>
        </p:txBody>
      </p:sp>
    </p:spTree>
  </p:cSld>
  <p:clrMapOvr>
    <a:masterClrMapping/>
  </p:clrMapOvr>
  <p:transition spd="med"/>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4"/>
          <p:cNvSpPr txBox="1">
            <a:spLocks noChangeArrowheads="1"/>
          </p:cNvSpPr>
          <p:nvPr/>
        </p:nvSpPr>
        <p:spPr bwMode="auto">
          <a:xfrm>
            <a:off x="423634" y="520704"/>
            <a:ext cx="9867900" cy="587375"/>
          </a:xfrm>
          <a:prstGeom prst="rect">
            <a:avLst/>
          </a:prstGeom>
          <a:noFill/>
          <a:ln w="9525">
            <a:noFill/>
            <a:miter lim="800000"/>
            <a:headEnd/>
            <a:tailEnd/>
          </a:ln>
        </p:spPr>
        <p:txBody>
          <a:bodyPr vert="horz" wrap="square" lIns="0" tIns="50319" rIns="100589" bIns="50319" numCol="1" anchor="ctr" anchorCtr="0" compatLnSpc="1">
            <a:prstTxWarp prst="textNoShape">
              <a:avLst/>
            </a:prstTxWarp>
          </a:bodyPr>
          <a:lstStyle/>
          <a:p>
            <a:pPr defTabSz="1006298"/>
            <a:r>
              <a:rPr lang="en-GB" sz="2200" kern="0" baseline="0" dirty="0" smtClean="0">
                <a:solidFill>
                  <a:srgbClr val="6C6C6C"/>
                </a:solidFill>
                <a:latin typeface="Arial"/>
              </a:rPr>
              <a:t>WB Equivalent Methodology and Assumptions – Global Peers</a:t>
            </a:r>
          </a:p>
          <a:p>
            <a:pPr defTabSz="1006298">
              <a:defRPr/>
            </a:pPr>
            <a:endParaRPr lang="en-GB" sz="2200" kern="0" baseline="0" dirty="0">
              <a:solidFill>
                <a:srgbClr val="6C6C6C"/>
              </a:solidFill>
              <a:latin typeface="Arial"/>
            </a:endParaRPr>
          </a:p>
        </p:txBody>
      </p:sp>
      <p:graphicFrame>
        <p:nvGraphicFramePr>
          <p:cNvPr id="3" name="Table 2"/>
          <p:cNvGraphicFramePr>
            <a:graphicFrameLocks noGrp="1"/>
          </p:cNvGraphicFramePr>
          <p:nvPr/>
        </p:nvGraphicFramePr>
        <p:xfrm>
          <a:off x="233708" y="1231947"/>
          <a:ext cx="10225986" cy="5724471"/>
        </p:xfrm>
        <a:graphic>
          <a:graphicData uri="http://schemas.openxmlformats.org/drawingml/2006/table">
            <a:tbl>
              <a:tblPr firstRow="1" bandRow="1">
                <a:tableStyleId>{5C22544A-7EE6-4342-B048-85BDC9FD1C3A}</a:tableStyleId>
              </a:tblPr>
              <a:tblGrid>
                <a:gridCol w="288204"/>
                <a:gridCol w="1352840"/>
                <a:gridCol w="8584942"/>
              </a:tblGrid>
              <a:tr h="259469">
                <a:tc>
                  <a:txBody>
                    <a:bodyPr/>
                    <a:lstStyle/>
                    <a:p>
                      <a:pPr marL="0" algn="l" defTabSz="774077" rtl="0" eaLnBrk="1" latinLnBrk="0" hangingPunct="1"/>
                      <a:endParaRPr lang="en-GB" sz="1100" b="1" kern="1200" dirty="0">
                        <a:solidFill>
                          <a:schemeClr val="dk1"/>
                        </a:solidFill>
                        <a:latin typeface="+mn-lt"/>
                        <a:ea typeface="+mn-ea"/>
                        <a:cs typeface="+mn-cs"/>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100" dirty="0" smtClean="0"/>
                        <a:t>Bank</a:t>
                      </a:r>
                      <a:endParaRPr lang="en-GB" sz="1100" dirty="0"/>
                    </a:p>
                  </a:txBody>
                  <a:tcPr anchor="ctr">
                    <a:lnL w="12700" cmpd="sng">
                      <a:noFill/>
                    </a:lnL>
                    <a:lnB w="12700" cap="flat" cmpd="sng" algn="ctr">
                      <a:solidFill>
                        <a:schemeClr val="bg1"/>
                      </a:solidFill>
                      <a:prstDash val="solid"/>
                      <a:round/>
                      <a:headEnd type="none" w="med" len="med"/>
                      <a:tailEnd type="none" w="med" len="med"/>
                    </a:lnB>
                  </a:tcPr>
                </a:tc>
                <a:tc>
                  <a:txBody>
                    <a:bodyPr/>
                    <a:lstStyle/>
                    <a:p>
                      <a:pPr algn="ctr"/>
                      <a:r>
                        <a:rPr lang="en-US" sz="1100" dirty="0" smtClean="0"/>
                        <a:t>Methodology and Assumptions</a:t>
                      </a:r>
                      <a:endParaRPr lang="en-GB" sz="1100" b="1" kern="1200" dirty="0">
                        <a:solidFill>
                          <a:schemeClr val="lt1"/>
                        </a:solidFill>
                        <a:latin typeface="+mn-lt"/>
                        <a:ea typeface="+mn-ea"/>
                        <a:cs typeface="+mn-cs"/>
                      </a:endParaRPr>
                    </a:p>
                  </a:txBody>
                  <a:tcPr anchor="ctr">
                    <a:lnB w="12700" cap="flat" cmpd="sng" algn="ctr">
                      <a:solidFill>
                        <a:schemeClr val="bg1"/>
                      </a:solidFill>
                      <a:prstDash val="solid"/>
                      <a:round/>
                      <a:headEnd type="none" w="med" len="med"/>
                      <a:tailEnd type="none" w="med" len="med"/>
                    </a:lnB>
                  </a:tcPr>
                </a:tc>
              </a:tr>
              <a:tr h="427497">
                <a:tc rowSpan="14">
                  <a:txBody>
                    <a:bodyPr/>
                    <a:lstStyle/>
                    <a:p>
                      <a:pPr marL="0" algn="ctr" defTabSz="774077" rtl="0" eaLnBrk="1" latinLnBrk="0" hangingPunct="1"/>
                      <a:r>
                        <a:rPr lang="en-US" sz="1100" b="1" kern="1200" dirty="0" smtClean="0">
                          <a:solidFill>
                            <a:schemeClr val="dk1"/>
                          </a:solidFill>
                          <a:latin typeface="+mn-lt"/>
                          <a:ea typeface="+mn-ea"/>
                          <a:cs typeface="+mn-cs"/>
                        </a:rPr>
                        <a:t>Income</a:t>
                      </a:r>
                    </a:p>
                  </a:txBody>
                  <a:tcPr vert="vert270" anchor="ctr">
                    <a:lnT w="38100" cmpd="sng">
                      <a:noFill/>
                    </a:lnT>
                  </a:tcPr>
                </a:tc>
                <a:tc>
                  <a:txBody>
                    <a:bodyPr/>
                    <a:lstStyle/>
                    <a:p>
                      <a:r>
                        <a:rPr lang="en-US" sz="1100" b="1" dirty="0" smtClean="0"/>
                        <a:t>All</a:t>
                      </a:r>
                      <a:r>
                        <a:rPr lang="en-US" sz="1100" b="1" baseline="0" dirty="0" smtClean="0"/>
                        <a:t> banks</a:t>
                      </a:r>
                      <a:endParaRPr lang="en-US" sz="1100" b="1" dirty="0" smtClean="0"/>
                    </a:p>
                  </a:txBody>
                  <a:tcPr anchor="ctr">
                    <a:lnT w="12700" cap="flat" cmpd="sng" algn="ctr">
                      <a:solidFill>
                        <a:schemeClr val="bg1"/>
                      </a:solidFill>
                      <a:prstDash val="solid"/>
                      <a:round/>
                      <a:headEnd type="none" w="med" len="med"/>
                      <a:tailEnd type="none" w="med" len="med"/>
                    </a:lnT>
                  </a:tcPr>
                </a:tc>
                <a:tc>
                  <a:txBody>
                    <a:bodyPr/>
                    <a:lstStyle/>
                    <a:p>
                      <a:pPr marL="174625" marR="0" indent="-1746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100" dirty="0" smtClean="0">
                          <a:solidFill>
                            <a:srgbClr val="006699"/>
                          </a:solidFill>
                          <a:cs typeface="Arial" charset="0"/>
                        </a:rPr>
                        <a:t>SCB WB global and headline data is presented on external basis. SCB product level data is presented on management basis. Peer group WB-Equivalent and Group level data is presented on external basis.</a:t>
                      </a:r>
                      <a:endParaRPr lang="en-GB" sz="1100" kern="1200" dirty="0">
                        <a:solidFill>
                          <a:schemeClr val="dk1"/>
                        </a:solidFill>
                        <a:latin typeface="+mn-lt"/>
                        <a:ea typeface="+mn-ea"/>
                        <a:cs typeface="+mn-cs"/>
                      </a:endParaRPr>
                    </a:p>
                  </a:txBody>
                  <a:tcPr anchor="ctr">
                    <a:lnT w="12700" cap="flat" cmpd="sng" algn="ctr">
                      <a:solidFill>
                        <a:schemeClr val="bg1"/>
                      </a:solidFill>
                      <a:prstDash val="solid"/>
                      <a:round/>
                      <a:headEnd type="none" w="med" len="med"/>
                      <a:tailEnd type="none" w="med" len="med"/>
                    </a:lnT>
                  </a:tcPr>
                </a:tc>
              </a:tr>
              <a:tr h="259469">
                <a:tc vMerge="1">
                  <a:txBody>
                    <a:bodyPr/>
                    <a:lstStyle/>
                    <a:p>
                      <a:endParaRPr lang="en-GB" sz="1000" dirty="0"/>
                    </a:p>
                  </a:txBody>
                  <a:tcPr marL="78191" marR="78191" marT="41468" marB="41468" anchor="ctr"/>
                </a:tc>
                <a:tc>
                  <a:txBody>
                    <a:bodyPr/>
                    <a:lstStyle/>
                    <a:p>
                      <a:r>
                        <a:rPr lang="en-US" sz="1100" dirty="0" smtClean="0">
                          <a:solidFill>
                            <a:srgbClr val="006699"/>
                          </a:solidFill>
                          <a:cs typeface="Arial" charset="0"/>
                        </a:rPr>
                        <a:t>Bank of America</a:t>
                      </a:r>
                      <a:endParaRPr lang="en-GB" sz="1100" dirty="0"/>
                    </a:p>
                  </a:txBody>
                  <a:tcPr anchor="ctr"/>
                </a:tc>
                <a:tc>
                  <a:txBody>
                    <a:bodyPr/>
                    <a:lstStyle/>
                    <a:p>
                      <a:pPr marL="174625" marR="0" indent="-1746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100" dirty="0" smtClean="0">
                          <a:solidFill>
                            <a:srgbClr val="006699"/>
                          </a:solidFill>
                          <a:cs typeface="Arial" charset="0"/>
                        </a:rPr>
                        <a:t>Global Banking + Global Markets</a:t>
                      </a:r>
                      <a:endParaRPr lang="en-GB" sz="1100" kern="1200" dirty="0">
                        <a:solidFill>
                          <a:schemeClr val="dk1"/>
                        </a:solidFill>
                        <a:latin typeface="+mn-lt"/>
                        <a:ea typeface="+mn-ea"/>
                        <a:cs typeface="+mn-cs"/>
                      </a:endParaRPr>
                    </a:p>
                  </a:txBody>
                  <a:tcPr anchor="ctr"/>
                </a:tc>
              </a:tr>
              <a:tr h="280546">
                <a:tc vMerge="1">
                  <a:txBody>
                    <a:bodyPr/>
                    <a:lstStyle/>
                    <a:p>
                      <a:endParaRPr lang="en-US" sz="1000" b="1" dirty="0" smtClean="0"/>
                    </a:p>
                  </a:txBody>
                  <a:tcPr marL="78191" marR="78191" marT="41468" marB="41468" anchor="ctr"/>
                </a:tc>
                <a:tc>
                  <a:txBody>
                    <a:bodyPr/>
                    <a:lstStyle/>
                    <a:p>
                      <a:r>
                        <a:rPr lang="en-US" sz="1100" dirty="0" smtClean="0">
                          <a:solidFill>
                            <a:srgbClr val="006699"/>
                          </a:solidFill>
                          <a:cs typeface="Arial" charset="0"/>
                        </a:rPr>
                        <a:t>Barclays</a:t>
                      </a:r>
                      <a:endParaRPr lang="en-US" sz="1100" b="1" dirty="0" smtClean="0"/>
                    </a:p>
                  </a:txBody>
                  <a:tcPr anchor="ctr"/>
                </a:tc>
                <a:tc>
                  <a:txBody>
                    <a:bodyPr/>
                    <a:lstStyle/>
                    <a:p>
                      <a:pPr marL="174625" marR="0" indent="-1746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100" dirty="0" smtClean="0">
                          <a:solidFill>
                            <a:srgbClr val="006699"/>
                          </a:solidFill>
                          <a:cs typeface="Arial" charset="0"/>
                        </a:rPr>
                        <a:t>Investment Banking + Corporate Banking</a:t>
                      </a:r>
                      <a:endParaRPr lang="en-GB" sz="1100" kern="1200" dirty="0">
                        <a:solidFill>
                          <a:schemeClr val="dk1"/>
                        </a:solidFill>
                        <a:latin typeface="+mn-lt"/>
                        <a:ea typeface="+mn-ea"/>
                        <a:cs typeface="+mn-cs"/>
                      </a:endParaRPr>
                    </a:p>
                  </a:txBody>
                  <a:tcPr anchor="ctr"/>
                </a:tc>
              </a:tr>
              <a:tr h="259469">
                <a:tc vMerge="1">
                  <a:txBody>
                    <a:bodyPr/>
                    <a:lstStyle/>
                    <a:p>
                      <a:endParaRPr lang="en-GB" sz="1000" dirty="0"/>
                    </a:p>
                  </a:txBody>
                  <a:tcPr marL="78191" marR="78191" marT="41468" marB="41468" anchor="ctr"/>
                </a:tc>
                <a:tc>
                  <a:txBody>
                    <a:bodyPr/>
                    <a:lstStyle/>
                    <a:p>
                      <a:r>
                        <a:rPr lang="en-US" sz="1100" dirty="0" smtClean="0">
                          <a:solidFill>
                            <a:srgbClr val="006699"/>
                          </a:solidFill>
                          <a:cs typeface="Arial" charset="0"/>
                        </a:rPr>
                        <a:t>BNP Paribas</a:t>
                      </a:r>
                      <a:endParaRPr lang="en-GB" sz="1100" dirty="0"/>
                    </a:p>
                  </a:txBody>
                  <a:tcPr anchor="ctr"/>
                </a:tc>
                <a:tc>
                  <a:txBody>
                    <a:bodyPr/>
                    <a:lstStyle/>
                    <a:p>
                      <a:pPr marL="174625" marR="0" indent="-1746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100" dirty="0" smtClean="0">
                          <a:solidFill>
                            <a:srgbClr val="006699"/>
                          </a:solidFill>
                          <a:cs typeface="Arial" charset="0"/>
                        </a:rPr>
                        <a:t>Corporate &amp; Investment Banking + Investment Solutions (Securities Services business only)</a:t>
                      </a:r>
                      <a:endParaRPr lang="en-GB" sz="1100" kern="1200" dirty="0">
                        <a:solidFill>
                          <a:schemeClr val="dk1"/>
                        </a:solidFill>
                        <a:latin typeface="+mn-lt"/>
                        <a:ea typeface="+mn-ea"/>
                        <a:cs typeface="+mn-cs"/>
                      </a:endParaRPr>
                    </a:p>
                  </a:txBody>
                  <a:tcPr anchor="ctr"/>
                </a:tc>
              </a:tr>
              <a:tr h="274348">
                <a:tc vMerge="1">
                  <a:txBody>
                    <a:bodyPr/>
                    <a:lstStyle/>
                    <a:p>
                      <a:endParaRPr lang="en-GB" sz="1000" b="1" dirty="0"/>
                    </a:p>
                  </a:txBody>
                  <a:tcPr marL="78191" marR="78191" marT="41468" marB="41468" anchor="ctr"/>
                </a:tc>
                <a:tc>
                  <a:txBody>
                    <a:bodyPr/>
                    <a:lstStyle/>
                    <a:p>
                      <a:r>
                        <a:rPr lang="en-US" sz="1100" dirty="0" err="1" smtClean="0">
                          <a:solidFill>
                            <a:srgbClr val="006699"/>
                          </a:solidFill>
                          <a:cs typeface="Arial" charset="0"/>
                        </a:rPr>
                        <a:t>Citi</a:t>
                      </a:r>
                      <a:endParaRPr lang="en-GB" sz="1100" b="1" dirty="0"/>
                    </a:p>
                  </a:txBody>
                  <a:tcPr anchor="ctr"/>
                </a:tc>
                <a:tc>
                  <a:txBody>
                    <a:bodyPr/>
                    <a:lstStyle/>
                    <a:p>
                      <a:pPr marL="174625" marR="0" indent="-1746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100" dirty="0" smtClean="0">
                          <a:solidFill>
                            <a:srgbClr val="006699"/>
                          </a:solidFill>
                          <a:cs typeface="Arial" charset="0"/>
                        </a:rPr>
                        <a:t>Securities Banking (ex-Private Banking) + Transaction</a:t>
                      </a:r>
                      <a:r>
                        <a:rPr lang="en-US" sz="1100" baseline="0" dirty="0" smtClean="0">
                          <a:solidFill>
                            <a:srgbClr val="006699"/>
                          </a:solidFill>
                          <a:cs typeface="Arial" charset="0"/>
                        </a:rPr>
                        <a:t> Services</a:t>
                      </a:r>
                      <a:endParaRPr lang="en-US" sz="1100" kern="1200" dirty="0" smtClean="0">
                        <a:solidFill>
                          <a:schemeClr val="dk1"/>
                        </a:solidFill>
                        <a:latin typeface="+mn-lt"/>
                        <a:ea typeface="+mn-ea"/>
                        <a:cs typeface="+mn-cs"/>
                      </a:endParaRPr>
                    </a:p>
                  </a:txBody>
                  <a:tcPr anchor="ctr"/>
                </a:tc>
              </a:tr>
              <a:tr h="259469">
                <a:tc vMerge="1">
                  <a:txBody>
                    <a:bodyPr/>
                    <a:lstStyle/>
                    <a:p>
                      <a:endParaRPr lang="en-GB" sz="1000" b="1" dirty="0"/>
                    </a:p>
                  </a:txBody>
                  <a:tcPr marL="78191" marR="78191" marT="41468" marB="41468" anchor="ctr"/>
                </a:tc>
                <a:tc>
                  <a:txBody>
                    <a:bodyPr/>
                    <a:lstStyle/>
                    <a:p>
                      <a:r>
                        <a:rPr lang="en-US" sz="1100" dirty="0" smtClean="0">
                          <a:solidFill>
                            <a:srgbClr val="006699"/>
                          </a:solidFill>
                          <a:cs typeface="Arial" charset="0"/>
                        </a:rPr>
                        <a:t>Credit Suisse</a:t>
                      </a:r>
                      <a:endParaRPr lang="en-GB" sz="1100" b="1" dirty="0"/>
                    </a:p>
                  </a:txBody>
                  <a:tcPr anchor="ctr"/>
                </a:tc>
                <a:tc>
                  <a:txBody>
                    <a:bodyPr/>
                    <a:lstStyle/>
                    <a:p>
                      <a:pPr marL="174625" marR="0" indent="-1746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100" dirty="0" smtClean="0">
                          <a:solidFill>
                            <a:srgbClr val="006699"/>
                          </a:solidFill>
                          <a:cs typeface="Arial" charset="0"/>
                        </a:rPr>
                        <a:t>Investment Banking</a:t>
                      </a:r>
                      <a:endParaRPr lang="en-US" sz="1100" kern="1200" dirty="0" smtClean="0">
                        <a:solidFill>
                          <a:schemeClr val="dk1"/>
                        </a:solidFill>
                        <a:latin typeface="+mn-lt"/>
                        <a:ea typeface="+mn-ea"/>
                        <a:cs typeface="+mn-cs"/>
                      </a:endParaRPr>
                    </a:p>
                  </a:txBody>
                  <a:tcPr anchor="ctr"/>
                </a:tc>
              </a:tr>
              <a:tr h="261947">
                <a:tc vMerge="1">
                  <a:txBody>
                    <a:bodyPr/>
                    <a:lstStyle/>
                    <a:p>
                      <a:endParaRPr lang="en-GB" sz="1000" b="1" dirty="0"/>
                    </a:p>
                  </a:txBody>
                  <a:tcPr marL="78191" marR="78191" marT="41468" marB="41468" anchor="ctr"/>
                </a:tc>
                <a:tc>
                  <a:txBody>
                    <a:bodyPr/>
                    <a:lstStyle/>
                    <a:p>
                      <a:r>
                        <a:rPr lang="en-US" sz="1100" dirty="0" smtClean="0">
                          <a:solidFill>
                            <a:srgbClr val="006699"/>
                          </a:solidFill>
                          <a:cs typeface="Arial" charset="0"/>
                        </a:rPr>
                        <a:t>Deutsche Bank</a:t>
                      </a:r>
                      <a:endParaRPr lang="en-GB" sz="1100" b="1" dirty="0"/>
                    </a:p>
                  </a:txBody>
                  <a:tcPr anchor="ctr"/>
                </a:tc>
                <a:tc>
                  <a:txBody>
                    <a:bodyPr/>
                    <a:lstStyle/>
                    <a:p>
                      <a:pPr marL="174625" marR="0" indent="-1746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100" dirty="0" smtClean="0">
                          <a:solidFill>
                            <a:srgbClr val="006699"/>
                          </a:solidFill>
                          <a:cs typeface="Arial" charset="0"/>
                        </a:rPr>
                        <a:t>Corporate Banking &amp; Securities + Global Transaction Banking</a:t>
                      </a:r>
                      <a:endParaRPr lang="en-US" sz="1100" kern="1200" dirty="0" smtClean="0">
                        <a:solidFill>
                          <a:schemeClr val="dk1"/>
                        </a:solidFill>
                        <a:latin typeface="+mn-lt"/>
                        <a:ea typeface="+mn-ea"/>
                        <a:cs typeface="+mn-cs"/>
                      </a:endParaRPr>
                    </a:p>
                  </a:txBody>
                  <a:tcPr anchor="ctr"/>
                </a:tc>
              </a:tr>
              <a:tr h="259469">
                <a:tc vMerge="1">
                  <a:txBody>
                    <a:bodyPr/>
                    <a:lstStyle/>
                    <a:p>
                      <a:endParaRPr lang="en-GB" sz="1000" b="1" dirty="0"/>
                    </a:p>
                  </a:txBody>
                  <a:tcPr marL="78191" marR="78191" marT="41468" marB="41468" anchor="ctr"/>
                </a:tc>
                <a:tc>
                  <a:txBody>
                    <a:bodyPr/>
                    <a:lstStyle/>
                    <a:p>
                      <a:r>
                        <a:rPr lang="en-US" sz="1100" dirty="0" smtClean="0">
                          <a:solidFill>
                            <a:srgbClr val="006699"/>
                          </a:solidFill>
                          <a:cs typeface="Arial" charset="0"/>
                        </a:rPr>
                        <a:t>HSBC</a:t>
                      </a:r>
                      <a:endParaRPr lang="en-GB" sz="1100" b="1" dirty="0"/>
                    </a:p>
                  </a:txBody>
                  <a:tcPr anchor="ctr"/>
                </a:tc>
                <a:tc>
                  <a:txBody>
                    <a:bodyPr/>
                    <a:lstStyle/>
                    <a:p>
                      <a:pPr marL="174625" marR="0" indent="-1746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100" dirty="0" smtClean="0">
                          <a:solidFill>
                            <a:srgbClr val="006699"/>
                          </a:solidFill>
                          <a:cs typeface="Arial" charset="0"/>
                        </a:rPr>
                        <a:t>Global Banking &amp; Markets + 95% Commercial Banking (ex-insurance)</a:t>
                      </a:r>
                      <a:endParaRPr lang="en-US" sz="1100" kern="1200" dirty="0" smtClean="0">
                        <a:solidFill>
                          <a:schemeClr val="dk1"/>
                        </a:solidFill>
                        <a:latin typeface="+mn-lt"/>
                        <a:ea typeface="+mn-ea"/>
                        <a:cs typeface="+mn-cs"/>
                      </a:endParaRPr>
                    </a:p>
                  </a:txBody>
                  <a:tcPr anchor="ctr"/>
                </a:tc>
              </a:tr>
              <a:tr h="259469">
                <a:tc vMerge="1">
                  <a:txBody>
                    <a:bodyPr/>
                    <a:lstStyle/>
                    <a:p>
                      <a:endParaRPr lang="en-GB" sz="1000" b="1" dirty="0"/>
                    </a:p>
                  </a:txBody>
                  <a:tcPr marL="78191" marR="78191" marT="41468" marB="41468" anchor="ctr"/>
                </a:tc>
                <a:tc>
                  <a:txBody>
                    <a:bodyPr/>
                    <a:lstStyle/>
                    <a:p>
                      <a:r>
                        <a:rPr lang="en-US" sz="1100" dirty="0" smtClean="0">
                          <a:solidFill>
                            <a:srgbClr val="006699"/>
                          </a:solidFill>
                          <a:cs typeface="Arial" charset="0"/>
                        </a:rPr>
                        <a:t>Goldman Sachs</a:t>
                      </a:r>
                      <a:endParaRPr lang="en-GB" sz="1100" b="1" dirty="0"/>
                    </a:p>
                  </a:txBody>
                  <a:tcPr anchor="ctr"/>
                </a:tc>
                <a:tc>
                  <a:txBody>
                    <a:bodyPr/>
                    <a:lstStyle/>
                    <a:p>
                      <a:pPr marL="174625" marR="0" indent="-1746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100" dirty="0" smtClean="0">
                          <a:solidFill>
                            <a:srgbClr val="006699"/>
                          </a:solidFill>
                          <a:cs typeface="Arial" charset="0"/>
                        </a:rPr>
                        <a:t>Investment Banking + Institutional Client Services + Investing &amp;Lending</a:t>
                      </a:r>
                      <a:endParaRPr lang="en-US" sz="1100" kern="1200" dirty="0" smtClean="0">
                        <a:solidFill>
                          <a:schemeClr val="dk1"/>
                        </a:solidFill>
                        <a:latin typeface="+mn-lt"/>
                        <a:ea typeface="+mn-ea"/>
                        <a:cs typeface="+mn-cs"/>
                      </a:endParaRPr>
                    </a:p>
                  </a:txBody>
                  <a:tcPr anchor="ctr"/>
                </a:tc>
              </a:tr>
              <a:tr h="259469">
                <a:tc vMerge="1">
                  <a:txBody>
                    <a:bodyPr/>
                    <a:lstStyle/>
                    <a:p>
                      <a:endParaRPr lang="en-GB" sz="1000" b="1" dirty="0"/>
                    </a:p>
                  </a:txBody>
                  <a:tcPr marL="78191" marR="78191" marT="41468" marB="41468" anchor="ctr"/>
                </a:tc>
                <a:tc>
                  <a:txBody>
                    <a:bodyPr/>
                    <a:lstStyle/>
                    <a:p>
                      <a:r>
                        <a:rPr lang="en-US" sz="1100" dirty="0" smtClean="0">
                          <a:solidFill>
                            <a:srgbClr val="006699"/>
                          </a:solidFill>
                          <a:cs typeface="Arial" charset="0"/>
                        </a:rPr>
                        <a:t>JPMorgan Chase</a:t>
                      </a:r>
                      <a:endParaRPr lang="en-GB" sz="1100" b="1" dirty="0"/>
                    </a:p>
                  </a:txBody>
                  <a:tcPr anchor="ctr"/>
                </a:tc>
                <a:tc>
                  <a:txBody>
                    <a:bodyPr/>
                    <a:lstStyle/>
                    <a:p>
                      <a:pPr marL="174625" marR="0" indent="-1746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100" dirty="0" smtClean="0">
                          <a:solidFill>
                            <a:srgbClr val="006699"/>
                          </a:solidFill>
                          <a:cs typeface="Arial" charset="0"/>
                        </a:rPr>
                        <a:t>Corporate &amp; Investment Bank + Commercial Banking +  Private Equity (Private Equity business line only)</a:t>
                      </a:r>
                      <a:endParaRPr lang="en-US" sz="1100" kern="1200" dirty="0" smtClean="0">
                        <a:solidFill>
                          <a:schemeClr val="dk1"/>
                        </a:solidFill>
                        <a:latin typeface="+mn-lt"/>
                        <a:ea typeface="+mn-ea"/>
                        <a:cs typeface="+mn-cs"/>
                      </a:endParaRPr>
                    </a:p>
                  </a:txBody>
                  <a:tcPr anchor="ctr"/>
                </a:tc>
              </a:tr>
              <a:tr h="259469">
                <a:tc vMerge="1">
                  <a:txBody>
                    <a:bodyPr/>
                    <a:lstStyle/>
                    <a:p>
                      <a:endParaRPr lang="en-GB" sz="1000" b="1" dirty="0"/>
                    </a:p>
                  </a:txBody>
                  <a:tcPr marL="78191" marR="78191" marT="41468" marB="41468" anchor="ctr"/>
                </a:tc>
                <a:tc>
                  <a:txBody>
                    <a:bodyPr/>
                    <a:lstStyle/>
                    <a:p>
                      <a:r>
                        <a:rPr lang="en-US" sz="1100" dirty="0" smtClean="0">
                          <a:solidFill>
                            <a:srgbClr val="006699"/>
                          </a:solidFill>
                          <a:cs typeface="Arial" charset="0"/>
                        </a:rPr>
                        <a:t>Morgan Stanley</a:t>
                      </a:r>
                      <a:endParaRPr lang="en-GB" sz="1100" b="1" dirty="0"/>
                    </a:p>
                  </a:txBody>
                  <a:tcPr anchor="ctr"/>
                </a:tc>
                <a:tc>
                  <a:txBody>
                    <a:bodyPr/>
                    <a:lstStyle/>
                    <a:p>
                      <a:pPr marL="174625" marR="0" indent="-1746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100" dirty="0" smtClean="0">
                          <a:solidFill>
                            <a:srgbClr val="006699"/>
                          </a:solidFill>
                          <a:cs typeface="Arial" charset="0"/>
                        </a:rPr>
                        <a:t>Institutional Securities</a:t>
                      </a:r>
                      <a:endParaRPr lang="en-US" sz="1100" kern="1200" dirty="0" smtClean="0">
                        <a:solidFill>
                          <a:schemeClr val="dk1"/>
                        </a:solidFill>
                        <a:latin typeface="+mn-lt"/>
                        <a:ea typeface="+mn-ea"/>
                        <a:cs typeface="+mn-cs"/>
                      </a:endParaRPr>
                    </a:p>
                  </a:txBody>
                  <a:tcPr anchor="ctr"/>
                </a:tc>
              </a:tr>
              <a:tr h="259469">
                <a:tc vMerge="1">
                  <a:txBody>
                    <a:bodyPr/>
                    <a:lstStyle/>
                    <a:p>
                      <a:endParaRPr lang="en-GB" sz="1000" b="1" dirty="0"/>
                    </a:p>
                  </a:txBody>
                  <a:tcPr marL="78191" marR="78191" marT="41468" marB="41468" anchor="ctr"/>
                </a:tc>
                <a:tc>
                  <a:txBody>
                    <a:bodyPr/>
                    <a:lstStyle/>
                    <a:p>
                      <a:r>
                        <a:rPr lang="en-US" sz="1100" dirty="0" smtClean="0">
                          <a:solidFill>
                            <a:srgbClr val="006699"/>
                          </a:solidFill>
                          <a:cs typeface="Arial" charset="0"/>
                        </a:rPr>
                        <a:t>RBS</a:t>
                      </a:r>
                      <a:endParaRPr lang="en-GB" sz="1100" b="1" dirty="0"/>
                    </a:p>
                  </a:txBody>
                  <a:tcPr anchor="ctr"/>
                </a:tc>
                <a:tc>
                  <a:txBody>
                    <a:bodyPr/>
                    <a:lstStyle/>
                    <a:p>
                      <a:pPr marL="174625" marR="0" indent="-1746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100" dirty="0" smtClean="0">
                          <a:solidFill>
                            <a:srgbClr val="006699"/>
                          </a:solidFill>
                          <a:cs typeface="Arial" charset="0"/>
                        </a:rPr>
                        <a:t>International Banking + Markets + UK Corporate</a:t>
                      </a:r>
                      <a:endParaRPr lang="en-US" sz="1100" kern="1200" dirty="0" smtClean="0">
                        <a:solidFill>
                          <a:schemeClr val="dk1"/>
                        </a:solidFill>
                        <a:latin typeface="+mn-lt"/>
                        <a:ea typeface="+mn-ea"/>
                        <a:cs typeface="+mn-cs"/>
                      </a:endParaRPr>
                    </a:p>
                  </a:txBody>
                  <a:tcPr anchor="ctr"/>
                </a:tc>
              </a:tr>
              <a:tr h="427497">
                <a:tc vMerge="1">
                  <a:txBody>
                    <a:bodyPr/>
                    <a:lstStyle/>
                    <a:p>
                      <a:endParaRPr lang="en-GB" sz="1000" b="1" dirty="0"/>
                    </a:p>
                  </a:txBody>
                  <a:tcPr marL="78191" marR="78191" marT="41468" marB="41468" anchor="ctr"/>
                </a:tc>
                <a:tc>
                  <a:txBody>
                    <a:bodyPr/>
                    <a:lstStyle/>
                    <a:p>
                      <a:r>
                        <a:rPr lang="en-US" sz="1100" dirty="0" err="1" smtClean="0">
                          <a:solidFill>
                            <a:srgbClr val="006699"/>
                          </a:solidFill>
                          <a:cs typeface="Arial" charset="0"/>
                        </a:rPr>
                        <a:t>Société</a:t>
                      </a:r>
                      <a:r>
                        <a:rPr lang="en-US" sz="1100" dirty="0" smtClean="0">
                          <a:solidFill>
                            <a:srgbClr val="006699"/>
                          </a:solidFill>
                          <a:cs typeface="Arial" charset="0"/>
                        </a:rPr>
                        <a:t> </a:t>
                      </a:r>
                      <a:r>
                        <a:rPr lang="en-US" sz="1100" dirty="0" err="1" smtClean="0">
                          <a:solidFill>
                            <a:srgbClr val="006699"/>
                          </a:solidFill>
                          <a:cs typeface="Arial" charset="0"/>
                        </a:rPr>
                        <a:t>Générale</a:t>
                      </a:r>
                      <a:endParaRPr lang="en-GB" sz="1100" b="1" dirty="0"/>
                    </a:p>
                  </a:txBody>
                  <a:tcPr anchor="ctr"/>
                </a:tc>
                <a:tc>
                  <a:txBody>
                    <a:bodyPr/>
                    <a:lstStyle/>
                    <a:p>
                      <a:pPr marL="174625" marR="0" indent="-1746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100" dirty="0" smtClean="0">
                          <a:solidFill>
                            <a:srgbClr val="006699"/>
                          </a:solidFill>
                          <a:cs typeface="Arial" charset="0"/>
                        </a:rPr>
                        <a:t>Corporate &amp; Investment Banking + Private Banking, Global Investment Management and Services (Securities Services and Brokers only)</a:t>
                      </a:r>
                      <a:endParaRPr lang="en-US" sz="1100" kern="1200" dirty="0" smtClean="0">
                        <a:solidFill>
                          <a:schemeClr val="dk1"/>
                        </a:solidFill>
                        <a:latin typeface="+mn-lt"/>
                        <a:ea typeface="+mn-ea"/>
                        <a:cs typeface="+mn-cs"/>
                      </a:endParaRPr>
                    </a:p>
                  </a:txBody>
                  <a:tcPr anchor="ctr"/>
                </a:tc>
              </a:tr>
              <a:tr h="259469">
                <a:tc vMerge="1">
                  <a:txBody>
                    <a:bodyPr/>
                    <a:lstStyle/>
                    <a:p>
                      <a:endParaRPr lang="en-GB" sz="1000" b="1" dirty="0"/>
                    </a:p>
                  </a:txBody>
                  <a:tcPr marL="78191" marR="78191" marT="41468" marB="41468" anchor="ctr"/>
                </a:tc>
                <a:tc>
                  <a:txBody>
                    <a:bodyPr/>
                    <a:lstStyle/>
                    <a:p>
                      <a:r>
                        <a:rPr lang="en-US" sz="1100" dirty="0" smtClean="0">
                          <a:solidFill>
                            <a:srgbClr val="006699"/>
                          </a:solidFill>
                          <a:cs typeface="Arial" charset="0"/>
                        </a:rPr>
                        <a:t>UBS</a:t>
                      </a:r>
                      <a:endParaRPr lang="en-GB" sz="1100" b="1" dirty="0"/>
                    </a:p>
                  </a:txBody>
                  <a:tcPr anchor="ctr"/>
                </a:tc>
                <a:tc>
                  <a:txBody>
                    <a:bodyPr/>
                    <a:lstStyle/>
                    <a:p>
                      <a:pPr marL="174625" marR="0" indent="-1746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100" dirty="0" smtClean="0">
                          <a:solidFill>
                            <a:srgbClr val="006699"/>
                          </a:solidFill>
                          <a:cs typeface="Arial" charset="0"/>
                        </a:rPr>
                        <a:t>Investment Bank</a:t>
                      </a:r>
                      <a:endParaRPr lang="en-US" sz="1100" kern="1200" dirty="0" smtClean="0">
                        <a:solidFill>
                          <a:schemeClr val="dk1"/>
                        </a:solidFill>
                        <a:latin typeface="+mn-lt"/>
                        <a:ea typeface="+mn-ea"/>
                        <a:cs typeface="+mn-cs"/>
                      </a:endParaRPr>
                    </a:p>
                  </a:txBody>
                  <a:tcPr anchor="ctr"/>
                </a:tc>
              </a:tr>
              <a:tr h="259469">
                <a:tc rowSpan="3">
                  <a:txBody>
                    <a:bodyPr/>
                    <a:lstStyle/>
                    <a:p>
                      <a:pPr algn="ctr"/>
                      <a:r>
                        <a:rPr lang="en-US" sz="1100" b="1" dirty="0" smtClean="0"/>
                        <a:t>Expense</a:t>
                      </a:r>
                    </a:p>
                  </a:txBody>
                  <a:tcPr vert="vert270" anchor="ctr"/>
                </a:tc>
                <a:tc>
                  <a:txBody>
                    <a:bodyPr/>
                    <a:lstStyle/>
                    <a:p>
                      <a:r>
                        <a:rPr lang="en-US" sz="1100" b="1" dirty="0" smtClean="0"/>
                        <a:t>All</a:t>
                      </a:r>
                      <a:r>
                        <a:rPr lang="en-US" sz="1100" b="1" baseline="0" dirty="0" smtClean="0"/>
                        <a:t> banks</a:t>
                      </a:r>
                      <a:endParaRPr lang="en-US" sz="1100" b="1" dirty="0" smtClean="0"/>
                    </a:p>
                  </a:txBody>
                  <a:tcPr anchor="ctr"/>
                </a:tc>
                <a:tc>
                  <a:txBody>
                    <a:bodyPr/>
                    <a:lstStyle/>
                    <a:p>
                      <a:pPr marL="174625" marR="0" indent="-1746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100" dirty="0" smtClean="0">
                          <a:solidFill>
                            <a:srgbClr val="006699"/>
                          </a:solidFill>
                          <a:cs typeface="Arial" charset="0"/>
                        </a:rPr>
                        <a:t>WB-Equivalent expense allocation is based on reported divisional Expenses, except where listed below</a:t>
                      </a:r>
                    </a:p>
                  </a:txBody>
                  <a:tcPr anchor="ctr"/>
                </a:tc>
              </a:tr>
              <a:tr h="259469">
                <a:tc vMerge="1">
                  <a:txBody>
                    <a:bodyPr/>
                    <a:lstStyle/>
                    <a:p>
                      <a:pPr algn="ctr"/>
                      <a:endParaRPr lang="en-US" sz="1000" b="1" dirty="0" smtClean="0"/>
                    </a:p>
                  </a:txBody>
                  <a:tcPr marL="78191" marR="78191" marT="41468" marB="41468" vert="vert270" anchor="ctr"/>
                </a:tc>
                <a:tc>
                  <a:txBody>
                    <a:bodyPr/>
                    <a:lstStyle/>
                    <a:p>
                      <a:r>
                        <a:rPr lang="en-US" sz="1100" b="0" dirty="0" err="1" smtClean="0"/>
                        <a:t>Citi</a:t>
                      </a:r>
                      <a:endParaRPr lang="en-US" sz="1100" b="0" dirty="0" smtClean="0"/>
                    </a:p>
                  </a:txBody>
                  <a:tcPr anchor="ctr"/>
                </a:tc>
                <a:tc>
                  <a:txBody>
                    <a:bodyPr/>
                    <a:lstStyle/>
                    <a:p>
                      <a:pPr marL="174625" marR="0" lvl="2" indent="-1746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100" kern="1200" dirty="0" smtClean="0">
                          <a:solidFill>
                            <a:srgbClr val="006699"/>
                          </a:solidFill>
                          <a:latin typeface="+mn-lt"/>
                          <a:ea typeface="+mn-ea"/>
                          <a:cs typeface="Arial" charset="0"/>
                        </a:rPr>
                        <a:t>Private Bank Expenses are stripped out of WB-Equivalent figures</a:t>
                      </a:r>
                      <a:r>
                        <a:rPr lang="en-US" sz="1100" kern="1200" baseline="0" dirty="0" smtClean="0">
                          <a:solidFill>
                            <a:srgbClr val="006699"/>
                          </a:solidFill>
                          <a:latin typeface="+mn-lt"/>
                          <a:ea typeface="+mn-ea"/>
                          <a:cs typeface="Arial" charset="0"/>
                        </a:rPr>
                        <a:t> based on industry average private bank </a:t>
                      </a:r>
                      <a:r>
                        <a:rPr lang="en-US" sz="1100" kern="1200" baseline="0" dirty="0" err="1" smtClean="0">
                          <a:solidFill>
                            <a:srgbClr val="006699"/>
                          </a:solidFill>
                          <a:latin typeface="+mn-lt"/>
                          <a:ea typeface="+mn-ea"/>
                          <a:cs typeface="Arial" charset="0"/>
                        </a:rPr>
                        <a:t>cost:income</a:t>
                      </a:r>
                      <a:r>
                        <a:rPr lang="en-US" sz="1100" kern="1200" baseline="0" dirty="0" smtClean="0">
                          <a:solidFill>
                            <a:srgbClr val="006699"/>
                          </a:solidFill>
                          <a:latin typeface="+mn-lt"/>
                          <a:ea typeface="+mn-ea"/>
                          <a:cs typeface="Arial" charset="0"/>
                        </a:rPr>
                        <a:t> ratio</a:t>
                      </a:r>
                      <a:endParaRPr lang="en-US" sz="1100" kern="1200" dirty="0" smtClean="0">
                        <a:solidFill>
                          <a:srgbClr val="006699"/>
                        </a:solidFill>
                        <a:latin typeface="+mn-lt"/>
                        <a:ea typeface="+mn-ea"/>
                        <a:cs typeface="Arial" charset="0"/>
                      </a:endParaRPr>
                    </a:p>
                  </a:txBody>
                  <a:tcPr anchor="ctr"/>
                </a:tc>
              </a:tr>
              <a:tr h="259469">
                <a:tc vMerge="1">
                  <a:txBody>
                    <a:bodyPr/>
                    <a:lstStyle/>
                    <a:p>
                      <a:pPr algn="ctr"/>
                      <a:endParaRPr lang="en-US" sz="1000" b="1" dirty="0" smtClean="0"/>
                    </a:p>
                  </a:txBody>
                  <a:tcPr marL="78191" marR="78191" marT="41468" marB="41468" vert="vert270" anchor="ctr"/>
                </a:tc>
                <a:tc>
                  <a:txBody>
                    <a:bodyPr/>
                    <a:lstStyle/>
                    <a:p>
                      <a:pPr marL="0" marR="0" indent="0" algn="l" defTabSz="774077" rtl="0" eaLnBrk="1" fontAlgn="auto" latinLnBrk="0" hangingPunct="1">
                        <a:lnSpc>
                          <a:spcPct val="100000"/>
                        </a:lnSpc>
                        <a:spcBef>
                          <a:spcPts val="0"/>
                        </a:spcBef>
                        <a:spcAft>
                          <a:spcPts val="0"/>
                        </a:spcAft>
                        <a:buClrTx/>
                        <a:buSzTx/>
                        <a:buFontTx/>
                        <a:buNone/>
                        <a:tabLst/>
                        <a:defRPr/>
                      </a:pPr>
                      <a:r>
                        <a:rPr lang="en-US" sz="1100" dirty="0" smtClean="0">
                          <a:solidFill>
                            <a:srgbClr val="006699"/>
                          </a:solidFill>
                          <a:cs typeface="Arial" charset="0"/>
                        </a:rPr>
                        <a:t>JPMorgan Chase</a:t>
                      </a:r>
                      <a:endParaRPr lang="en-GB" sz="1100" b="1" dirty="0" smtClean="0"/>
                    </a:p>
                  </a:txBody>
                  <a:tcPr anchor="ctr"/>
                </a:tc>
                <a:tc>
                  <a:txBody>
                    <a:bodyPr/>
                    <a:lstStyle/>
                    <a:p>
                      <a:pPr marL="174625" marR="0" indent="-174625"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100" dirty="0" smtClean="0">
                          <a:solidFill>
                            <a:srgbClr val="006699"/>
                          </a:solidFill>
                          <a:cs typeface="Arial" charset="0"/>
                        </a:rPr>
                        <a:t>Corporate &amp; Investment Bank + Commercial Banking +  Private Equity (Private Equity business line only)</a:t>
                      </a:r>
                      <a:endParaRPr lang="en-US" sz="1100" kern="1200" dirty="0" smtClean="0">
                        <a:solidFill>
                          <a:schemeClr val="dk1"/>
                        </a:solidFill>
                        <a:latin typeface="+mn-lt"/>
                        <a:ea typeface="+mn-ea"/>
                        <a:cs typeface="+mn-cs"/>
                      </a:endParaRPr>
                    </a:p>
                  </a:txBody>
                  <a:tcPr anchor="ctr"/>
                </a:tc>
              </a:tr>
              <a:tr h="679539">
                <a:tc>
                  <a:txBody>
                    <a:bodyPr/>
                    <a:lstStyle/>
                    <a:p>
                      <a:pPr algn="ctr"/>
                      <a:r>
                        <a:rPr lang="en-US" sz="1100" b="1" dirty="0" smtClean="0"/>
                        <a:t>Other</a:t>
                      </a:r>
                    </a:p>
                  </a:txBody>
                  <a:tcPr vert="vert270" anchor="ctr"/>
                </a:tc>
                <a:tc>
                  <a:txBody>
                    <a:bodyPr/>
                    <a:lstStyle/>
                    <a:p>
                      <a:pPr marL="0" marR="0" indent="0" algn="l" defTabSz="774077" rtl="0" eaLnBrk="1" fontAlgn="auto" latinLnBrk="0" hangingPunct="1">
                        <a:lnSpc>
                          <a:spcPct val="100000"/>
                        </a:lnSpc>
                        <a:spcBef>
                          <a:spcPts val="0"/>
                        </a:spcBef>
                        <a:spcAft>
                          <a:spcPts val="0"/>
                        </a:spcAft>
                        <a:buClrTx/>
                        <a:buSzTx/>
                        <a:buFontTx/>
                        <a:buNone/>
                        <a:tabLst/>
                        <a:defRPr/>
                      </a:pPr>
                      <a:r>
                        <a:rPr lang="en-US" sz="1100" b="1" dirty="0" smtClean="0"/>
                        <a:t>All</a:t>
                      </a:r>
                      <a:r>
                        <a:rPr lang="en-US" sz="1100" b="1" baseline="0" dirty="0" smtClean="0"/>
                        <a:t> banks</a:t>
                      </a:r>
                      <a:endParaRPr lang="en-GB" sz="1100" b="1" dirty="0" smtClean="0"/>
                    </a:p>
                  </a:txBody>
                  <a:tcPr anchor="ctr"/>
                </a:tc>
                <a:tc>
                  <a:txBody>
                    <a:bodyPr/>
                    <a:lstStyle/>
                    <a:p>
                      <a:pPr marL="295345" indent="-295345" defTabSz="898347" eaLnBrk="0" fontAlgn="base" hangingPunct="0">
                        <a:spcBef>
                          <a:spcPts val="175"/>
                        </a:spcBef>
                        <a:spcAft>
                          <a:spcPts val="88"/>
                        </a:spcAft>
                        <a:buClr>
                          <a:srgbClr val="22AA47"/>
                        </a:buClr>
                        <a:buSzPct val="140000"/>
                        <a:buFont typeface="Arial" pitchFamily="34" charset="0"/>
                        <a:buChar char="•"/>
                      </a:pPr>
                      <a:r>
                        <a:rPr lang="en-US" sz="1100" kern="1200" dirty="0" smtClean="0">
                          <a:solidFill>
                            <a:srgbClr val="006699"/>
                          </a:solidFill>
                          <a:latin typeface="+mn-lt"/>
                          <a:ea typeface="+mn-ea"/>
                          <a:cs typeface="Arial" charset="0"/>
                        </a:rPr>
                        <a:t>CVA/DVA charges are separated from underlying Income where disclosures available</a:t>
                      </a:r>
                    </a:p>
                    <a:p>
                      <a:pPr marL="0" indent="-295275" defTabSz="898347" eaLnBrk="0" fontAlgn="base" hangingPunct="0">
                        <a:spcBef>
                          <a:spcPts val="175"/>
                        </a:spcBef>
                        <a:spcAft>
                          <a:spcPts val="88"/>
                        </a:spcAft>
                        <a:buClr>
                          <a:srgbClr val="22AA47"/>
                        </a:buClr>
                        <a:buSzPct val="140000"/>
                        <a:buFont typeface="Arial" pitchFamily="34" charset="0"/>
                        <a:buChar char="•"/>
                      </a:pPr>
                      <a:r>
                        <a:rPr lang="en-US" sz="1100" kern="1200" dirty="0" smtClean="0">
                          <a:solidFill>
                            <a:srgbClr val="006699"/>
                          </a:solidFill>
                          <a:latin typeface="+mn-lt"/>
                          <a:ea typeface="+mn-ea"/>
                          <a:cs typeface="Arial" charset="0"/>
                        </a:rPr>
                        <a:t>Non-core/run-off portfolio Income and Expenses are excluded for RBS, </a:t>
                      </a:r>
                      <a:r>
                        <a:rPr lang="en-US" sz="1100" kern="1200" dirty="0" err="1" smtClean="0">
                          <a:solidFill>
                            <a:srgbClr val="006699"/>
                          </a:solidFill>
                          <a:latin typeface="+mn-lt"/>
                          <a:ea typeface="+mn-ea"/>
                          <a:cs typeface="Arial" charset="0"/>
                        </a:rPr>
                        <a:t>Citi</a:t>
                      </a:r>
                      <a:r>
                        <a:rPr lang="en-US" sz="1100" kern="1200" dirty="0" smtClean="0">
                          <a:solidFill>
                            <a:srgbClr val="006699"/>
                          </a:solidFill>
                          <a:latin typeface="+mn-lt"/>
                          <a:ea typeface="+mn-ea"/>
                          <a:cs typeface="Arial" charset="0"/>
                        </a:rPr>
                        <a:t> and </a:t>
                      </a:r>
                      <a:r>
                        <a:rPr lang="en-US" sz="1100" kern="1200" dirty="0" err="1" smtClean="0">
                          <a:solidFill>
                            <a:srgbClr val="006699"/>
                          </a:solidFill>
                          <a:latin typeface="+mn-lt"/>
                          <a:ea typeface="+mn-ea"/>
                          <a:cs typeface="Arial" charset="0"/>
                        </a:rPr>
                        <a:t>Société</a:t>
                      </a:r>
                      <a:r>
                        <a:rPr lang="en-US" sz="1100" kern="1200" dirty="0" smtClean="0">
                          <a:solidFill>
                            <a:srgbClr val="006699"/>
                          </a:solidFill>
                          <a:latin typeface="+mn-lt"/>
                          <a:ea typeface="+mn-ea"/>
                          <a:cs typeface="Arial" charset="0"/>
                        </a:rPr>
                        <a:t> </a:t>
                      </a:r>
                      <a:r>
                        <a:rPr lang="en-US" sz="1100" kern="1200" dirty="0" err="1" smtClean="0">
                          <a:solidFill>
                            <a:srgbClr val="006699"/>
                          </a:solidFill>
                          <a:latin typeface="+mn-lt"/>
                          <a:ea typeface="+mn-ea"/>
                          <a:cs typeface="Arial" charset="0"/>
                        </a:rPr>
                        <a:t>Générale</a:t>
                      </a:r>
                      <a:r>
                        <a:rPr lang="en-US" sz="1100" kern="1200" dirty="0" smtClean="0">
                          <a:solidFill>
                            <a:srgbClr val="006699"/>
                          </a:solidFill>
                          <a:latin typeface="+mn-lt"/>
                          <a:ea typeface="+mn-ea"/>
                          <a:cs typeface="Arial" charset="0"/>
                        </a:rPr>
                        <a:t> WB-Equivalent</a:t>
                      </a:r>
                      <a:r>
                        <a:rPr lang="en-US" sz="1100" kern="1200" baseline="0" dirty="0" smtClean="0">
                          <a:solidFill>
                            <a:srgbClr val="006699"/>
                          </a:solidFill>
                          <a:latin typeface="+mn-lt"/>
                          <a:ea typeface="+mn-ea"/>
                          <a:cs typeface="Arial" charset="0"/>
                        </a:rPr>
                        <a:t> </a:t>
                      </a:r>
                      <a:r>
                        <a:rPr lang="en-US" sz="1100" kern="1200" dirty="0" smtClean="0">
                          <a:solidFill>
                            <a:srgbClr val="006699"/>
                          </a:solidFill>
                          <a:latin typeface="+mn-lt"/>
                          <a:ea typeface="+mn-ea"/>
                          <a:cs typeface="Arial" charset="0"/>
                        </a:rPr>
                        <a:t>analysis</a:t>
                      </a:r>
                    </a:p>
                    <a:p>
                      <a:pPr marL="295345" indent="-295345" defTabSz="898347" eaLnBrk="0" fontAlgn="base" hangingPunct="0">
                        <a:spcBef>
                          <a:spcPts val="175"/>
                        </a:spcBef>
                        <a:spcAft>
                          <a:spcPts val="88"/>
                        </a:spcAft>
                        <a:buClr>
                          <a:srgbClr val="22AA47"/>
                        </a:buClr>
                        <a:buSzPct val="140000"/>
                        <a:buFont typeface="Arial" pitchFamily="34" charset="0"/>
                        <a:buChar char="•"/>
                      </a:pPr>
                      <a:r>
                        <a:rPr lang="en-US" sz="1100" kern="1200" dirty="0" smtClean="0">
                          <a:solidFill>
                            <a:srgbClr val="006699"/>
                          </a:solidFill>
                          <a:latin typeface="+mn-lt"/>
                          <a:ea typeface="+mn-ea"/>
                          <a:cs typeface="Arial" charset="0"/>
                        </a:rPr>
                        <a:t>WB-Equivalent Profit/(Loss) Before Tax includes Share of Earnings of Associates and JVs, and loss on disposal</a:t>
                      </a:r>
                      <a:endParaRPr lang="en-US" sz="1100" kern="1200" dirty="0">
                        <a:solidFill>
                          <a:srgbClr val="006699"/>
                        </a:solidFill>
                        <a:latin typeface="+mn-lt"/>
                        <a:ea typeface="+mn-ea"/>
                        <a:cs typeface="Arial" charset="0"/>
                      </a:endParaRPr>
                    </a:p>
                  </a:txBody>
                  <a:tcPr anchor="ctr"/>
                </a:tc>
              </a:tr>
            </a:tbl>
          </a:graphicData>
        </a:graphic>
      </p:graphicFrame>
      <p:sp>
        <p:nvSpPr>
          <p:cNvPr id="4" name="TextBox 3"/>
          <p:cNvSpPr txBox="1"/>
          <p:nvPr/>
        </p:nvSpPr>
        <p:spPr>
          <a:xfrm>
            <a:off x="8353428" y="199023"/>
            <a:ext cx="1549397" cy="338554"/>
          </a:xfrm>
          <a:prstGeom prst="rect">
            <a:avLst/>
          </a:prstGeom>
          <a:solidFill>
            <a:srgbClr val="E6E7E8"/>
          </a:solidFill>
        </p:spPr>
        <p:txBody>
          <a:bodyPr wrap="square" rtlCol="0">
            <a:spAutoFit/>
          </a:bodyPr>
          <a:lstStyle/>
          <a:p>
            <a:pPr algn="ctr"/>
            <a:r>
              <a:rPr lang="en-US" sz="1600" baseline="0" dirty="0" smtClean="0">
                <a:solidFill>
                  <a:srgbClr val="FF0000"/>
                </a:solidFill>
              </a:rPr>
              <a:t>TO </a:t>
            </a:r>
            <a:r>
              <a:rPr lang="en-US" sz="1600" baseline="0" dirty="0" smtClean="0">
                <a:solidFill>
                  <a:srgbClr val="FF0000"/>
                </a:solidFill>
              </a:rPr>
              <a:t>UPDATE</a:t>
            </a:r>
            <a:endParaRPr lang="en-GB" sz="1600" dirty="0">
              <a:solidFill>
                <a:srgbClr val="FF0000"/>
              </a:solidFill>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NRSTYLE" val="Box White Line Blue"/>
</p:tagLst>
</file>

<file path=ppt/theme/theme1.xml><?xml version="1.0" encoding="utf-8"?>
<a:theme xmlns:a="http://schemas.openxmlformats.org/drawingml/2006/main" name="150th_PPT_A">
  <a:themeElements>
    <a:clrScheme name="150th_PPT_A 1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fontScheme name="150th_PPT_A">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E6E7E8"/>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40000"/>
          </a:spcBef>
          <a:spcAft>
            <a:spcPct val="40000"/>
          </a:spcAft>
          <a:buClrTx/>
          <a:buSzTx/>
          <a:buFontTx/>
          <a:buNone/>
          <a:tabLst/>
          <a:defRPr kumimoji="0" lang="en-US" sz="900" b="0" i="0" u="none" strike="noStrike" cap="none" normalizeH="0" baseline="0" smtClean="0">
            <a:ln>
              <a:noFill/>
            </a:ln>
            <a:solidFill>
              <a:srgbClr val="006699"/>
            </a:solidFill>
            <a:effectLst/>
            <a:latin typeface="Arial" charset="0"/>
          </a:defRPr>
        </a:defPPr>
      </a:lstStyle>
    </a:spDef>
    <a:lnDef>
      <a:spPr bwMode="auto">
        <a:xfrm>
          <a:off x="0" y="0"/>
          <a:ext cx="1" cy="1"/>
        </a:xfrm>
        <a:custGeom>
          <a:avLst/>
          <a:gdLst/>
          <a:ahLst/>
          <a:cxnLst/>
          <a:rect l="0" t="0" r="0" b="0"/>
          <a:pathLst/>
        </a:custGeom>
        <a:solidFill>
          <a:srgbClr val="E6E7E8"/>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40000"/>
          </a:spcBef>
          <a:spcAft>
            <a:spcPct val="40000"/>
          </a:spcAft>
          <a:buClrTx/>
          <a:buSzTx/>
          <a:buFontTx/>
          <a:buNone/>
          <a:tabLst/>
          <a:defRPr kumimoji="0" lang="en-US" sz="900" b="0" i="0" u="none" strike="noStrike" cap="none" normalizeH="0" baseline="0" smtClean="0">
            <a:ln>
              <a:noFill/>
            </a:ln>
            <a:solidFill>
              <a:srgbClr val="006699"/>
            </a:solidFill>
            <a:effectLst/>
            <a:latin typeface="Arial" charset="0"/>
          </a:defRPr>
        </a:defPPr>
      </a:lstStyle>
    </a:lnDef>
  </a:objectDefaults>
  <a:extraClrSchemeLst>
    <a:extraClrScheme>
      <a:clrScheme name="150th_PPT_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50th_PPT_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50th_PPT_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50th_PPT_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50th_PPT_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50th_PPT_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50th_PPT_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50th_PPT_A 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1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50th_PPT_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50th_PPT_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50th_PPT_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50th_PPT_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50th_PPT_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50th_PPT_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50th_PPT_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50th_PPT_A 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1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50th_PPT_A 1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150th_PPT_A">
  <a:themeElements>
    <a:clrScheme name="1_150th_PPT_A 2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fontScheme name="1_150th_PPT_A">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150th_PPT_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150th_PPT_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150th_PPT_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150th_PPT_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150th_PPT_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150th_PPT_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150th_PPT_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150th_PPT_A 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_150th_PPT_A 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_150th_PPT_A 1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_150th_PPT_A 1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150th_PPT_A 1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150th_PPT_A 1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150th_PPT_A 1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150th_PPT_A 1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150th_PPT_A 1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150th_PPT_A 1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150th_PPT_A 1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_150th_PPT_A 1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_150th_PPT_A 2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_150th_PPT_A 2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150th_PPT_A">
  <a:themeElements>
    <a:clrScheme name="150th_PPT_A 1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fontScheme name="150th_PPT_A">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E6E7E8"/>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40000"/>
          </a:spcBef>
          <a:spcAft>
            <a:spcPct val="40000"/>
          </a:spcAft>
          <a:buClrTx/>
          <a:buSzTx/>
          <a:buFontTx/>
          <a:buNone/>
          <a:tabLst/>
          <a:defRPr kumimoji="0" lang="en-US" sz="900" b="0" i="0" u="none" strike="noStrike" cap="none" normalizeH="0" baseline="0" smtClean="0">
            <a:ln>
              <a:noFill/>
            </a:ln>
            <a:solidFill>
              <a:srgbClr val="006699"/>
            </a:solidFill>
            <a:effectLst/>
            <a:latin typeface="Arial" charset="0"/>
          </a:defRPr>
        </a:defPPr>
      </a:lstStyle>
    </a:spDef>
    <a:lnDef>
      <a:spPr bwMode="auto">
        <a:xfrm>
          <a:off x="0" y="0"/>
          <a:ext cx="1" cy="1"/>
        </a:xfrm>
        <a:custGeom>
          <a:avLst/>
          <a:gdLst/>
          <a:ahLst/>
          <a:cxnLst/>
          <a:rect l="0" t="0" r="0" b="0"/>
          <a:pathLst/>
        </a:custGeom>
        <a:solidFill>
          <a:srgbClr val="E6E7E8"/>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40000"/>
          </a:spcBef>
          <a:spcAft>
            <a:spcPct val="40000"/>
          </a:spcAft>
          <a:buClrTx/>
          <a:buSzTx/>
          <a:buFontTx/>
          <a:buNone/>
          <a:tabLst/>
          <a:defRPr kumimoji="0" lang="en-US" sz="900" b="0" i="0" u="none" strike="noStrike" cap="none" normalizeH="0" baseline="0" smtClean="0">
            <a:ln>
              <a:noFill/>
            </a:ln>
            <a:solidFill>
              <a:srgbClr val="006699"/>
            </a:solidFill>
            <a:effectLst/>
            <a:latin typeface="Arial" charset="0"/>
          </a:defRPr>
        </a:defPPr>
      </a:lstStyle>
    </a:lnDef>
  </a:objectDefaults>
  <a:extraClrSchemeLst>
    <a:extraClrScheme>
      <a:clrScheme name="150th_PPT_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50th_PPT_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50th_PPT_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50th_PPT_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50th_PPT_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50th_PPT_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50th_PPT_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50th_PPT_A 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1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50th_PPT_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50th_PPT_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50th_PPT_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50th_PPT_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50th_PPT_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50th_PPT_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50th_PPT_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50th_PPT_A 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1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50th_PPT_A 1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150th_PPT_A">
  <a:themeElements>
    <a:clrScheme name="150th_PPT_A 1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fontScheme name="150th_PPT_A">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E6E7E8"/>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40000"/>
          </a:spcBef>
          <a:spcAft>
            <a:spcPct val="40000"/>
          </a:spcAft>
          <a:buClrTx/>
          <a:buSzTx/>
          <a:buFontTx/>
          <a:buNone/>
          <a:tabLst/>
          <a:defRPr kumimoji="0" lang="en-US" sz="900" b="1" i="0" u="none" strike="noStrike" cap="none" normalizeH="0" baseline="0" smtClean="0">
            <a:ln>
              <a:noFill/>
            </a:ln>
            <a:solidFill>
              <a:srgbClr val="006699"/>
            </a:solidFill>
            <a:effectLst/>
            <a:latin typeface="Arial" charset="0"/>
          </a:defRPr>
        </a:defPPr>
      </a:lstStyle>
    </a:spDef>
    <a:lnDef>
      <a:spPr bwMode="auto">
        <a:xfrm>
          <a:off x="0" y="0"/>
          <a:ext cx="1" cy="1"/>
        </a:xfrm>
        <a:custGeom>
          <a:avLst/>
          <a:gdLst/>
          <a:ahLst/>
          <a:cxnLst/>
          <a:rect l="0" t="0" r="0" b="0"/>
          <a:pathLst/>
        </a:custGeom>
        <a:solidFill>
          <a:srgbClr val="E6E7E8"/>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40000"/>
          </a:spcBef>
          <a:spcAft>
            <a:spcPct val="40000"/>
          </a:spcAft>
          <a:buClrTx/>
          <a:buSzTx/>
          <a:buFontTx/>
          <a:buNone/>
          <a:tabLst/>
          <a:defRPr kumimoji="0" lang="en-US" sz="900" b="1" i="0" u="none" strike="noStrike" cap="none" normalizeH="0" baseline="0" smtClean="0">
            <a:ln>
              <a:noFill/>
            </a:ln>
            <a:solidFill>
              <a:srgbClr val="006699"/>
            </a:solidFill>
            <a:effectLst/>
            <a:latin typeface="Arial" charset="0"/>
          </a:defRPr>
        </a:defPPr>
      </a:lstStyle>
    </a:lnDef>
  </a:objectDefaults>
  <a:extraClrSchemeLst>
    <a:extraClrScheme>
      <a:clrScheme name="150th_PPT_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50th_PPT_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50th_PPT_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50th_PPT_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50th_PPT_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50th_PPT_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50th_PPT_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50th_PPT_A 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1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50th_PPT_A 1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150th_PPT_A">
  <a:themeElements>
    <a:clrScheme name="150th_PPT_A 1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fontScheme name="150th_PPT_A">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E6E7E8"/>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40000"/>
          </a:spcBef>
          <a:spcAft>
            <a:spcPct val="40000"/>
          </a:spcAft>
          <a:buClrTx/>
          <a:buSzTx/>
          <a:buFontTx/>
          <a:buNone/>
          <a:tabLst/>
          <a:defRPr kumimoji="0" lang="en-US" sz="900" b="1" i="0" u="none" strike="noStrike" cap="none" normalizeH="0" baseline="0" smtClean="0">
            <a:ln>
              <a:noFill/>
            </a:ln>
            <a:solidFill>
              <a:srgbClr val="006699"/>
            </a:solidFill>
            <a:effectLst/>
            <a:latin typeface="Arial" charset="0"/>
          </a:defRPr>
        </a:defPPr>
      </a:lstStyle>
    </a:spDef>
    <a:lnDef>
      <a:spPr bwMode="auto">
        <a:xfrm>
          <a:off x="0" y="0"/>
          <a:ext cx="1" cy="1"/>
        </a:xfrm>
        <a:custGeom>
          <a:avLst/>
          <a:gdLst/>
          <a:ahLst/>
          <a:cxnLst/>
          <a:rect l="0" t="0" r="0" b="0"/>
          <a:pathLst/>
        </a:custGeom>
        <a:solidFill>
          <a:srgbClr val="E6E7E8"/>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40000"/>
          </a:spcBef>
          <a:spcAft>
            <a:spcPct val="40000"/>
          </a:spcAft>
          <a:buClrTx/>
          <a:buSzTx/>
          <a:buFontTx/>
          <a:buNone/>
          <a:tabLst/>
          <a:defRPr kumimoji="0" lang="en-US" sz="900" b="1" i="0" u="none" strike="noStrike" cap="none" normalizeH="0" baseline="0" smtClean="0">
            <a:ln>
              <a:noFill/>
            </a:ln>
            <a:solidFill>
              <a:srgbClr val="006699"/>
            </a:solidFill>
            <a:effectLst/>
            <a:latin typeface="Arial" charset="0"/>
          </a:defRPr>
        </a:defPPr>
      </a:lstStyle>
    </a:lnDef>
  </a:objectDefaults>
  <a:extraClrSchemeLst>
    <a:extraClrScheme>
      <a:clrScheme name="150th_PPT_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50th_PPT_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50th_PPT_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50th_PPT_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50th_PPT_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50th_PPT_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50th_PPT_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50th_PPT_A 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1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50th_PPT_A 1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4_150th_PPT_A">
  <a:themeElements>
    <a:clrScheme name="150th_PPT_A 1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fontScheme name="150th_PPT_A">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E6E7E8"/>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40000"/>
          </a:spcBef>
          <a:spcAft>
            <a:spcPct val="40000"/>
          </a:spcAft>
          <a:buClrTx/>
          <a:buSzTx/>
          <a:buFontTx/>
          <a:buNone/>
          <a:tabLst/>
          <a:defRPr kumimoji="0" lang="en-US" sz="900" b="0" i="0" u="none" strike="noStrike" cap="none" normalizeH="0" baseline="0" smtClean="0">
            <a:ln>
              <a:noFill/>
            </a:ln>
            <a:solidFill>
              <a:srgbClr val="006699"/>
            </a:solidFill>
            <a:effectLst/>
            <a:latin typeface="Arial" charset="0"/>
          </a:defRPr>
        </a:defPPr>
      </a:lstStyle>
    </a:spDef>
    <a:lnDef>
      <a:spPr bwMode="auto">
        <a:xfrm>
          <a:off x="0" y="0"/>
          <a:ext cx="1" cy="1"/>
        </a:xfrm>
        <a:custGeom>
          <a:avLst/>
          <a:gdLst/>
          <a:ahLst/>
          <a:cxnLst/>
          <a:rect l="0" t="0" r="0" b="0"/>
          <a:pathLst/>
        </a:custGeom>
        <a:solidFill>
          <a:srgbClr val="E6E7E8"/>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40000"/>
          </a:spcBef>
          <a:spcAft>
            <a:spcPct val="40000"/>
          </a:spcAft>
          <a:buClrTx/>
          <a:buSzTx/>
          <a:buFontTx/>
          <a:buNone/>
          <a:tabLst/>
          <a:defRPr kumimoji="0" lang="en-US" sz="900" b="0" i="0" u="none" strike="noStrike" cap="none" normalizeH="0" baseline="0" smtClean="0">
            <a:ln>
              <a:noFill/>
            </a:ln>
            <a:solidFill>
              <a:srgbClr val="006699"/>
            </a:solidFill>
            <a:effectLst/>
            <a:latin typeface="Arial" charset="0"/>
          </a:defRPr>
        </a:defPPr>
      </a:lstStyle>
    </a:lnDef>
  </a:objectDefaults>
  <a:extraClrSchemeLst>
    <a:extraClrScheme>
      <a:clrScheme name="150th_PPT_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50th_PPT_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50th_PPT_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50th_PPT_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50th_PPT_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50th_PPT_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50th_PPT_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50th_PPT_A 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1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50th_PPT_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50th_PPT_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50th_PPT_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50th_PPT_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50th_PPT_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50th_PPT_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50th_PPT_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50th_PPT_A 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1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50th_PPT_A 1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14_150th_PPT_A">
  <a:themeElements>
    <a:clrScheme name="150th_PPT_A 1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fontScheme name="150th_PPT_A">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E6E7E8"/>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40000"/>
          </a:spcBef>
          <a:spcAft>
            <a:spcPct val="40000"/>
          </a:spcAft>
          <a:buClrTx/>
          <a:buSzTx/>
          <a:buFontTx/>
          <a:buNone/>
          <a:tabLst/>
          <a:defRPr kumimoji="0" lang="en-US" sz="900" b="0" i="0" u="none" strike="noStrike" cap="none" normalizeH="0" baseline="0" smtClean="0">
            <a:ln>
              <a:noFill/>
            </a:ln>
            <a:solidFill>
              <a:srgbClr val="006699"/>
            </a:solidFill>
            <a:effectLst/>
            <a:latin typeface="Arial" charset="0"/>
          </a:defRPr>
        </a:defPPr>
      </a:lstStyle>
    </a:spDef>
    <a:lnDef>
      <a:spPr bwMode="auto">
        <a:xfrm>
          <a:off x="0" y="0"/>
          <a:ext cx="1" cy="1"/>
        </a:xfrm>
        <a:custGeom>
          <a:avLst/>
          <a:gdLst/>
          <a:ahLst/>
          <a:cxnLst/>
          <a:rect l="0" t="0" r="0" b="0"/>
          <a:pathLst/>
        </a:custGeom>
        <a:solidFill>
          <a:srgbClr val="E6E7E8"/>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40000"/>
          </a:spcBef>
          <a:spcAft>
            <a:spcPct val="40000"/>
          </a:spcAft>
          <a:buClrTx/>
          <a:buSzTx/>
          <a:buFontTx/>
          <a:buNone/>
          <a:tabLst/>
          <a:defRPr kumimoji="0" lang="en-US" sz="900" b="0" i="0" u="none" strike="noStrike" cap="none" normalizeH="0" baseline="0" smtClean="0">
            <a:ln>
              <a:noFill/>
            </a:ln>
            <a:solidFill>
              <a:srgbClr val="006699"/>
            </a:solidFill>
            <a:effectLst/>
            <a:latin typeface="Arial" charset="0"/>
          </a:defRPr>
        </a:defPPr>
      </a:lstStyle>
    </a:lnDef>
  </a:objectDefaults>
  <a:extraClrSchemeLst>
    <a:extraClrScheme>
      <a:clrScheme name="150th_PPT_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50th_PPT_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50th_PPT_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50th_PPT_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50th_PPT_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50th_PPT_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50th_PPT_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50th_PPT_A 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1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50th_PPT_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50th_PPT_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50th_PPT_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50th_PPT_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50th_PPT_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50th_PPT_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50th_PPT_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50th_PPT_A 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1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50th_PPT_A 1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16_150th_PPT_A">
  <a:themeElements>
    <a:clrScheme name="150th_PPT_A 1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fontScheme name="150th_PPT_A">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E6E7E8"/>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40000"/>
          </a:spcBef>
          <a:spcAft>
            <a:spcPct val="40000"/>
          </a:spcAft>
          <a:buClrTx/>
          <a:buSzTx/>
          <a:buFontTx/>
          <a:buNone/>
          <a:tabLst/>
          <a:defRPr kumimoji="0" lang="en-US" sz="900" b="0" i="0" u="none" strike="noStrike" cap="none" normalizeH="0" baseline="0" smtClean="0">
            <a:ln>
              <a:noFill/>
            </a:ln>
            <a:solidFill>
              <a:srgbClr val="006699"/>
            </a:solidFill>
            <a:effectLst/>
            <a:latin typeface="Arial" charset="0"/>
          </a:defRPr>
        </a:defPPr>
      </a:lstStyle>
    </a:spDef>
    <a:lnDef>
      <a:spPr bwMode="auto">
        <a:xfrm>
          <a:off x="0" y="0"/>
          <a:ext cx="1" cy="1"/>
        </a:xfrm>
        <a:custGeom>
          <a:avLst/>
          <a:gdLst/>
          <a:ahLst/>
          <a:cxnLst/>
          <a:rect l="0" t="0" r="0" b="0"/>
          <a:pathLst/>
        </a:custGeom>
        <a:solidFill>
          <a:srgbClr val="E6E7E8"/>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40000"/>
          </a:spcBef>
          <a:spcAft>
            <a:spcPct val="40000"/>
          </a:spcAft>
          <a:buClrTx/>
          <a:buSzTx/>
          <a:buFontTx/>
          <a:buNone/>
          <a:tabLst/>
          <a:defRPr kumimoji="0" lang="en-US" sz="900" b="0" i="0" u="none" strike="noStrike" cap="none" normalizeH="0" baseline="0" smtClean="0">
            <a:ln>
              <a:noFill/>
            </a:ln>
            <a:solidFill>
              <a:srgbClr val="006699"/>
            </a:solidFill>
            <a:effectLst/>
            <a:latin typeface="Arial" charset="0"/>
          </a:defRPr>
        </a:defPPr>
      </a:lstStyle>
    </a:lnDef>
  </a:objectDefaults>
  <a:extraClrSchemeLst>
    <a:extraClrScheme>
      <a:clrScheme name="150th_PPT_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50th_PPT_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50th_PPT_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50th_PPT_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50th_PPT_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50th_PPT_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50th_PPT_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50th_PPT_A 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1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50th_PPT_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50th_PPT_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50th_PPT_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50th_PPT_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50th_PPT_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50th_PPT_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50th_PPT_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50th_PPT_A 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1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50th_PPT_A 1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13_150th_PPT_A">
  <a:themeElements>
    <a:clrScheme name="150th_PPT_A 1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fontScheme name="150th_PPT_A">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E6E7E8"/>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40000"/>
          </a:spcBef>
          <a:spcAft>
            <a:spcPct val="40000"/>
          </a:spcAft>
          <a:buClrTx/>
          <a:buSzTx/>
          <a:buFontTx/>
          <a:buNone/>
          <a:tabLst/>
          <a:defRPr kumimoji="0" lang="en-US" sz="900" b="0" i="0" u="none" strike="noStrike" cap="none" normalizeH="0" baseline="0" smtClean="0">
            <a:ln>
              <a:noFill/>
            </a:ln>
            <a:solidFill>
              <a:srgbClr val="006699"/>
            </a:solidFill>
            <a:effectLst/>
            <a:latin typeface="Arial" charset="0"/>
          </a:defRPr>
        </a:defPPr>
      </a:lstStyle>
    </a:spDef>
    <a:lnDef>
      <a:spPr bwMode="auto">
        <a:xfrm>
          <a:off x="0" y="0"/>
          <a:ext cx="1" cy="1"/>
        </a:xfrm>
        <a:custGeom>
          <a:avLst/>
          <a:gdLst/>
          <a:ahLst/>
          <a:cxnLst/>
          <a:rect l="0" t="0" r="0" b="0"/>
          <a:pathLst/>
        </a:custGeom>
        <a:solidFill>
          <a:srgbClr val="E6E7E8"/>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40000"/>
          </a:spcBef>
          <a:spcAft>
            <a:spcPct val="40000"/>
          </a:spcAft>
          <a:buClrTx/>
          <a:buSzTx/>
          <a:buFontTx/>
          <a:buNone/>
          <a:tabLst/>
          <a:defRPr kumimoji="0" lang="en-US" sz="900" b="0" i="0" u="none" strike="noStrike" cap="none" normalizeH="0" baseline="0" smtClean="0">
            <a:ln>
              <a:noFill/>
            </a:ln>
            <a:solidFill>
              <a:srgbClr val="006699"/>
            </a:solidFill>
            <a:effectLst/>
            <a:latin typeface="Arial" charset="0"/>
          </a:defRPr>
        </a:defPPr>
      </a:lstStyle>
    </a:lnDef>
  </a:objectDefaults>
  <a:extraClrSchemeLst>
    <a:extraClrScheme>
      <a:clrScheme name="150th_PPT_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50th_PPT_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50th_PPT_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50th_PPT_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50th_PPT_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50th_PPT_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50th_PPT_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50th_PPT_A 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1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50th_PPT_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50th_PPT_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50th_PPT_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50th_PPT_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50th_PPT_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50th_PPT_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50th_PPT_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50th_PPT_A 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1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50th_PPT_A 1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8_150th_PPT_A">
  <a:themeElements>
    <a:clrScheme name="150th_PPT_A 1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fontScheme name="150th_PPT_A">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E6E7E8"/>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40000"/>
          </a:spcBef>
          <a:spcAft>
            <a:spcPct val="40000"/>
          </a:spcAft>
          <a:buClrTx/>
          <a:buSzTx/>
          <a:buFontTx/>
          <a:buNone/>
          <a:tabLst/>
          <a:defRPr kumimoji="0" lang="en-US" sz="900" b="1" i="0" u="none" strike="noStrike" cap="none" normalizeH="0" baseline="0" smtClean="0">
            <a:ln>
              <a:noFill/>
            </a:ln>
            <a:solidFill>
              <a:srgbClr val="006699"/>
            </a:solidFill>
            <a:effectLst/>
            <a:latin typeface="Arial" charset="0"/>
          </a:defRPr>
        </a:defPPr>
      </a:lstStyle>
    </a:spDef>
    <a:lnDef>
      <a:spPr bwMode="auto">
        <a:xfrm>
          <a:off x="0" y="0"/>
          <a:ext cx="1" cy="1"/>
        </a:xfrm>
        <a:custGeom>
          <a:avLst/>
          <a:gdLst/>
          <a:ahLst/>
          <a:cxnLst/>
          <a:rect l="0" t="0" r="0" b="0"/>
          <a:pathLst/>
        </a:custGeom>
        <a:solidFill>
          <a:srgbClr val="E6E7E8"/>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40000"/>
          </a:spcBef>
          <a:spcAft>
            <a:spcPct val="40000"/>
          </a:spcAft>
          <a:buClrTx/>
          <a:buSzTx/>
          <a:buFontTx/>
          <a:buNone/>
          <a:tabLst/>
          <a:defRPr kumimoji="0" lang="en-US" sz="900" b="1" i="0" u="none" strike="noStrike" cap="none" normalizeH="0" baseline="0" smtClean="0">
            <a:ln>
              <a:noFill/>
            </a:ln>
            <a:solidFill>
              <a:srgbClr val="006699"/>
            </a:solidFill>
            <a:effectLst/>
            <a:latin typeface="Arial" charset="0"/>
          </a:defRPr>
        </a:defPPr>
      </a:lstStyle>
    </a:lnDef>
  </a:objectDefaults>
  <a:extraClrSchemeLst>
    <a:extraClrScheme>
      <a:clrScheme name="150th_PPT_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50th_PPT_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50th_PPT_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50th_PPT_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50th_PPT_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50th_PPT_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50th_PPT_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50th_PPT_A 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1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50th_PPT_A 1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19_150th_PPT_A">
  <a:themeElements>
    <a:clrScheme name="150th_PPT_A 1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fontScheme name="150th_PPT_A">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E6E7E8"/>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40000"/>
          </a:spcBef>
          <a:spcAft>
            <a:spcPct val="40000"/>
          </a:spcAft>
          <a:buClrTx/>
          <a:buSzTx/>
          <a:buFontTx/>
          <a:buNone/>
          <a:tabLst/>
          <a:defRPr kumimoji="0" lang="en-US" sz="900" b="0" i="0" u="none" strike="noStrike" cap="none" normalizeH="0" baseline="0" smtClean="0">
            <a:ln>
              <a:noFill/>
            </a:ln>
            <a:solidFill>
              <a:srgbClr val="006699"/>
            </a:solidFill>
            <a:effectLst/>
            <a:latin typeface="Arial" charset="0"/>
          </a:defRPr>
        </a:defPPr>
      </a:lstStyle>
    </a:spDef>
    <a:lnDef>
      <a:spPr bwMode="auto">
        <a:xfrm>
          <a:off x="0" y="0"/>
          <a:ext cx="1" cy="1"/>
        </a:xfrm>
        <a:custGeom>
          <a:avLst/>
          <a:gdLst/>
          <a:ahLst/>
          <a:cxnLst/>
          <a:rect l="0" t="0" r="0" b="0"/>
          <a:pathLst/>
        </a:custGeom>
        <a:solidFill>
          <a:srgbClr val="E6E7E8"/>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40000"/>
          </a:spcBef>
          <a:spcAft>
            <a:spcPct val="40000"/>
          </a:spcAft>
          <a:buClrTx/>
          <a:buSzTx/>
          <a:buFontTx/>
          <a:buNone/>
          <a:tabLst/>
          <a:defRPr kumimoji="0" lang="en-US" sz="900" b="0" i="0" u="none" strike="noStrike" cap="none" normalizeH="0" baseline="0" smtClean="0">
            <a:ln>
              <a:noFill/>
            </a:ln>
            <a:solidFill>
              <a:srgbClr val="006699"/>
            </a:solidFill>
            <a:effectLst/>
            <a:latin typeface="Arial" charset="0"/>
          </a:defRPr>
        </a:defPPr>
      </a:lstStyle>
    </a:lnDef>
  </a:objectDefaults>
  <a:extraClrSchemeLst>
    <a:extraClrScheme>
      <a:clrScheme name="150th_PPT_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50th_PPT_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50th_PPT_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50th_PPT_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50th_PPT_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50th_PPT_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50th_PPT_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50th_PPT_A 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1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50th_PPT_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50th_PPT_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50th_PPT_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50th_PPT_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50th_PPT_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50th_PPT_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50th_PPT_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50th_PPT_A 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1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50th_PPT_A 1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2_150th_PPT_A">
  <a:themeElements>
    <a:clrScheme name="1_150th_PPT_A 2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fontScheme name="1_150th_PPT_A">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150th_PPT_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150th_PPT_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150th_PPT_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150th_PPT_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150th_PPT_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150th_PPT_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150th_PPT_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150th_PPT_A 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_150th_PPT_A 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_150th_PPT_A 1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_150th_PPT_A 1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150th_PPT_A 1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150th_PPT_A 1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150th_PPT_A 1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150th_PPT_A 1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150th_PPT_A 1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150th_PPT_A 1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150th_PPT_A 1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_150th_PPT_A 1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_150th_PPT_A 2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_150th_PPT_A 2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8_150th_PPT_A">
  <a:themeElements>
    <a:clrScheme name="1_150th_PPT_A 2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fontScheme name="1_150th_PPT_A">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150th_PPT_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150th_PPT_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150th_PPT_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150th_PPT_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150th_PPT_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150th_PPT_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150th_PPT_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150th_PPT_A 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_150th_PPT_A 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_150th_PPT_A 1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_150th_PPT_A 1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150th_PPT_A 1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150th_PPT_A 1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150th_PPT_A 1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150th_PPT_A 1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150th_PPT_A 1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150th_PPT_A 1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150th_PPT_A 1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_150th_PPT_A 1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_150th_PPT_A 2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_150th_PPT_A 2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9_150th_PPT_A">
  <a:themeElements>
    <a:clrScheme name="150th_PPT_A 1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fontScheme name="150th_PPT_A">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E6E7E8"/>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40000"/>
          </a:spcBef>
          <a:spcAft>
            <a:spcPct val="40000"/>
          </a:spcAft>
          <a:buClrTx/>
          <a:buSzTx/>
          <a:buFontTx/>
          <a:buNone/>
          <a:tabLst/>
          <a:defRPr kumimoji="0" lang="en-US" sz="900" b="0" i="0" u="none" strike="noStrike" cap="none" normalizeH="0" baseline="0" smtClean="0">
            <a:ln>
              <a:noFill/>
            </a:ln>
            <a:solidFill>
              <a:srgbClr val="006699"/>
            </a:solidFill>
            <a:effectLst/>
            <a:latin typeface="Arial" charset="0"/>
          </a:defRPr>
        </a:defPPr>
      </a:lstStyle>
    </a:spDef>
    <a:lnDef>
      <a:spPr bwMode="auto">
        <a:xfrm>
          <a:off x="0" y="0"/>
          <a:ext cx="1" cy="1"/>
        </a:xfrm>
        <a:custGeom>
          <a:avLst/>
          <a:gdLst/>
          <a:ahLst/>
          <a:cxnLst/>
          <a:rect l="0" t="0" r="0" b="0"/>
          <a:pathLst/>
        </a:custGeom>
        <a:solidFill>
          <a:srgbClr val="E6E7E8"/>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40000"/>
          </a:spcBef>
          <a:spcAft>
            <a:spcPct val="40000"/>
          </a:spcAft>
          <a:buClrTx/>
          <a:buSzTx/>
          <a:buFontTx/>
          <a:buNone/>
          <a:tabLst/>
          <a:defRPr kumimoji="0" lang="en-US" sz="900" b="0" i="0" u="none" strike="noStrike" cap="none" normalizeH="0" baseline="0" smtClean="0">
            <a:ln>
              <a:noFill/>
            </a:ln>
            <a:solidFill>
              <a:srgbClr val="006699"/>
            </a:solidFill>
            <a:effectLst/>
            <a:latin typeface="Arial" charset="0"/>
          </a:defRPr>
        </a:defPPr>
      </a:lstStyle>
    </a:lnDef>
  </a:objectDefaults>
  <a:extraClrSchemeLst>
    <a:extraClrScheme>
      <a:clrScheme name="150th_PPT_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50th_PPT_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50th_PPT_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50th_PPT_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50th_PPT_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50th_PPT_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50th_PPT_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50th_PPT_A 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1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50th_PPT_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50th_PPT_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50th_PPT_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50th_PPT_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50th_PPT_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50th_PPT_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50th_PPT_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50th_PPT_A 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1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50th_PPT_A 1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10_150th_PPT_A">
  <a:themeElements>
    <a:clrScheme name="150th_PPT_A 1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fontScheme name="150th_PPT_A">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E6E7E8"/>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40000"/>
          </a:spcBef>
          <a:spcAft>
            <a:spcPct val="40000"/>
          </a:spcAft>
          <a:buClrTx/>
          <a:buSzTx/>
          <a:buFontTx/>
          <a:buNone/>
          <a:tabLst/>
          <a:defRPr kumimoji="0" lang="en-US" sz="900" b="0" i="0" u="none" strike="noStrike" cap="none" normalizeH="0" baseline="0" smtClean="0">
            <a:ln>
              <a:noFill/>
            </a:ln>
            <a:solidFill>
              <a:srgbClr val="006699"/>
            </a:solidFill>
            <a:effectLst/>
            <a:latin typeface="Arial" charset="0"/>
          </a:defRPr>
        </a:defPPr>
      </a:lstStyle>
    </a:spDef>
    <a:lnDef>
      <a:spPr bwMode="auto">
        <a:xfrm>
          <a:off x="0" y="0"/>
          <a:ext cx="1" cy="1"/>
        </a:xfrm>
        <a:custGeom>
          <a:avLst/>
          <a:gdLst/>
          <a:ahLst/>
          <a:cxnLst/>
          <a:rect l="0" t="0" r="0" b="0"/>
          <a:pathLst/>
        </a:custGeom>
        <a:solidFill>
          <a:srgbClr val="E6E7E8"/>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40000"/>
          </a:spcBef>
          <a:spcAft>
            <a:spcPct val="40000"/>
          </a:spcAft>
          <a:buClrTx/>
          <a:buSzTx/>
          <a:buFontTx/>
          <a:buNone/>
          <a:tabLst/>
          <a:defRPr kumimoji="0" lang="en-US" sz="900" b="0" i="0" u="none" strike="noStrike" cap="none" normalizeH="0" baseline="0" smtClean="0">
            <a:ln>
              <a:noFill/>
            </a:ln>
            <a:solidFill>
              <a:srgbClr val="006699"/>
            </a:solidFill>
            <a:effectLst/>
            <a:latin typeface="Arial" charset="0"/>
          </a:defRPr>
        </a:defPPr>
      </a:lstStyle>
    </a:lnDef>
  </a:objectDefaults>
  <a:extraClrSchemeLst>
    <a:extraClrScheme>
      <a:clrScheme name="150th_PPT_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50th_PPT_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50th_PPT_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50th_PPT_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50th_PPT_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50th_PPT_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50th_PPT_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50th_PPT_A 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1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50th_PPT_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50th_PPT_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50th_PPT_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50th_PPT_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50th_PPT_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50th_PPT_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50th_PPT_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50th_PPT_A 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1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50th_PPT_A 1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11_150th_PPT_A">
  <a:themeElements>
    <a:clrScheme name="150th_PPT_A 1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fontScheme name="150th_PPT_A">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E6E7E8"/>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40000"/>
          </a:spcBef>
          <a:spcAft>
            <a:spcPct val="40000"/>
          </a:spcAft>
          <a:buClrTx/>
          <a:buSzTx/>
          <a:buFontTx/>
          <a:buNone/>
          <a:tabLst/>
          <a:defRPr kumimoji="0" lang="en-US" sz="900" b="0" i="0" u="none" strike="noStrike" cap="none" normalizeH="0" baseline="0" smtClean="0">
            <a:ln>
              <a:noFill/>
            </a:ln>
            <a:solidFill>
              <a:srgbClr val="006699"/>
            </a:solidFill>
            <a:effectLst/>
            <a:latin typeface="Arial" charset="0"/>
          </a:defRPr>
        </a:defPPr>
      </a:lstStyle>
    </a:spDef>
    <a:lnDef>
      <a:spPr bwMode="auto">
        <a:xfrm>
          <a:off x="0" y="0"/>
          <a:ext cx="1" cy="1"/>
        </a:xfrm>
        <a:custGeom>
          <a:avLst/>
          <a:gdLst/>
          <a:ahLst/>
          <a:cxnLst/>
          <a:rect l="0" t="0" r="0" b="0"/>
          <a:pathLst/>
        </a:custGeom>
        <a:solidFill>
          <a:srgbClr val="E6E7E8"/>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40000"/>
          </a:spcBef>
          <a:spcAft>
            <a:spcPct val="40000"/>
          </a:spcAft>
          <a:buClrTx/>
          <a:buSzTx/>
          <a:buFontTx/>
          <a:buNone/>
          <a:tabLst/>
          <a:defRPr kumimoji="0" lang="en-US" sz="900" b="0" i="0" u="none" strike="noStrike" cap="none" normalizeH="0" baseline="0" smtClean="0">
            <a:ln>
              <a:noFill/>
            </a:ln>
            <a:solidFill>
              <a:srgbClr val="006699"/>
            </a:solidFill>
            <a:effectLst/>
            <a:latin typeface="Arial" charset="0"/>
          </a:defRPr>
        </a:defPPr>
      </a:lstStyle>
    </a:lnDef>
  </a:objectDefaults>
  <a:extraClrSchemeLst>
    <a:extraClrScheme>
      <a:clrScheme name="150th_PPT_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50th_PPT_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50th_PPT_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50th_PPT_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50th_PPT_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50th_PPT_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50th_PPT_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50th_PPT_A 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1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50th_PPT_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50th_PPT_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50th_PPT_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50th_PPT_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50th_PPT_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50th_PPT_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50th_PPT_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50th_PPT_A 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1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50th_PPT_A 1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6_150th_PPT_A">
  <a:themeElements>
    <a:clrScheme name="150th_PPT_A 1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fontScheme name="150th_PPT_A">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E6E7E8"/>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40000"/>
          </a:spcBef>
          <a:spcAft>
            <a:spcPct val="40000"/>
          </a:spcAft>
          <a:buClrTx/>
          <a:buSzTx/>
          <a:buFontTx/>
          <a:buNone/>
          <a:tabLst/>
          <a:defRPr kumimoji="0" lang="en-US" sz="900" b="0" i="0" u="none" strike="noStrike" cap="none" normalizeH="0" baseline="0" smtClean="0">
            <a:ln>
              <a:noFill/>
            </a:ln>
            <a:solidFill>
              <a:srgbClr val="006699"/>
            </a:solidFill>
            <a:effectLst/>
            <a:latin typeface="Arial" charset="0"/>
          </a:defRPr>
        </a:defPPr>
      </a:lstStyle>
    </a:spDef>
    <a:lnDef>
      <a:spPr bwMode="auto">
        <a:xfrm>
          <a:off x="0" y="0"/>
          <a:ext cx="1" cy="1"/>
        </a:xfrm>
        <a:custGeom>
          <a:avLst/>
          <a:gdLst/>
          <a:ahLst/>
          <a:cxnLst/>
          <a:rect l="0" t="0" r="0" b="0"/>
          <a:pathLst/>
        </a:custGeom>
        <a:solidFill>
          <a:srgbClr val="E6E7E8"/>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40000"/>
          </a:spcBef>
          <a:spcAft>
            <a:spcPct val="40000"/>
          </a:spcAft>
          <a:buClrTx/>
          <a:buSzTx/>
          <a:buFontTx/>
          <a:buNone/>
          <a:tabLst/>
          <a:defRPr kumimoji="0" lang="en-US" sz="900" b="0" i="0" u="none" strike="noStrike" cap="none" normalizeH="0" baseline="0" smtClean="0">
            <a:ln>
              <a:noFill/>
            </a:ln>
            <a:solidFill>
              <a:srgbClr val="006699"/>
            </a:solidFill>
            <a:effectLst/>
            <a:latin typeface="Arial" charset="0"/>
          </a:defRPr>
        </a:defPPr>
      </a:lstStyle>
    </a:lnDef>
  </a:objectDefaults>
  <a:extraClrSchemeLst>
    <a:extraClrScheme>
      <a:clrScheme name="150th_PPT_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50th_PPT_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50th_PPT_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50th_PPT_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50th_PPT_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50th_PPT_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50th_PPT_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50th_PPT_A 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1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50th_PPT_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50th_PPT_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50th_PPT_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50th_PPT_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50th_PPT_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50th_PPT_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50th_PPT_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50th_PPT_A 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1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50th_PPT_A 1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7_150th_PPT_A">
  <a:themeElements>
    <a:clrScheme name="150th_PPT_A 1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fontScheme name="150th_PPT_A">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E6E7E8"/>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40000"/>
          </a:spcBef>
          <a:spcAft>
            <a:spcPct val="40000"/>
          </a:spcAft>
          <a:buClrTx/>
          <a:buSzTx/>
          <a:buFontTx/>
          <a:buNone/>
          <a:tabLst/>
          <a:defRPr kumimoji="0" lang="en-US" sz="900" b="1" i="0" u="none" strike="noStrike" cap="none" normalizeH="0" baseline="0" smtClean="0">
            <a:ln>
              <a:noFill/>
            </a:ln>
            <a:solidFill>
              <a:srgbClr val="006699"/>
            </a:solidFill>
            <a:effectLst/>
            <a:latin typeface="Arial" charset="0"/>
          </a:defRPr>
        </a:defPPr>
      </a:lstStyle>
    </a:spDef>
    <a:lnDef>
      <a:spPr bwMode="auto">
        <a:xfrm>
          <a:off x="0" y="0"/>
          <a:ext cx="1" cy="1"/>
        </a:xfrm>
        <a:custGeom>
          <a:avLst/>
          <a:gdLst/>
          <a:ahLst/>
          <a:cxnLst/>
          <a:rect l="0" t="0" r="0" b="0"/>
          <a:pathLst/>
        </a:custGeom>
        <a:solidFill>
          <a:srgbClr val="E6E7E8"/>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40000"/>
          </a:spcBef>
          <a:spcAft>
            <a:spcPct val="40000"/>
          </a:spcAft>
          <a:buClrTx/>
          <a:buSzTx/>
          <a:buFontTx/>
          <a:buNone/>
          <a:tabLst/>
          <a:defRPr kumimoji="0" lang="en-US" sz="900" b="1" i="0" u="none" strike="noStrike" cap="none" normalizeH="0" baseline="0" smtClean="0">
            <a:ln>
              <a:noFill/>
            </a:ln>
            <a:solidFill>
              <a:srgbClr val="006699"/>
            </a:solidFill>
            <a:effectLst/>
            <a:latin typeface="Arial" charset="0"/>
          </a:defRPr>
        </a:defPPr>
      </a:lstStyle>
    </a:lnDef>
  </a:objectDefaults>
  <a:extraClrSchemeLst>
    <a:extraClrScheme>
      <a:clrScheme name="150th_PPT_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50th_PPT_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50th_PPT_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50th_PPT_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50th_PPT_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50th_PPT_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50th_PPT_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50th_PPT_A 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50th_PPT_A 1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50th_PPT_A 1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15_150th_PPT_A">
  <a:themeElements>
    <a:clrScheme name="1_150th_PPT_A 2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fontScheme name="1_150th_PPT_A">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150th_PPT_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150th_PPT_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150th_PPT_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150th_PPT_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150th_PPT_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150th_PPT_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150th_PPT_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150th_PPT_A 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_150th_PPT_A 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_150th_PPT_A 1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_150th_PPT_A 1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150th_PPT_A 1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150th_PPT_A 1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150th_PPT_A 1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150th_PPT_A 1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150th_PPT_A 1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150th_PPT_A 1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150th_PPT_A 18">
        <a:dk1>
          <a:srgbClr val="005985"/>
        </a:dk1>
        <a:lt1>
          <a:srgbClr val="FFFFFF"/>
        </a:lt1>
        <a:dk2>
          <a:srgbClr val="0093D2"/>
        </a:dk2>
        <a:lt2>
          <a:srgbClr val="006DA7"/>
        </a:lt2>
        <a:accent1>
          <a:srgbClr val="2D9D2B"/>
        </a:accent1>
        <a:accent2>
          <a:srgbClr val="77B756"/>
        </a:accent2>
        <a:accent3>
          <a:srgbClr val="FFFFFF"/>
        </a:accent3>
        <a:accent4>
          <a:srgbClr val="004B71"/>
        </a:accent4>
        <a:accent5>
          <a:srgbClr val="ADCCAC"/>
        </a:accent5>
        <a:accent6>
          <a:srgbClr val="6BA64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_150th_PPT_A 19">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6D6E71"/>
        </a:folHlink>
      </a:clrScheme>
      <a:clrMap bg1="lt1" tx1="dk1" bg2="lt2" tx2="dk2" accent1="accent1" accent2="accent2" accent3="accent3" accent4="accent4" accent5="accent5" accent6="accent6" hlink="hlink" folHlink="folHlink"/>
    </a:extraClrScheme>
    <a:extraClrScheme>
      <a:clrScheme name="1_150th_PPT_A 20">
        <a:dk1>
          <a:srgbClr val="005C87"/>
        </a:dk1>
        <a:lt1>
          <a:srgbClr val="FFFFFF"/>
        </a:lt1>
        <a:dk2>
          <a:srgbClr val="009BD9"/>
        </a:dk2>
        <a:lt2>
          <a:srgbClr val="0072AA"/>
        </a:lt2>
        <a:accent1>
          <a:srgbClr val="00984A"/>
        </a:accent1>
        <a:accent2>
          <a:srgbClr val="6DC067"/>
        </a:accent2>
        <a:accent3>
          <a:srgbClr val="FFFFFF"/>
        </a:accent3>
        <a:accent4>
          <a:srgbClr val="004D72"/>
        </a:accent4>
        <a:accent5>
          <a:srgbClr val="AACA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
      <a:clrScheme name="1_150th_PPT_A 2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clrMap bg1="lt1" tx1="dk1" bg2="lt2" tx2="dk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1.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150th_PPT_A 11">
    <a:dk1>
      <a:srgbClr val="005C87"/>
    </a:dk1>
    <a:lt1>
      <a:srgbClr val="FFFFFF"/>
    </a:lt1>
    <a:dk2>
      <a:srgbClr val="009BD9"/>
    </a:dk2>
    <a:lt2>
      <a:srgbClr val="0072AA"/>
    </a:lt2>
    <a:accent1>
      <a:srgbClr val="22AA47"/>
    </a:accent1>
    <a:accent2>
      <a:srgbClr val="6DC067"/>
    </a:accent2>
    <a:accent3>
      <a:srgbClr val="FFFFFF"/>
    </a:accent3>
    <a:accent4>
      <a:srgbClr val="004D72"/>
    </a:accent4>
    <a:accent5>
      <a:srgbClr val="ABD2B1"/>
    </a:accent5>
    <a:accent6>
      <a:srgbClr val="62AE5D"/>
    </a:accent6>
    <a:hlink>
      <a:srgbClr val="939598"/>
    </a:hlink>
    <a:folHlink>
      <a:srgbClr val="E6E7E8"/>
    </a:folHlink>
  </a:clrScheme>
</a:themeOverride>
</file>

<file path=docProps/app.xml><?xml version="1.0" encoding="utf-8"?>
<Properties xmlns="http://schemas.openxmlformats.org/officeDocument/2006/extended-properties" xmlns:vt="http://schemas.openxmlformats.org/officeDocument/2006/docPropsVTypes">
  <Template/>
  <TotalTime>83041</TotalTime>
  <Words>9794</Words>
  <Application>Microsoft Office PowerPoint</Application>
  <PresentationFormat>Custom</PresentationFormat>
  <Paragraphs>851</Paragraphs>
  <Slides>46</Slides>
  <Notes>35</Notes>
  <HiddenSlides>0</HiddenSlides>
  <MMClips>0</MMClips>
  <ScaleCrop>false</ScaleCrop>
  <HeadingPairs>
    <vt:vector size="4" baseType="variant">
      <vt:variant>
        <vt:lpstr>Theme</vt:lpstr>
      </vt:variant>
      <vt:variant>
        <vt:i4>19</vt:i4>
      </vt:variant>
      <vt:variant>
        <vt:lpstr>Slide Titles</vt:lpstr>
      </vt:variant>
      <vt:variant>
        <vt:i4>46</vt:i4>
      </vt:variant>
    </vt:vector>
  </HeadingPairs>
  <TitlesOfParts>
    <vt:vector size="65" baseType="lpstr">
      <vt:lpstr>150th_PPT_A</vt:lpstr>
      <vt:lpstr>1_150th_PPT_A</vt:lpstr>
      <vt:lpstr>2_150th_PPT_A</vt:lpstr>
      <vt:lpstr>3_150th_PPT_A</vt:lpstr>
      <vt:lpstr>5_150th_PPT_A</vt:lpstr>
      <vt:lpstr>4_150th_PPT_A</vt:lpstr>
      <vt:lpstr>14_150th_PPT_A</vt:lpstr>
      <vt:lpstr>16_150th_PPT_A</vt:lpstr>
      <vt:lpstr>13_150th_PPT_A</vt:lpstr>
      <vt:lpstr>18_150th_PPT_A</vt:lpstr>
      <vt:lpstr>19_150th_PPT_A</vt:lpstr>
      <vt:lpstr>12_150th_PPT_A</vt:lpstr>
      <vt:lpstr>8_150th_PPT_A</vt:lpstr>
      <vt:lpstr>9_150th_PPT_A</vt:lpstr>
      <vt:lpstr>10_150th_PPT_A</vt:lpstr>
      <vt:lpstr>11_150th_PPT_A</vt:lpstr>
      <vt:lpstr>6_150th_PPT_A</vt:lpstr>
      <vt:lpstr>7_150th_PPT_A</vt:lpstr>
      <vt:lpstr>15_150th_PPT_A</vt:lpstr>
      <vt:lpstr>2012 Wholesale Banking Global Peer Review</vt:lpstr>
      <vt:lpstr>Contents </vt:lpstr>
      <vt:lpstr>Executive Summary</vt:lpstr>
      <vt:lpstr>FY’12 aggregate WB Equivalent Income rose +9% YoY to $311bn primarily due to strong growth in FXRC&amp;C </vt:lpstr>
      <vt:lpstr>SCB’s FY’12 Income growth of +9% was in line with the average growth of +9% YoY across peers</vt:lpstr>
      <vt:lpstr>Slide 6</vt:lpstr>
      <vt:lpstr>FY’12 expense growth increased slightly across the peer group with most banks reporting positive expense jaws </vt:lpstr>
      <vt:lpstr>HSBC reported the lowest cost:income ratio in the peer group for FY’12, followed closely by SCB </vt:lpstr>
      <vt:lpstr>WB Equivalent impairments rose across the peer group driven by increased specific provisions and reduced releases compared to FY’11</vt:lpstr>
      <vt:lpstr>Peer group average FY’12 Operating Profit growth increased +22% YoY, driven by income growth and broadly flat expenses</vt:lpstr>
      <vt:lpstr>Slide 11</vt:lpstr>
      <vt:lpstr>WB Equivalent Product Drill Down  Transaction Banking</vt:lpstr>
      <vt:lpstr>SCB FY’12 Transaction Banking growth of +13% was second highest in the peer group driven by H1 performance</vt:lpstr>
      <vt:lpstr>HSBC reported highest YoY growth in Cash and Trade Income2</vt:lpstr>
      <vt:lpstr>GS Securities Service Income was up +24% YoY</vt:lpstr>
      <vt:lpstr>Slide 16</vt:lpstr>
      <vt:lpstr>SCB Trade Finance loans saw growth of +12% YoY, with +9% rise in the Asia Pacific region</vt:lpstr>
      <vt:lpstr>Citi’s TB division average liabilities grew +16% YoY to $428bn. SCB’s Asian TB division average liabilities of $86bn grew +13% YoY</vt:lpstr>
      <vt:lpstr>JPMC +11% YoY increase in FY’12 income reflects 10 consecutive quarters of increased loan balances</vt:lpstr>
      <vt:lpstr>Strong growth in Citi’s WB Equivalent Lending Balance Sheet in Asia</vt:lpstr>
      <vt:lpstr>WB Equivalent Product Drill Down  FXRC and Commodities</vt:lpstr>
      <vt:lpstr>Slide 22</vt:lpstr>
      <vt:lpstr>Slide 23</vt:lpstr>
      <vt:lpstr>Slide 24</vt:lpstr>
      <vt:lpstr>FY’12 Commodities Income for the peer group was impacted by lower price volatility and changing regulation</vt:lpstr>
      <vt:lpstr>SCB has a consistently lower number of loss-making trading days compared to its peer group</vt:lpstr>
      <vt:lpstr>Average FY’12 WB-Equivalent Equities income of peers declined -7% YoY compared to SCB’s growth of +18%</vt:lpstr>
      <vt:lpstr>WB Equivalent Product Drill Down  Investment Banking  (Capital Markets + Corporate Finance)</vt:lpstr>
      <vt:lpstr>Slide 29</vt:lpstr>
      <vt:lpstr>Capital Markets benefited from a strong year end uptick in DCM</vt:lpstr>
      <vt:lpstr>Slide 31</vt:lpstr>
      <vt:lpstr>Balance Sheet Metrics  </vt:lpstr>
      <vt:lpstr>Slide 33</vt:lpstr>
      <vt:lpstr>Slide 34</vt:lpstr>
      <vt:lpstr>Slide 35</vt:lpstr>
      <vt:lpstr>FY’12 FX &amp; Investment Banking League Tables   </vt:lpstr>
      <vt:lpstr>Slide 37</vt:lpstr>
      <vt:lpstr>Slide 38</vt:lpstr>
      <vt:lpstr>DCM – Bookrunner Parent FY’12 Market Overview</vt:lpstr>
      <vt:lpstr>Slide 40</vt:lpstr>
      <vt:lpstr>M&amp;A – Bookrunner Parent Q1’13 market overview</vt:lpstr>
      <vt:lpstr>M&amp;A – Q1’13 top banks by region</vt:lpstr>
      <vt:lpstr>ECM– Bookrunner Parent FY’12 Market Overview</vt:lpstr>
      <vt:lpstr>Slide 44</vt:lpstr>
      <vt:lpstr>Methodology and Key Assumptions  </vt:lpstr>
      <vt:lpstr>Slide 46</vt:lpstr>
    </vt:vector>
  </TitlesOfParts>
  <Company>madlife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Wholesale Banking Credentials (Nov 10)</dc:title>
  <dc:creator>serene lee</dc:creator>
  <cp:lastModifiedBy>1452318</cp:lastModifiedBy>
  <cp:revision>4662</cp:revision>
  <cp:lastPrinted>2003-11-12T15:09:16Z</cp:lastPrinted>
  <dcterms:created xsi:type="dcterms:W3CDTF">2002-03-20T10:10:06Z</dcterms:created>
  <dcterms:modified xsi:type="dcterms:W3CDTF">2013-04-12T01:56:57Z</dcterms:modified>
  <cp:contentType>Document</cp:contentTyp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lpwstr>12500.0000000000</vt:lpwstr>
  </property>
  <property fmtid="{D5CDD505-2E9C-101B-9397-08002B2CF9AE}" pid="3" name="Group">
    <vt:lpwstr>1</vt:lpwstr>
  </property>
  <property fmtid="{D5CDD505-2E9C-101B-9397-08002B2CF9AE}" pid="4" name="Category">
    <vt:lpwstr>Capabilities</vt:lpwstr>
  </property>
  <property fmtid="{D5CDD505-2E9C-101B-9397-08002B2CF9AE}" pid="5" name="ContentType">
    <vt:lpwstr>Document</vt:lpwstr>
  </property>
  <property fmtid="{D5CDD505-2E9C-101B-9397-08002B2CF9AE}" pid="6" name="Show Title Only">
    <vt:lpwstr>0</vt:lpwstr>
  </property>
  <property fmtid="{D5CDD505-2E9C-101B-9397-08002B2CF9AE}" pid="7" name="Guidebook">
    <vt:lpwstr>0</vt:lpwstr>
  </property>
</Properties>
</file>